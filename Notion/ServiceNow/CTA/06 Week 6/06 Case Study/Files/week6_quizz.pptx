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" d="100"/>
          <a:sy n="22" d="100"/>
        </p:scale>
        <p:origin x="82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FEB4EE-B73C-5098-6D53-67A08E1E1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049A46E-63D2-5A5A-A9A0-1E51F7966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77F284-3750-8676-3CD7-053FFA156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CF2-4C68-4D83-A83C-1B5E45600678}" type="datetimeFigureOut">
              <a:rPr lang="fr-FR" smtClean="0"/>
              <a:t>15/03/2025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83B776-D6B8-A9B9-5BCE-6514C5CC8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8833AA-8FF4-D53D-497B-7B6E6720C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2FF7-3997-479A-94B9-20231585D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2907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20F0A0-3142-F7C2-3795-741140E23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A3B351-F53E-1431-8659-85A2E7DE1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A6E655-9439-11EE-C986-16BCEDB7B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CF2-4C68-4D83-A83C-1B5E45600678}" type="datetimeFigureOut">
              <a:rPr lang="fr-FR" smtClean="0"/>
              <a:t>15/03/2025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6D3B3EA-15C1-0062-5D51-C1435EFF4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A95FD2F-2126-E379-5FE2-FA6AB6AD8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2FF7-3997-479A-94B9-20231585D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364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57EF679-4FC7-A03C-28A3-05C52059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A37D528-501E-0BFF-EDAC-0F3230A47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264BEE-DFD9-40EF-FDBE-FE35404F2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CF2-4C68-4D83-A83C-1B5E45600678}" type="datetimeFigureOut">
              <a:rPr lang="fr-FR" smtClean="0"/>
              <a:t>15/03/2025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AD1A44D-4D23-8A7B-799F-AE2E62832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E74167-1B04-6A6F-B2E5-5D8A2B3E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2FF7-3997-479A-94B9-20231585D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010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07B655-BE2B-DFFB-6AA8-7B35C7D7B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639AC4-5163-FDC4-D709-580B444119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237C59A-6550-BCD5-5D1D-51CDC03EC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6C76D7E-A1D8-6FDF-174F-4FC77CE3F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CF2-4C68-4D83-A83C-1B5E45600678}" type="datetimeFigureOut">
              <a:rPr lang="fr-FR" smtClean="0"/>
              <a:t>15/03/2025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F72C931-7700-8E32-E2ED-4EAA7C249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DE4B76A-D7CE-7930-241E-58D834839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2FF7-3997-479A-94B9-20231585D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01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006D0-A94E-D9A2-B37D-13798004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28A26E4-A144-9DAC-2669-4FD49F9DE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2AD45C6-B1A5-8273-453F-18FB3EA30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70DDCAC-F1A3-DE44-8CF2-ED1F2439D5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2532505-C690-F971-4C07-270587D4F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46519F8-91AF-93AC-103F-CFF905A6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CF2-4C68-4D83-A83C-1B5E45600678}" type="datetimeFigureOut">
              <a:rPr lang="fr-FR" smtClean="0"/>
              <a:t>15/03/2025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71A7CAE-4D37-2C26-2065-B4040BB8C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9DF0D37-E983-2D78-3077-78F6DA8F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2FF7-3997-479A-94B9-20231585D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9733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CE63FE-994A-88A3-77EE-49ACC817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2220DC-0CCE-1A5F-9FE8-FD0DA222B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CF2-4C68-4D83-A83C-1B5E45600678}" type="datetimeFigureOut">
              <a:rPr lang="fr-FR" smtClean="0"/>
              <a:t>15/03/2025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7138587-CDB8-B940-171D-1604E5C45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053E911-B7C0-780B-ED13-3C01B2465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2FF7-3997-479A-94B9-20231585D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94602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9948C3A-3BE6-8AFD-B678-FD1C0A1C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CF2-4C68-4D83-A83C-1B5E45600678}" type="datetimeFigureOut">
              <a:rPr lang="fr-FR" smtClean="0"/>
              <a:t>15/03/2025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D795E24B-11D7-AE81-57E0-07BBD92CE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DEFF84-C566-BB69-0CF5-44EED65C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2FF7-3997-479A-94B9-20231585D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9821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C3CB2C-7F72-1428-09FA-EFD253DF0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57AC88-F641-7BB5-84C2-0B45D91D5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E344DBD-8B21-2FB9-5E26-BB42F7990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FFB492-E967-8406-A51B-9E62DEE3E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CF2-4C68-4D83-A83C-1B5E45600678}" type="datetimeFigureOut">
              <a:rPr lang="fr-FR" smtClean="0"/>
              <a:t>15/03/2025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1245815-5693-580D-7A8C-3EF8D6057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2C2BE70-FC66-F53A-9E77-BD0547FAA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2FF7-3997-479A-94B9-20231585D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4523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36A9AE-56F9-BB3C-3386-D9EBB341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3A934D6-4A8B-48E2-8743-5CCC286C40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6DBB6C-7738-A29F-55CB-4F2E16F6CC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9DBD11A-DBE0-0E3C-4BB9-AA8834916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CF2-4C68-4D83-A83C-1B5E45600678}" type="datetimeFigureOut">
              <a:rPr lang="fr-FR" smtClean="0"/>
              <a:t>15/03/2025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AABB74D-7682-7C9C-40B5-7C13C4A88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271D32A-83AB-609F-9A4A-95352AB21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2FF7-3997-479A-94B9-20231585D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3720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E40EFB-BA15-6BA2-1DD9-2CB3EB960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3D1D626-464E-D81D-8FAC-D722D3CDA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3B300B5-2E6B-A841-2BBC-CD93F246E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CF2-4C68-4D83-A83C-1B5E45600678}" type="datetimeFigureOut">
              <a:rPr lang="fr-FR" smtClean="0"/>
              <a:t>15/03/2025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71C0D0-1BF4-019B-6392-BD8DC7D32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B55E2B-9812-58D1-9036-B3222DF55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2FF7-3997-479A-94B9-20231585D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1431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F84817A-D1CC-5F9F-DEB7-6EFD5E0FB7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EC229D8-122E-AA61-0C9D-36649ECCF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7A86D3-4E4D-3CFB-3A30-00443F82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6CF2-4C68-4D83-A83C-1B5E45600678}" type="datetimeFigureOut">
              <a:rPr lang="fr-FR" smtClean="0"/>
              <a:t>15/03/2025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E367DA-0B52-9930-C165-1F9B439BF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E8FC9C-CB5D-5067-809C-B22A9C0E6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D2FF7-3997-479A-94B9-20231585D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6065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9838913-8771-8F93-C2B2-6E80E4E36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E193F26-B069-4A08-B5D5-3D18D094A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658D9A-1E6E-B6D4-B805-F8E10FF1CE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156CF2-4C68-4D83-A83C-1B5E45600678}" type="datetimeFigureOut">
              <a:rPr lang="fr-FR" smtClean="0"/>
              <a:t>15/03/2025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67114E-32A4-6462-211D-6461CED46B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061C5F-9BC7-4F29-03B4-A8EE6B1AF0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8D2FF7-3997-479A-94B9-20231585D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1919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E5A34E-ED5A-447D-382D-AE85CC8288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4F4728-B86E-D4A2-FE59-C1011FA26F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FE6B89C-194C-6EA1-A364-7EDF9322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839" y="1361786"/>
            <a:ext cx="4096322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70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FC8CCC-B255-EAEB-A874-5EC27C356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1EFD1F-7DBB-AB43-0093-D9DF95DA4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24F3491-0CBA-6D87-422B-9F2B014E7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497" y="1733313"/>
            <a:ext cx="4163006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002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1EB32-56C4-B1F8-E2EF-D5A5BA55A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514831-E471-1211-281E-7D41CF97A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89BE8A-23EA-1F94-216C-15AA6964E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56B1CE0-B843-CD4B-79C8-3F41F70A2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970" y="1752366"/>
            <a:ext cx="4182059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585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28E81F-356D-B89A-7B78-656D6C5DA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F4E928-01ED-AE30-7EA0-E036BCDE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82D82D-B776-6D49-A90D-28CC87B30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681F1E2-88BD-EF0E-11CA-127D783B0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076" y="1771418"/>
            <a:ext cx="4105848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287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4DBCC-CC2A-FEE8-1078-F0A39286E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DADB26-F82A-2636-DC89-86B43B427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7DE1AE-71D7-6CD3-6FF0-7FE83CE990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F72A8EF-6F67-E07A-DACB-B404B1220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076" y="1733313"/>
            <a:ext cx="4105848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709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D89F3-871A-8636-AED0-8CA0A7877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90D3FA-4081-A538-F76E-2AB2E3F0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B469A4-D0B8-85DA-3955-AE635F705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6088CC-F3A1-B985-B1C1-E9DA72E92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839" y="1137918"/>
            <a:ext cx="4096322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981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E84EA-61CC-3319-7424-87223FCDF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276EB3-3289-6129-B55E-A3E108B0A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C21C8BA-CAEC-A2D0-5D9B-078F12AF2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99319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Grand écran</PresentationFormat>
  <Paragraphs>0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JEHL</dc:creator>
  <cp:lastModifiedBy>Eric JEHL</cp:lastModifiedBy>
  <cp:revision>1</cp:revision>
  <dcterms:created xsi:type="dcterms:W3CDTF">2025-03-15T12:31:16Z</dcterms:created>
  <dcterms:modified xsi:type="dcterms:W3CDTF">2025-03-15T12:38:20Z</dcterms:modified>
</cp:coreProperties>
</file>