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271" r:id="rId4"/>
  </p:sldMasterIdLst>
  <p:notesMasterIdLst>
    <p:notesMasterId r:id="rId18"/>
  </p:notesMasterIdLst>
  <p:handoutMasterIdLst>
    <p:handoutMasterId r:id="rId19"/>
  </p:handoutMasterIdLst>
  <p:sldIdLst>
    <p:sldId id="2147483221" r:id="rId5"/>
    <p:sldId id="2147483234" r:id="rId6"/>
    <p:sldId id="2147483235" r:id="rId7"/>
    <p:sldId id="2147483260" r:id="rId8"/>
    <p:sldId id="2147483264" r:id="rId9"/>
    <p:sldId id="2147483268" r:id="rId10"/>
    <p:sldId id="2147483262" r:id="rId11"/>
    <p:sldId id="2147483255" r:id="rId12"/>
    <p:sldId id="2147483257" r:id="rId13"/>
    <p:sldId id="2147483266" r:id="rId14"/>
    <p:sldId id="2147483245" r:id="rId15"/>
    <p:sldId id="2147483252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894"/>
    <a:srgbClr val="FFFFFF"/>
    <a:srgbClr val="353535"/>
    <a:srgbClr val="4949E7"/>
    <a:srgbClr val="5EB2FC"/>
    <a:srgbClr val="BEE9D2"/>
    <a:srgbClr val="078136"/>
    <a:srgbClr val="7FB793"/>
    <a:srgbClr val="087A33"/>
    <a:srgbClr val="097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62D60-2225-4DC6-B3CF-8D4794D43124}" v="567" dt="2025-03-21T10:37:19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65981" autoAdjust="0"/>
  </p:normalViewPr>
  <p:slideViewPr>
    <p:cSldViewPr snapToGrid="0" showGuides="1">
      <p:cViewPr varScale="1">
        <p:scale>
          <a:sx n="73" d="100"/>
          <a:sy n="73" d="100"/>
        </p:scale>
        <p:origin x="2082" y="6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50" d="100"/>
        <a:sy n="150" d="100"/>
      </p:scale>
      <p:origin x="0" y="-3120"/>
    </p:cViewPr>
  </p:sorterViewPr>
  <p:notesViewPr>
    <p:cSldViewPr snapToGrid="0">
      <p:cViewPr varScale="1">
        <p:scale>
          <a:sx n="120" d="100"/>
          <a:sy n="120" d="100"/>
        </p:scale>
        <p:origin x="51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1DD8-56E8-44DB-8D68-9188DEA50502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C781-2765-427A-A960-385CE0D0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FCAF-B17D-2A91-FCC1-839B4969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5D0CD-8EFF-2079-5FFD-5320A10A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61D82-9F4D-832D-6F72-A46E244E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dirty="0"/>
              <a:t>Speaker Notes:</a:t>
            </a:r>
            <a:br>
              <a:rPr lang="en-US" sz="2800" dirty="0"/>
            </a:br>
            <a:r>
              <a:rPr lang="en-US" sz="2800" dirty="0"/>
              <a:t>This agenda outlines our discussion today, covering Sovereign Bank’s security challenges, `encryption strategies, scoped applications, key takeaways and next steps.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Today, we’ll discuss how Sovereign Bank can improve its security architecture while ensuring scoped applications meet business needs. </a:t>
            </a:r>
          </a:p>
          <a:p>
            <a:r>
              <a:rPr lang="en-US" dirty="0"/>
              <a:t>We’ll also cover encryption best practices and compliance strategies.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1964-D35A-63B6-30C7-641BFBD39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b="1" dirty="0"/>
              <a:t>Regulatory Compliance</a:t>
            </a:r>
            <a:r>
              <a:rPr lang="en-US" dirty="0"/>
              <a:t> → the bank Must </a:t>
            </a:r>
            <a:r>
              <a:rPr lang="en-US" b="0" dirty="0"/>
              <a:t>align the various regulatory entities, ensuring data residency and encryption standards.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/>
              <a:t>Expertise &amp; Advisory Role</a:t>
            </a:r>
            <a:r>
              <a:rPr lang="en-US" dirty="0"/>
              <a:t> → Security decisions must </a:t>
            </a:r>
            <a:r>
              <a:rPr lang="en-US" b="0" dirty="0"/>
              <a:t>balance platform best practices with Sovereign Bank’s risk demands, requiring clear governance.</a:t>
            </a: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Stability &amp; Risk Mitigation</a:t>
            </a:r>
            <a:r>
              <a:rPr lang="en-US" dirty="0"/>
              <a:t> → Prevent </a:t>
            </a:r>
            <a:r>
              <a:rPr lang="en-US" b="0" dirty="0"/>
              <a:t>disruptions from encryption complexities while maintaining system performance and integration stability is extremely important.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Encryption vs. Usability</a:t>
            </a:r>
            <a:r>
              <a:rPr lang="en-US" dirty="0"/>
              <a:t> → Secure sensitive </a:t>
            </a:r>
            <a:r>
              <a:rPr lang="en-US" b="0" dirty="0"/>
              <a:t>data without degrading reporting, searchability, or workflow automation.</a:t>
            </a:r>
          </a:p>
          <a:p>
            <a:endParaRPr lang="en-US" i="1" dirty="0"/>
          </a:p>
          <a:p>
            <a:r>
              <a:rPr lang="en-US" i="0" dirty="0"/>
              <a:t>Sovereign Bank has strong security concerns due to past on-prem failures. We need an approach that secures data without impacting usability or reporting.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2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To encrypt Personally Identifiable Information and other sensible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0" dirty="0">
              <a:solidFill>
                <a:srgbClr val="434242"/>
              </a:solidFill>
              <a:effectLst/>
              <a:latin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Database – </a:t>
            </a:r>
            <a:r>
              <a:rPr lang="en-US" b="0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Database encryption encrypts all stored data.</a:t>
            </a:r>
            <a:r>
              <a:rPr lang="en-US" b="1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US" b="0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We shouldn’t use it because it affects the performance of the platform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000000"/>
                </a:solidFill>
                <a:effectLst/>
                <a:latin typeface="ServiceNow"/>
              </a:rPr>
              <a:t>Platform encryption (PE) </a:t>
            </a:r>
            <a:r>
              <a:rPr lang="en-US" b="0" i="0" dirty="0">
                <a:solidFill>
                  <a:srgbClr val="000000"/>
                </a:solidFill>
                <a:effectLst/>
                <a:latin typeface="ServiceNow"/>
              </a:rPr>
              <a:t> provides field and attachment-based data encryption within instances of the Now Platform.</a:t>
            </a:r>
            <a:endParaRPr lang="en-US" b="1" i="0" dirty="0">
              <a:solidFill>
                <a:srgbClr val="000000"/>
              </a:solidFill>
              <a:effectLst/>
              <a:latin typeface="ServiceNow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Full Disk Encryption (FDE)</a:t>
            </a:r>
            <a:r>
              <a:rPr lang="en-US" dirty="0"/>
              <a:t> protects </a:t>
            </a:r>
            <a:r>
              <a:rPr lang="en-US" b="0" dirty="0"/>
              <a:t>all data on a storage device </a:t>
            </a:r>
            <a:r>
              <a:rPr lang="en-US" dirty="0"/>
              <a:t>by encrypting it at the hardware or software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434242"/>
                </a:solidFill>
                <a:effectLst/>
                <a:latin typeface="Poppins" panose="00000500000000000000" pitchFamily="2" charset="0"/>
              </a:rPr>
              <a:t>Edge encryption - </a:t>
            </a:r>
            <a:r>
              <a:rPr lang="en-US" b="0" dirty="0"/>
              <a:t>Edge Encryption encrypts data before it reaches the ServiceNow cloud, ensuring that only encrypted data is stored in the platform.</a:t>
            </a:r>
            <a:endParaRPr lang="en-US" b="1" i="0" dirty="0">
              <a:solidFill>
                <a:srgbClr val="434242"/>
              </a:solidFill>
              <a:effectLst/>
              <a:latin typeface="Poppins" panose="00000500000000000000" pitchFamily="2" charset="0"/>
            </a:endParaRPr>
          </a:p>
          <a:p>
            <a:endParaRPr lang="en-US" b="1" dirty="0"/>
          </a:p>
          <a:p>
            <a:r>
              <a:rPr lang="en-US" dirty="0"/>
              <a:t>To reduce disruption, we recommend Field-Level Encryption. This ensures compliance with data privacy laws while allowing reporting and integrations to function smoothly.</a:t>
            </a:r>
          </a:p>
          <a:p>
            <a:endParaRPr lang="en-US" dirty="0">
              <a:effectLst/>
              <a:latin typeface="inheri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63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rviceNow"/>
              </a:rPr>
              <a:t>With PE, users can configure which specific data to encrypt within a specific table.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rviceNow"/>
              </a:rPr>
              <a:t>The data is then stored in encrypted form.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rviceNow"/>
              </a:rPr>
              <a:t>Encryption keys are stored and maintained within the ServiceNow instance and managed through the key management framework.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77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Why It’s Not Ideal for Sovereign Bank, but we still recommend 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🚫 FDE is too broad—it encrypts everything, making integration and reporting a bit difficult.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While it might not be the most obvious solution for the bank, we still think its extremely important to keep all Bank information fully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57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image illustrates how </a:t>
            </a:r>
            <a:r>
              <a:rPr lang="en-US" b="1" dirty="0"/>
              <a:t>regulatory compliance is assured using Edge Encryption</a:t>
            </a:r>
            <a:r>
              <a:rPr lang="en-US" dirty="0"/>
              <a:t> in ServiceNow by encrypting data before it reaches the cloud.</a:t>
            </a:r>
          </a:p>
          <a:p>
            <a:r>
              <a:rPr lang="en-US" b="1" dirty="0"/>
              <a:t>Breakdown of the Diagram: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End Users: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Users interact with the system through a browser or application.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connection is secured using </a:t>
            </a:r>
            <a:r>
              <a:rPr lang="en-US" b="1" dirty="0"/>
              <a:t>TLS 1.2 encryption</a:t>
            </a:r>
            <a:r>
              <a:rPr lang="en-US" dirty="0"/>
              <a:t> to protect data in transit.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Encryption Proxy: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Acts as an </a:t>
            </a:r>
            <a:r>
              <a:rPr lang="en-US" b="1" dirty="0"/>
              <a:t>intermediary</a:t>
            </a:r>
            <a:r>
              <a:rPr lang="en-US" dirty="0"/>
              <a:t> between the end users and the ServiceNow cloud.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Encrypts data </a:t>
            </a:r>
            <a:r>
              <a:rPr lang="en-US" b="1" dirty="0"/>
              <a:t>before</a:t>
            </a:r>
            <a:r>
              <a:rPr lang="en-US" dirty="0"/>
              <a:t> it is sent to ServiceNow.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Manages </a:t>
            </a:r>
            <a:r>
              <a:rPr lang="en-US" b="1" dirty="0"/>
              <a:t>encryption keys</a:t>
            </a:r>
            <a:r>
              <a:rPr lang="en-US" dirty="0"/>
              <a:t> to ensure security and compliance.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ServiceNow Cloud: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Stores </a:t>
            </a:r>
            <a:r>
              <a:rPr lang="en-US" b="1" dirty="0"/>
              <a:t>only encrypted data</a:t>
            </a:r>
            <a:r>
              <a:rPr lang="en-US" dirty="0"/>
              <a:t>, meaning ServiceNow cannot see the unencrypted information.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</a:t>
            </a:r>
            <a:r>
              <a:rPr lang="en-US" b="1" dirty="0"/>
              <a:t>TLS encryption</a:t>
            </a:r>
            <a:r>
              <a:rPr lang="en-US" dirty="0"/>
              <a:t> for data transmission security.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Implements </a:t>
            </a:r>
            <a:r>
              <a:rPr lang="en-US" b="1" dirty="0"/>
              <a:t>RSA signatures</a:t>
            </a:r>
            <a:r>
              <a:rPr lang="en-US" dirty="0"/>
              <a:t> to ensure the authenticity and integrity of data exchanges.</a:t>
            </a:r>
          </a:p>
          <a:p>
            <a:r>
              <a:rPr lang="en-US" b="1" dirty="0"/>
              <a:t>Key Takeaways:</a:t>
            </a:r>
          </a:p>
          <a:p>
            <a:r>
              <a:rPr lang="en-US" dirty="0"/>
              <a:t>✅ </a:t>
            </a:r>
            <a:r>
              <a:rPr lang="en-US" b="1" dirty="0"/>
              <a:t>Data is encrypted before it reaches ServiceNow</a:t>
            </a:r>
            <a:r>
              <a:rPr lang="en-US" dirty="0"/>
              <a:t>, ensuring that even ServiceNow cannot access plaintext data.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TLS encryption</a:t>
            </a:r>
            <a:r>
              <a:rPr lang="en-US" dirty="0"/>
              <a:t> protects communication between users, the proxy, and the cloud.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Encryption Proxy manages keys</a:t>
            </a:r>
            <a:r>
              <a:rPr lang="en-US" dirty="0"/>
              <a:t>, allowing organizations to retain full control over data security.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Regulatory compliance is assured</a:t>
            </a:r>
            <a:r>
              <a:rPr lang="en-US" dirty="0"/>
              <a:t> because sensitive information is never exposed in the cloud.</a:t>
            </a:r>
          </a:p>
          <a:p>
            <a:endParaRPr lang="en-US" dirty="0"/>
          </a:p>
          <a:p>
            <a:r>
              <a:rPr lang="en-US" dirty="0"/>
              <a:t>This model is useful for </a:t>
            </a:r>
            <a:r>
              <a:rPr lang="en-US" b="1" dirty="0"/>
              <a:t>highly regulated industries</a:t>
            </a:r>
            <a:r>
              <a:rPr lang="en-US" dirty="0"/>
              <a:t> like banking and healthcare, where </a:t>
            </a:r>
            <a:r>
              <a:rPr lang="en-US" b="1" dirty="0"/>
              <a:t>data privacy laws</a:t>
            </a:r>
            <a:r>
              <a:rPr lang="en-US" dirty="0"/>
              <a:t> require strict control over sensitive information.</a:t>
            </a:r>
          </a:p>
          <a:p>
            <a:endParaRPr lang="en-US" dirty="0">
              <a:effectLst/>
              <a:latin typeface="inherit"/>
            </a:endParaRPr>
          </a:p>
          <a:p>
            <a:r>
              <a:rPr lang="en-US" b="1" dirty="0">
                <a:effectLst/>
                <a:latin typeface="inherit"/>
              </a:rPr>
              <a:t>ALSO TALK ABOUT HOW EACH FIELD WILL BE ENCRYPTED DEPENDING ON COUNTRY OF ORIGIN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9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 latinLnBrk="0"/>
            <a:r>
              <a:rPr lang="en-US" b="0" i="0" dirty="0">
                <a:solidFill>
                  <a:srgbClr val="000000"/>
                </a:solidFill>
                <a:effectLst/>
                <a:latin typeface="inherit"/>
              </a:rPr>
              <a:t>What are scoped applications and why do we need them?</a:t>
            </a:r>
          </a:p>
          <a:p>
            <a:pPr algn="l" fontAlgn="base" latinLnBrk="0"/>
            <a:r>
              <a:rPr lang="en-US" b="0" i="0" dirty="0">
                <a:solidFill>
                  <a:srgbClr val="000000"/>
                </a:solidFill>
                <a:effectLst/>
                <a:latin typeface="inherit"/>
              </a:rPr>
              <a:t>There are two types of available application scopes: private application scope) and global scope. </a:t>
            </a:r>
          </a:p>
          <a:p>
            <a:pPr algn="l" fontAlgn="base" latinLnBrk="0"/>
            <a:r>
              <a:rPr lang="en-US" b="0" i="0" dirty="0">
                <a:solidFill>
                  <a:srgbClr val="000000"/>
                </a:solidFill>
                <a:effectLst/>
                <a:latin typeface="inherit"/>
              </a:rPr>
              <a:t>Each ServiceNow application has an application scope that determines which of its resources are available to other parts of the system. </a:t>
            </a:r>
          </a:p>
          <a:p>
            <a:pPr algn="l" fontAlgn="base" latinLnBrk="0"/>
            <a:r>
              <a:rPr lang="en-US" b="0" i="0" dirty="0">
                <a:solidFill>
                  <a:srgbClr val="000000"/>
                </a:solidFill>
                <a:effectLst/>
                <a:latin typeface="inherit"/>
              </a:rPr>
              <a:t>Application scoping ensures that one application does not impact another application. </a:t>
            </a:r>
          </a:p>
          <a:p>
            <a:br>
              <a:rPr lang="en-US" b="0" dirty="0"/>
            </a:br>
            <a:r>
              <a:rPr lang="en-US" b="0" dirty="0"/>
              <a:t>Best Practices for Scoped Apps</a:t>
            </a:r>
          </a:p>
          <a:p>
            <a:r>
              <a:rPr lang="en-US" b="0" dirty="0"/>
              <a:t>✔ Use Scoped Applications for Custom Development → Prevent unwanted platform-wide access.</a:t>
            </a:r>
            <a:br>
              <a:rPr lang="en-US" b="0" dirty="0"/>
            </a:br>
            <a:r>
              <a:rPr lang="en-US" b="0" dirty="0"/>
              <a:t>✔ Keep Business Logic Modular → Allow easy upgrades without breaking dependencies.</a:t>
            </a:r>
            <a:br>
              <a:rPr lang="en-US" b="0" dirty="0"/>
            </a:br>
            <a:r>
              <a:rPr lang="en-US" b="0" dirty="0"/>
              <a:t>✔ Version-Controlled Releases → Reduce risks in deployments.</a:t>
            </a:r>
            <a:br>
              <a:rPr lang="en-US" b="0" dirty="0"/>
            </a:br>
            <a:r>
              <a:rPr lang="en-US" b="0" dirty="0"/>
              <a:t>✔ Least Privilege Model → Grant only necessary access rights.</a:t>
            </a:r>
          </a:p>
          <a:p>
            <a:endParaRPr lang="en-US" b="0" dirty="0"/>
          </a:p>
          <a:p>
            <a:r>
              <a:rPr lang="en-US" b="0" dirty="0"/>
              <a:t>Scoped applications improve security and upgradeability. By following these best practices, Sovereign Bank can standardize app development and minimize risks.</a:t>
            </a:r>
          </a:p>
          <a:p>
            <a:endParaRPr lang="en-US" b="0" dirty="0"/>
          </a:p>
          <a:p>
            <a:r>
              <a:rPr lang="en-US" b="0" dirty="0"/>
              <a:t>In order to successfully implement a scoped application, there is some steps, or so called migration strategy that we should adopt.</a:t>
            </a:r>
          </a:p>
          <a:p>
            <a:endParaRPr lang="en-US" b="0" dirty="0">
              <a:effectLst/>
              <a:latin typeface="inheri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83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phased approach ensures a smooth transition while keeping security at the core of the implementation</a:t>
            </a:r>
          </a:p>
          <a:p>
            <a:endParaRPr lang="en-US" dirty="0">
              <a:effectLst/>
              <a:latin typeface="inheri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inherit"/>
                <a:ea typeface="Times New Roman" panose="02020603050405020304" pitchFamily="18" charset="0"/>
              </a:rPr>
              <a:t>1.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Understand</a:t>
            </a: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business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</a:t>
            </a: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inherit"/>
            </a:endParaRPr>
          </a:p>
          <a:p>
            <a:pPr marL="0" lvl="0" indent="0">
              <a:buFont typeface="+mj-lt"/>
              <a:buNone/>
              <a:tabLst>
                <a:tab pos="457200" algn="l"/>
              </a:tabLst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fr-F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</a:t>
            </a: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application</a:t>
            </a:r>
          </a:p>
          <a:p>
            <a:pPr marL="0" lvl="0" indent="0">
              <a:buFont typeface="+mj-lt"/>
              <a:buNone/>
              <a:tabLst>
                <a:tab pos="457200" algn="l"/>
              </a:tabLst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Test the application</a:t>
            </a:r>
          </a:p>
          <a:p>
            <a:pPr marL="0" lvl="0" indent="0">
              <a:buFont typeface="+mj-lt"/>
              <a:buNone/>
              <a:tabLst>
                <a:tab pos="457200" algn="l"/>
              </a:tabLst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Share the application </a:t>
            </a: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 Application Repository</a:t>
            </a:r>
          </a:p>
          <a:p>
            <a:endParaRPr lang="en-US" dirty="0">
              <a:effectLst/>
              <a:latin typeface="inheri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59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003E-AF78-5908-3DA6-DF4EFDFD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9A99-10D2-BC30-C338-4A28F3029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FF078-E83E-5DDA-DEAE-CD8226902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There are a few points, regarding security, that we should be aware while developing a scoped application</a:t>
            </a:r>
          </a:p>
          <a:p>
            <a:endParaRPr lang="en-US" b="0" dirty="0"/>
          </a:p>
          <a:p>
            <a:r>
              <a:rPr lang="en-US" b="0" dirty="0"/>
              <a:t>Enforce Multi-Factor Authentication (MFA) → Prevent unauthorized access (this will be mandatory in 2026)</a:t>
            </a:r>
            <a:br>
              <a:rPr lang="en-US" b="0" dirty="0"/>
            </a:br>
            <a:r>
              <a:rPr lang="en-US" b="0" dirty="0"/>
              <a:t>Use Encrypted Data Stores → Secure customer and employee data at rest.</a:t>
            </a:r>
            <a:br>
              <a:rPr lang="en-US" b="0" dirty="0"/>
            </a:br>
            <a:r>
              <a:rPr lang="en-US" b="0" dirty="0"/>
              <a:t>Monitor with Security Incident Response (SIR) → Detect and respond to threats.</a:t>
            </a:r>
            <a:br>
              <a:rPr lang="en-US" b="0" dirty="0"/>
            </a:br>
            <a:r>
              <a:rPr lang="en-US" b="0" dirty="0"/>
              <a:t>Regular Security Audits → Ensure ongoing compliance.</a:t>
            </a:r>
          </a:p>
          <a:p>
            <a:endParaRPr lang="en-US" b="0" dirty="0"/>
          </a:p>
          <a:p>
            <a:r>
              <a:rPr lang="en-US" b="0" dirty="0"/>
              <a:t>These security measures will strengthen Sovereign Bank’s defenses while maintaining system performance.</a:t>
            </a:r>
          </a:p>
          <a:p>
            <a:endParaRPr lang="en-US" b="0" dirty="0">
              <a:effectLst/>
              <a:latin typeface="inheri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F45D-498C-4953-E1D0-161B5F23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6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05BB-58A0-2019-A936-D1860718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B6425-236D-8CFB-4680-F99848F7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16AC-4906-C1F3-6915-338FA47A1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Main Points to Remember:</a:t>
            </a:r>
          </a:p>
          <a:p>
            <a:r>
              <a:rPr lang="en-US" b="1" dirty="0"/>
              <a:t>Edge encrypt </a:t>
            </a:r>
            <a:r>
              <a:rPr lang="en-US" dirty="0"/>
              <a:t>ensures security while maintaining integration capabilities and </a:t>
            </a:r>
            <a:r>
              <a:rPr lang="en-US" b="1" dirty="0"/>
              <a:t>Full Disk Encryption </a:t>
            </a:r>
            <a:r>
              <a:rPr lang="en-US" b="0" dirty="0"/>
              <a:t>secures all stored data, including the most sensitive data.</a:t>
            </a:r>
            <a:br>
              <a:rPr lang="en-US" dirty="0"/>
            </a:br>
            <a:r>
              <a:rPr lang="en-US" b="1" dirty="0"/>
              <a:t>Scoped Applications</a:t>
            </a:r>
            <a:r>
              <a:rPr lang="en-US" dirty="0"/>
              <a:t> improve security, standardization, and ease of upgrades.</a:t>
            </a:r>
            <a:br>
              <a:rPr lang="en-US" dirty="0"/>
            </a:br>
            <a:r>
              <a:rPr lang="en-US" b="1" dirty="0"/>
              <a:t>Security Best Practices</a:t>
            </a:r>
            <a:r>
              <a:rPr lang="en-US" dirty="0"/>
              <a:t> like MFA, monitoring, and audits protect the platform.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key takeaways summarize our approach to security and scoped applications. By following these principles, Sovereign Bank can achieve a secure and scalable ServiceNow implementation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8B991-F039-EE01-09E7-AA33AAEC2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5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3C66-36AD-5F1A-7185-D85F049E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0006E-B27B-300E-51D7-CBCC9492A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B561B-A195-E18A-C916-36063D06C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✅ </a:t>
            </a:r>
            <a:r>
              <a:rPr lang="en-US" b="1" dirty="0"/>
              <a:t>Secure Data Without Disrupting Operations</a:t>
            </a:r>
            <a:r>
              <a:rPr lang="en-US" dirty="0"/>
              <a:t> with Edge encrypt minimizing the whole impact of it.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Develop &amp; Migrate Scoped Applications Securely</a:t>
            </a:r>
            <a:r>
              <a:rPr lang="en-US" dirty="0"/>
              <a:t> to Protect data integrity &amp; compliance.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Standardize Security Across the Enterprise</a:t>
            </a:r>
            <a:r>
              <a:rPr lang="en-US" dirty="0"/>
              <a:t> by Implement access control, MFA, and audits.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Sovereign Bank can achieve a secure, compliant, and scalable platform by implementing these strategies.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166FD-5EE2-D941-812D-82E35015D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1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your time, together, we can make Sovereign bank data safer than ever!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392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6A7982A7-920A-4645-4656-C0FBECBF2B8C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78857595-B175-D151-DD86-68239766C9E8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9B591F0-AC54-42C5-CB41-9A74A7D6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41941" y="644182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pic>
        <p:nvPicPr>
          <p:cNvPr id="6" name="Picture 5" descr="A logo with a crown&#10;&#10;Description automatically generated">
            <a:extLst>
              <a:ext uri="{FF2B5EF4-FFF2-40B4-BE49-F238E27FC236}">
                <a16:creationId xmlns:a16="http://schemas.microsoft.com/office/drawing/2014/main" id="{2C6F5B23-F4B2-4D0D-CF96-A615921FA7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2013BF-4700-0256-AFDD-3BF11763E2BA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73844D-7B6A-5139-4232-01F52B48311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82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174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Confidential | @2025 </a:t>
            </a:r>
            <a:r>
              <a:rPr lang="en-US" dirty="0" err="1"/>
              <a:t>ServiceWow</a:t>
            </a:r>
            <a:r>
              <a:rPr lang="en-US" dirty="0"/>
              <a:t>. All Rights Reserved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BA32842-5658-CFAD-8A2C-8F44EAC66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6F9984-3D08-80CA-9536-BA8E18EA773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5736D4-49F3-0B13-F286-272141C3BD7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8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593B70B0-9A9D-F99F-9E63-1B086806AD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E5787-775A-4E42-2320-6DA2E6CBAE6E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D2E09C-3014-829B-BD7A-2BE665C4DFEC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84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4" name="Picture 3" descr="A logo with a crown&#10;&#10;Description automatically generated">
            <a:extLst>
              <a:ext uri="{FF2B5EF4-FFF2-40B4-BE49-F238E27FC236}">
                <a16:creationId xmlns:a16="http://schemas.microsoft.com/office/drawing/2014/main" id="{E0092B73-EDD0-9376-02C6-D9B62F581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84FE9-6B27-628D-0302-26763B5C561D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A52979-DE77-9C5A-B409-290ABAD61873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80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3" name="Freeform: Shape 5">
            <a:extLst>
              <a:ext uri="{FF2B5EF4-FFF2-40B4-BE49-F238E27FC236}">
                <a16:creationId xmlns:a16="http://schemas.microsoft.com/office/drawing/2014/main" id="{13392F38-D3A8-47E9-458D-FCC8E7D887DD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1A27A9EF-5A5E-4671-2A18-8E4E47AA4208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A67EE5C4-21D9-73B2-C6B0-B11B196E7363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7" name="Picture 6" descr="A logo with a crown&#10;&#10;Description automatically generated">
            <a:extLst>
              <a:ext uri="{FF2B5EF4-FFF2-40B4-BE49-F238E27FC236}">
                <a16:creationId xmlns:a16="http://schemas.microsoft.com/office/drawing/2014/main" id="{DCCB100D-7755-6B12-E956-A79197E79E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B3717-6D9B-B138-5252-65FD3074DA4B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887E12-9A7F-0D76-1AFE-0BFC5672F1A4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1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5A3ACB7A-B0C9-6744-0C1C-7561B8F5E27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6">
            <a:extLst>
              <a:ext uri="{FF2B5EF4-FFF2-40B4-BE49-F238E27FC236}">
                <a16:creationId xmlns:a16="http://schemas.microsoft.com/office/drawing/2014/main" id="{89FFA020-313A-3281-8CF6-27856F16F753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6C34495B-A0F8-713E-E83F-435C1800EB8F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09F74EAC-1F6B-E923-BD00-D16EFF564534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4" name="Picture 13" descr="A logo with a crown&#10;&#10;Description automatically generated">
            <a:extLst>
              <a:ext uri="{FF2B5EF4-FFF2-40B4-BE49-F238E27FC236}">
                <a16:creationId xmlns:a16="http://schemas.microsoft.com/office/drawing/2014/main" id="{FF9A5411-DC8E-E52E-BDDE-0612F4E90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AA5D00-8DD2-30A7-B616-F60792F749B9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C43AEC-1DB1-AA98-FAFD-384CA455B76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8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709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634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FDBE8922-EA97-52DF-8899-DA42B074BC21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92DDB195-BB90-9167-8EF3-2195913B9AD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9C679D6F-52C2-58C9-A366-6597A31F0C20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92F11A42-17BF-DAD3-4FEF-DACCD1F37609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63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0736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D95ECE17-6113-300F-8980-E757B717409A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" name="Freeform: Shape 26">
            <a:extLst>
              <a:ext uri="{FF2B5EF4-FFF2-40B4-BE49-F238E27FC236}">
                <a16:creationId xmlns:a16="http://schemas.microsoft.com/office/drawing/2014/main" id="{19259001-34E0-A1EF-E833-E737FB4F256E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Freeform: Shape 27">
            <a:extLst>
              <a:ext uri="{FF2B5EF4-FFF2-40B4-BE49-F238E27FC236}">
                <a16:creationId xmlns:a16="http://schemas.microsoft.com/office/drawing/2014/main" id="{5F2904B8-2FF4-FE7C-AABC-77B0542DD038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" name="Freeform: Shape 28">
            <a:extLst>
              <a:ext uri="{FF2B5EF4-FFF2-40B4-BE49-F238E27FC236}">
                <a16:creationId xmlns:a16="http://schemas.microsoft.com/office/drawing/2014/main" id="{91E281E0-E27F-316F-B835-3BE4D111F0F7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29">
            <a:extLst>
              <a:ext uri="{FF2B5EF4-FFF2-40B4-BE49-F238E27FC236}">
                <a16:creationId xmlns:a16="http://schemas.microsoft.com/office/drawing/2014/main" id="{C71408D2-A5E9-3744-E8D5-9D2C7EE1C855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0" name="Freeform: Shape 30">
            <a:extLst>
              <a:ext uri="{FF2B5EF4-FFF2-40B4-BE49-F238E27FC236}">
                <a16:creationId xmlns:a16="http://schemas.microsoft.com/office/drawing/2014/main" id="{AE56CB67-1BB9-BAC8-09E9-7353CE85FCE6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1" name="Freeform: Shape 31">
            <a:extLst>
              <a:ext uri="{FF2B5EF4-FFF2-40B4-BE49-F238E27FC236}">
                <a16:creationId xmlns:a16="http://schemas.microsoft.com/office/drawing/2014/main" id="{6FC02613-BF99-EC06-88D6-0AED79BD76EB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2" name="Freeform: Shape 34">
            <a:extLst>
              <a:ext uri="{FF2B5EF4-FFF2-40B4-BE49-F238E27FC236}">
                <a16:creationId xmlns:a16="http://schemas.microsoft.com/office/drawing/2014/main" id="{EDFD5414-9863-8249-A3E1-4F9A3BA30941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45">
            <a:extLst>
              <a:ext uri="{FF2B5EF4-FFF2-40B4-BE49-F238E27FC236}">
                <a16:creationId xmlns:a16="http://schemas.microsoft.com/office/drawing/2014/main" id="{A0D1433A-BA7B-BAE4-0FC6-095541DA3B06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46">
            <a:extLst>
              <a:ext uri="{FF2B5EF4-FFF2-40B4-BE49-F238E27FC236}">
                <a16:creationId xmlns:a16="http://schemas.microsoft.com/office/drawing/2014/main" id="{4FD2C3EE-A618-188A-D52C-1FB5C2DB5095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47">
            <a:extLst>
              <a:ext uri="{FF2B5EF4-FFF2-40B4-BE49-F238E27FC236}">
                <a16:creationId xmlns:a16="http://schemas.microsoft.com/office/drawing/2014/main" id="{8F054020-80C9-2B40-FD7B-D2D471FD2876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6" name="Freeform: Shape 48">
            <a:extLst>
              <a:ext uri="{FF2B5EF4-FFF2-40B4-BE49-F238E27FC236}">
                <a16:creationId xmlns:a16="http://schemas.microsoft.com/office/drawing/2014/main" id="{1E675F91-FC4F-6F86-8B30-1B2D0CAADC82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7" name="Freeform: Shape 49">
            <a:extLst>
              <a:ext uri="{FF2B5EF4-FFF2-40B4-BE49-F238E27FC236}">
                <a16:creationId xmlns:a16="http://schemas.microsoft.com/office/drawing/2014/main" id="{4A4C5EDD-33C1-1B2E-69B8-BBC9F2880771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8" name="Freeform: Shape 50">
            <a:extLst>
              <a:ext uri="{FF2B5EF4-FFF2-40B4-BE49-F238E27FC236}">
                <a16:creationId xmlns:a16="http://schemas.microsoft.com/office/drawing/2014/main" id="{CBABAEFD-E9A2-8BD6-2750-D2F4D4A16BB8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9" name="Freeform: Shape 51">
            <a:extLst>
              <a:ext uri="{FF2B5EF4-FFF2-40B4-BE49-F238E27FC236}">
                <a16:creationId xmlns:a16="http://schemas.microsoft.com/office/drawing/2014/main" id="{DC403B29-E3CF-AD3A-5744-C7F3C4883CBC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0" name="Freeform: Shape 52">
            <a:extLst>
              <a:ext uri="{FF2B5EF4-FFF2-40B4-BE49-F238E27FC236}">
                <a16:creationId xmlns:a16="http://schemas.microsoft.com/office/drawing/2014/main" id="{C61D323C-922C-316E-0255-F38324B1E1F4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1" name="Freeform: Shape 53">
            <a:extLst>
              <a:ext uri="{FF2B5EF4-FFF2-40B4-BE49-F238E27FC236}">
                <a16:creationId xmlns:a16="http://schemas.microsoft.com/office/drawing/2014/main" id="{9A69E028-D961-DF20-A3D2-23628082C9E1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2" name="Freeform: Shape 54">
            <a:extLst>
              <a:ext uri="{FF2B5EF4-FFF2-40B4-BE49-F238E27FC236}">
                <a16:creationId xmlns:a16="http://schemas.microsoft.com/office/drawing/2014/main" id="{41F59892-41A7-C30F-1AF9-0DB2B1DCDFD6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3" name="Freeform: Shape 55">
            <a:extLst>
              <a:ext uri="{FF2B5EF4-FFF2-40B4-BE49-F238E27FC236}">
                <a16:creationId xmlns:a16="http://schemas.microsoft.com/office/drawing/2014/main" id="{3A283FEE-D257-9310-6541-681B9AAE237B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863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06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8CEEB1BB-C35C-FF66-A61C-C84ECD3662E7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1532ACFA-B782-DA04-3CB2-E2FD9CBA3B1B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: Shape 24">
            <a:extLst>
              <a:ext uri="{FF2B5EF4-FFF2-40B4-BE49-F238E27FC236}">
                <a16:creationId xmlns:a16="http://schemas.microsoft.com/office/drawing/2014/main" id="{AFEE9FB2-14A7-999C-7857-549663B6752E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53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4" name="Freeform: Shape 25">
            <a:extLst>
              <a:ext uri="{FF2B5EF4-FFF2-40B4-BE49-F238E27FC236}">
                <a16:creationId xmlns:a16="http://schemas.microsoft.com/office/drawing/2014/main" id="{30723C91-463B-67A9-FB31-379B8E823A75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23D06D76-09A1-0DB5-9197-8F24E71781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" name="Freeform 46">
            <a:extLst>
              <a:ext uri="{FF2B5EF4-FFF2-40B4-BE49-F238E27FC236}">
                <a16:creationId xmlns:a16="http://schemas.microsoft.com/office/drawing/2014/main" id="{8DF9BB61-B257-09F3-569E-4B91A5BEECA9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Hexagon 15">
            <a:extLst>
              <a:ext uri="{FF2B5EF4-FFF2-40B4-BE49-F238E27FC236}">
                <a16:creationId xmlns:a16="http://schemas.microsoft.com/office/drawing/2014/main" id="{4E3D3082-C7F9-809D-9857-6AC0E9B1B68F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Hexagon 17">
            <a:extLst>
              <a:ext uri="{FF2B5EF4-FFF2-40B4-BE49-F238E27FC236}">
                <a16:creationId xmlns:a16="http://schemas.microsoft.com/office/drawing/2014/main" id="{1FF07CEA-CF9B-EEEB-3C46-5A613D3EC781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Hexagon 19">
            <a:extLst>
              <a:ext uri="{FF2B5EF4-FFF2-40B4-BE49-F238E27FC236}">
                <a16:creationId xmlns:a16="http://schemas.microsoft.com/office/drawing/2014/main" id="{5108FE8B-F99E-67B8-37D4-2254FFFA9C2A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Hexagon 21">
            <a:extLst>
              <a:ext uri="{FF2B5EF4-FFF2-40B4-BE49-F238E27FC236}">
                <a16:creationId xmlns:a16="http://schemas.microsoft.com/office/drawing/2014/main" id="{303B5DF6-FDFB-4F9A-CDBA-7A9B8A338E80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 43">
            <a:extLst>
              <a:ext uri="{FF2B5EF4-FFF2-40B4-BE49-F238E27FC236}">
                <a16:creationId xmlns:a16="http://schemas.microsoft.com/office/drawing/2014/main" id="{5420840F-B1BA-0BCE-2E68-C97C8A0A84C3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Hexagon 27">
            <a:extLst>
              <a:ext uri="{FF2B5EF4-FFF2-40B4-BE49-F238E27FC236}">
                <a16:creationId xmlns:a16="http://schemas.microsoft.com/office/drawing/2014/main" id="{1E3EB9D9-D382-C3B9-10ED-61111410F4CC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Hexagon 28">
            <a:extLst>
              <a:ext uri="{FF2B5EF4-FFF2-40B4-BE49-F238E27FC236}">
                <a16:creationId xmlns:a16="http://schemas.microsoft.com/office/drawing/2014/main" id="{D866B6A5-04E1-9067-4727-D55BA3AC7395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42">
            <a:extLst>
              <a:ext uri="{FF2B5EF4-FFF2-40B4-BE49-F238E27FC236}">
                <a16:creationId xmlns:a16="http://schemas.microsoft.com/office/drawing/2014/main" id="{5720A854-B8D7-B230-1A22-51C93610FD70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7" name="Hexagon 31">
            <a:extLst>
              <a:ext uri="{FF2B5EF4-FFF2-40B4-BE49-F238E27FC236}">
                <a16:creationId xmlns:a16="http://schemas.microsoft.com/office/drawing/2014/main" id="{04325738-0FCF-D515-4665-6AE6A8EFECC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9" name="Freeform 45">
            <a:extLst>
              <a:ext uri="{FF2B5EF4-FFF2-40B4-BE49-F238E27FC236}">
                <a16:creationId xmlns:a16="http://schemas.microsoft.com/office/drawing/2014/main" id="{CA863A24-78F5-690C-A073-132576DC1F90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 39">
            <a:extLst>
              <a:ext uri="{FF2B5EF4-FFF2-40B4-BE49-F238E27FC236}">
                <a16:creationId xmlns:a16="http://schemas.microsoft.com/office/drawing/2014/main" id="{254A0D4D-F4C5-2CDD-7112-C55A2C0C3D2B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1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954258" y="631686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04002" y="6316864"/>
            <a:ext cx="458592" cy="365125"/>
          </a:xfrm>
        </p:spPr>
        <p:txBody>
          <a:bodyPr/>
          <a:lstStyle/>
          <a:p>
            <a:fld id="{57C6766F-3134-40E5-95A4-B13AE993C634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 descr="A logo with a crown&#10;&#10;Description automatically generated">
            <a:extLst>
              <a:ext uri="{FF2B5EF4-FFF2-40B4-BE49-F238E27FC236}">
                <a16:creationId xmlns:a16="http://schemas.microsoft.com/office/drawing/2014/main" id="{FB3F38D7-ADDC-BF22-01AD-F44AFDD227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4F96E-843E-A87C-A844-83954F4AFEA0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E6B87B-7DBE-CF7B-F8C1-70DE9B023E2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65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rgbClr val="03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404E-F7FB-6302-FFE8-72F794A9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4F65A-419D-3DFD-853E-BCDF6C9CC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0CCA-F20E-3B72-CB18-E678FEC6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0828" y="6356350"/>
            <a:ext cx="2683880" cy="31538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| @2024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45539-0BF4-C627-FF47-C340F7B2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0"/>
            <a:ext cx="3810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A8CE38F4-BAB0-494C-B1DD-8B644749E5E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4" descr="A logo with a crown&#10;&#10;Description automatically generated">
            <a:extLst>
              <a:ext uri="{FF2B5EF4-FFF2-40B4-BE49-F238E27FC236}">
                <a16:creationId xmlns:a16="http://schemas.microsoft.com/office/drawing/2014/main" id="{10E5602F-D651-7187-1C99-96712FB972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D507B-2059-12D5-3F3C-120F09113ECB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ServiceW</a:t>
            </a:r>
            <a:r>
              <a:rPr lang="en-US" sz="1600" dirty="0">
                <a:solidFill>
                  <a:srgbClr val="62DA4E"/>
                </a:solidFill>
              </a:rPr>
              <a:t>o</a:t>
            </a:r>
            <a:r>
              <a:rPr lang="en-US" sz="1600" dirty="0">
                <a:solidFill>
                  <a:schemeClr val="bg1"/>
                </a:solidFill>
              </a:rPr>
              <a:t>w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1E88C4-A642-24C0-F77C-CC679C9CEE03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4CF4FE7-E144-0773-6CD2-0922589322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68850" y="6391477"/>
            <a:ext cx="26543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DE478DC-0703-D93B-2B7A-57E5D69996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377B0-F310-70CC-3029-479FAD3E7E2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08908A-3C45-C2BA-00C5-52D3E212006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0DA063-EFAA-B116-1829-DE1976E8E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5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  <p:sldLayoutId id="2147484273" r:id="rId2"/>
    <p:sldLayoutId id="2147484274" r:id="rId3"/>
    <p:sldLayoutId id="2147484275" r:id="rId4"/>
    <p:sldLayoutId id="2147484276" r:id="rId5"/>
    <p:sldLayoutId id="2147484277" r:id="rId6"/>
    <p:sldLayoutId id="2147484278" r:id="rId7"/>
    <p:sldLayoutId id="2147484279" r:id="rId8"/>
    <p:sldLayoutId id="2147484280" r:id="rId9"/>
    <p:sldLayoutId id="2147484281" r:id="rId10"/>
    <p:sldLayoutId id="2147484282" r:id="rId11"/>
    <p:sldLayoutId id="2147484283" r:id="rId12"/>
    <p:sldLayoutId id="2147484284" r:id="rId13"/>
    <p:sldLayoutId id="2147484285" r:id="rId14"/>
    <p:sldLayoutId id="2147484286" r:id="rId15"/>
    <p:sldLayoutId id="2147484287" r:id="rId16"/>
    <p:sldLayoutId id="2147484288" r:id="rId17"/>
    <p:sldLayoutId id="2147484289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slide" Target="slide4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7255" y="4808490"/>
            <a:ext cx="2852647" cy="760288"/>
          </a:xfrm>
        </p:spPr>
        <p:txBody>
          <a:bodyPr/>
          <a:lstStyle/>
          <a:p>
            <a:r>
              <a:rPr lang="en-US" dirty="0">
                <a:latin typeface="+mj-lt"/>
              </a:rPr>
              <a:t>Group 7 - </a:t>
            </a:r>
            <a:r>
              <a:rPr lang="en-US" dirty="0" err="1">
                <a:latin typeface="+mj-lt"/>
              </a:rPr>
              <a:t>NowArchitect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Architect @</a:t>
            </a:r>
            <a:r>
              <a:rPr lang="en-US" dirty="0" err="1">
                <a:latin typeface="+mj-lt"/>
              </a:rPr>
              <a:t>ServiceWow</a:t>
            </a:r>
            <a:r>
              <a:rPr lang="en-US" dirty="0">
                <a:latin typeface="+mj-lt"/>
              </a:rPr>
              <a:t> 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/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7FB793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C981278-5DDD-7E76-0CED-FE794E757691}"/>
              </a:ext>
            </a:extLst>
          </p:cNvPr>
          <p:cNvSpPr txBox="1">
            <a:spLocks/>
          </p:cNvSpPr>
          <p:nvPr/>
        </p:nvSpPr>
        <p:spPr>
          <a:xfrm>
            <a:off x="907255" y="2141570"/>
            <a:ext cx="5257793" cy="2057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Sovereign Bank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2800" dirty="0"/>
              <a:t>Security Architecture &amp; Scoped Applications</a:t>
            </a:r>
            <a:endParaRPr lang="en-US" sz="2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162B1A-716A-524C-4BB8-677688B94333}"/>
              </a:ext>
            </a:extLst>
          </p:cNvPr>
          <p:cNvGrpSpPr/>
          <p:nvPr/>
        </p:nvGrpSpPr>
        <p:grpSpPr>
          <a:xfrm>
            <a:off x="394134" y="6272870"/>
            <a:ext cx="1764322" cy="534076"/>
            <a:chOff x="394134" y="6272870"/>
            <a:chExt cx="1764322" cy="534076"/>
          </a:xfrm>
        </p:grpSpPr>
        <p:pic>
          <p:nvPicPr>
            <p:cNvPr id="8" name="Picture 7" descr="A logo with a crown&#10;&#10;Description automatically generated">
              <a:extLst>
                <a:ext uri="{FF2B5EF4-FFF2-40B4-BE49-F238E27FC236}">
                  <a16:creationId xmlns:a16="http://schemas.microsoft.com/office/drawing/2014/main" id="{040A3C40-A419-B0FF-7502-B948F15FE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515" y="6272870"/>
              <a:ext cx="527941" cy="453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92B895-6A28-732F-8D5C-ED6283662B64}"/>
                </a:ext>
              </a:extLst>
            </p:cNvPr>
            <p:cNvSpPr txBox="1"/>
            <p:nvPr/>
          </p:nvSpPr>
          <p:spPr>
            <a:xfrm>
              <a:off x="394134" y="6333181"/>
              <a:ext cx="1388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i="0" kern="12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+mj-lt"/>
                  <a:ea typeface="+mn-ea"/>
                  <a:cs typeface="+mn-cs"/>
                </a:rPr>
                <a:t>ServiceWow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8163AB-4F13-DB27-5959-0A915484E70A}"/>
                </a:ext>
              </a:extLst>
            </p:cNvPr>
            <p:cNvCxnSpPr>
              <a:cxnSpLocks/>
            </p:cNvCxnSpPr>
            <p:nvPr/>
          </p:nvCxnSpPr>
          <p:spPr>
            <a:xfrm>
              <a:off x="1630515" y="6272870"/>
              <a:ext cx="0" cy="5340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C3A2A2-3C4A-4BD8-EEE7-0B5EFB1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+mj-lt"/>
              </a:rPr>
              <a:t>Confidential | @2025 </a:t>
            </a:r>
            <a:r>
              <a:rPr lang="en-IN" dirty="0" err="1">
                <a:latin typeface="+mj-lt"/>
              </a:rPr>
              <a:t>ServiceWow</a:t>
            </a:r>
            <a:r>
              <a:rPr lang="en-IN" dirty="0">
                <a:latin typeface="+mj-lt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73715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3745-A912-5EF4-4F1B-EE858C2D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BD5438A-CE3F-42C7-C39B-89DB6C5DBABF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AD9AC2-7711-D464-D9FF-172890A81582}"/>
              </a:ext>
            </a:extLst>
          </p:cNvPr>
          <p:cNvSpPr txBox="1">
            <a:spLocks/>
          </p:cNvSpPr>
          <p:nvPr/>
        </p:nvSpPr>
        <p:spPr>
          <a:xfrm>
            <a:off x="987684" y="2668650"/>
            <a:ext cx="5214191" cy="11958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900" dirty="0">
                <a:solidFill>
                  <a:srgbClr val="80B894"/>
                </a:solidFill>
              </a:rPr>
              <a:t>Agenda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854FEC5-DAC6-9D52-8D6F-2C5A961AD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014195"/>
              </p:ext>
            </p:extLst>
          </p:nvPr>
        </p:nvGraphicFramePr>
        <p:xfrm>
          <a:off x="5344732" y="1759309"/>
          <a:ext cx="6448454" cy="3113985"/>
        </p:xfrm>
        <a:graphic>
          <a:graphicData uri="http://schemas.openxmlformats.org/drawingml/2006/table">
            <a:tbl>
              <a:tblPr firstRow="1" bandRow="1"/>
              <a:tblGrid>
                <a:gridCol w="6448454">
                  <a:extLst>
                    <a:ext uri="{9D8B030D-6E8A-4147-A177-3AD203B41FA5}">
                      <a16:colId xmlns:a16="http://schemas.microsoft.com/office/drawing/2014/main" val="1011347985"/>
                    </a:ext>
                  </a:extLst>
                </a:gridCol>
              </a:tblGrid>
              <a:tr h="744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+mj-lt"/>
                        </a:rPr>
                        <a:t>Challenges</a:t>
                      </a:r>
                      <a:endParaRPr lang="en-US" sz="2400" b="0" i="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97526"/>
                  </a:ext>
                </a:extLst>
              </a:tr>
              <a:tr h="7239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+mj-lt"/>
                        </a:rPr>
                        <a:t>Security &amp; Encryption Strategy</a:t>
                      </a:r>
                      <a:endParaRPr lang="en-US" sz="2400" b="0" i="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6400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+mj-lt"/>
                        </a:rPr>
                        <a:t>Scoped Applications</a:t>
                      </a:r>
                      <a:endParaRPr lang="en-US" sz="2400" b="0" i="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753031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+mj-lt"/>
                        </a:rPr>
                        <a:t>Key Takeaways &amp; </a:t>
                      </a:r>
                      <a:r>
                        <a:rPr lang="en-US" sz="2400" b="0" i="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Next Steps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95912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15A7239-3D90-09EB-0781-F00C6D07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>
                <a:latin typeface="+mj-lt"/>
              </a:rPr>
              <a:t>Confidential | @2025 </a:t>
            </a:r>
            <a:r>
              <a:rPr lang="en-IN" dirty="0" err="1">
                <a:latin typeface="+mj-lt"/>
              </a:rPr>
              <a:t>ServiceWow</a:t>
            </a:r>
            <a:r>
              <a:rPr lang="en-IN" dirty="0">
                <a:latin typeface="+mj-lt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7640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>
                <a:solidFill>
                  <a:schemeClr val="accent6"/>
                </a:solidFill>
              </a:rPr>
              <a:t>Current Security Risks &amp; Challenges</a:t>
            </a:r>
            <a:endParaRPr lang="en-US" sz="4000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>
                <a:latin typeface="+mj-lt"/>
              </a:rPr>
              <a:t>Confidential | @2025 </a:t>
            </a:r>
            <a:r>
              <a:rPr lang="en-IN" dirty="0" err="1">
                <a:latin typeface="+mj-lt"/>
              </a:rPr>
              <a:t>ServiceWow</a:t>
            </a:r>
            <a:r>
              <a:rPr lang="en-IN" dirty="0">
                <a:latin typeface="+mj-lt"/>
              </a:rPr>
              <a:t>. All Rights Reserved</a:t>
            </a:r>
          </a:p>
        </p:txBody>
      </p:sp>
      <p:pic>
        <p:nvPicPr>
          <p:cNvPr id="5" name="Picture 4" descr="Enterprise-Level Security with LivePerson: Keeping Data Safe">
            <a:extLst>
              <a:ext uri="{FF2B5EF4-FFF2-40B4-BE49-F238E27FC236}">
                <a16:creationId xmlns:a16="http://schemas.microsoft.com/office/drawing/2014/main" id="{C39E06B5-0E02-38A4-6E54-761771074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024" y="2210415"/>
            <a:ext cx="2269777" cy="170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1A85E8DD-E2AB-A5BD-73FE-897EE3ADC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74" y="2514461"/>
            <a:ext cx="1497994" cy="149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7524AB-F743-1E23-8F34-BEC0A2846EC9}"/>
              </a:ext>
            </a:extLst>
          </p:cNvPr>
          <p:cNvSpPr txBox="1"/>
          <p:nvPr/>
        </p:nvSpPr>
        <p:spPr>
          <a:xfrm>
            <a:off x="6201519" y="4199182"/>
            <a:ext cx="2379785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+mj-lt"/>
              </a:rPr>
              <a:t>Stability</a:t>
            </a:r>
            <a:r>
              <a:rPr lang="fr-FR" dirty="0">
                <a:latin typeface="+mj-lt"/>
              </a:rPr>
              <a:t> &amp; Risk Mitigation </a:t>
            </a:r>
            <a:endParaRPr lang="en-US" b="1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BFA7D-E70A-F707-66F3-D73A2177CB3D}"/>
              </a:ext>
            </a:extLst>
          </p:cNvPr>
          <p:cNvSpPr txBox="1"/>
          <p:nvPr/>
        </p:nvSpPr>
        <p:spPr>
          <a:xfrm>
            <a:off x="3305014" y="4182225"/>
            <a:ext cx="2379785" cy="646331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Tx/>
              <a:buNone/>
              <a:defRPr>
                <a:latin typeface="Posterama" panose="020B0504020200020000" pitchFamily="34" charset="0"/>
                <a:ea typeface="微软雅黑"/>
                <a:cs typeface="Posterama" panose="020B0504020200020000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+mj-lt"/>
              </a:rPr>
              <a:t>Expertise &amp; Advisory </a:t>
            </a:r>
            <a:r>
              <a:rPr lang="fr-FR" dirty="0" err="1">
                <a:latin typeface="+mj-lt"/>
              </a:rPr>
              <a:t>Role</a:t>
            </a:r>
            <a:endParaRPr lang="en-US" b="1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98EC6-8A3A-9670-D3D1-FFEE48B21B5E}"/>
              </a:ext>
            </a:extLst>
          </p:cNvPr>
          <p:cNvSpPr txBox="1"/>
          <p:nvPr/>
        </p:nvSpPr>
        <p:spPr>
          <a:xfrm>
            <a:off x="312570" y="4199182"/>
            <a:ext cx="2379785" cy="369332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Tx/>
              <a:buNone/>
              <a:defRPr>
                <a:latin typeface="Posterama" panose="020B0504020200020000" pitchFamily="34" charset="0"/>
                <a:ea typeface="微软雅黑"/>
                <a:cs typeface="Posterama" panose="020B0504020200020000" pitchFamily="34" charset="0"/>
              </a:defRPr>
            </a:lvl1pPr>
          </a:lstStyle>
          <a:p>
            <a:r>
              <a:rPr lang="en-US" dirty="0">
                <a:latin typeface="+mj-lt"/>
              </a:rPr>
              <a:t>Regulatory Compliance</a:t>
            </a:r>
          </a:p>
        </p:txBody>
      </p:sp>
      <p:sp>
        <p:nvSpPr>
          <p:cNvPr id="24" name="Google Shape;522;p33">
            <a:extLst>
              <a:ext uri="{FF2B5EF4-FFF2-40B4-BE49-F238E27FC236}">
                <a16:creationId xmlns:a16="http://schemas.microsoft.com/office/drawing/2014/main" id="{5B9674F1-AF1A-D562-E929-A45F1E45949C}"/>
              </a:ext>
            </a:extLst>
          </p:cNvPr>
          <p:cNvSpPr/>
          <p:nvPr/>
        </p:nvSpPr>
        <p:spPr>
          <a:xfrm>
            <a:off x="6735876" y="2507368"/>
            <a:ext cx="1311069" cy="1405380"/>
          </a:xfrm>
          <a:custGeom>
            <a:avLst/>
            <a:gdLst/>
            <a:ahLst/>
            <a:cxnLst/>
            <a:rect l="l" t="t" r="r" b="b"/>
            <a:pathLst>
              <a:path w="205518" h="209548" extrusionOk="0">
                <a:moveTo>
                  <a:pt x="190882" y="14636"/>
                </a:moveTo>
                <a:lnTo>
                  <a:pt x="190882" y="87307"/>
                </a:lnTo>
                <a:cubicBezTo>
                  <a:pt x="190882" y="136730"/>
                  <a:pt x="161486" y="172689"/>
                  <a:pt x="103518" y="194170"/>
                </a:cubicBezTo>
                <a:cubicBezTo>
                  <a:pt x="103260" y="194259"/>
                  <a:pt x="103012" y="194350"/>
                  <a:pt x="102753" y="194439"/>
                </a:cubicBezTo>
                <a:cubicBezTo>
                  <a:pt x="102505" y="194350"/>
                  <a:pt x="102246" y="194259"/>
                  <a:pt x="101998" y="194159"/>
                </a:cubicBezTo>
                <a:cubicBezTo>
                  <a:pt x="44030" y="172689"/>
                  <a:pt x="14636" y="136741"/>
                  <a:pt x="14636" y="87307"/>
                </a:cubicBezTo>
                <a:lnTo>
                  <a:pt x="14636" y="14636"/>
                </a:lnTo>
                <a:lnTo>
                  <a:pt x="67391" y="14636"/>
                </a:lnTo>
                <a:lnTo>
                  <a:pt x="67391" y="75509"/>
                </a:lnTo>
                <a:lnTo>
                  <a:pt x="51574" y="75509"/>
                </a:lnTo>
                <a:cubicBezTo>
                  <a:pt x="49052" y="71118"/>
                  <a:pt x="44300" y="68157"/>
                  <a:pt x="38863" y="68157"/>
                </a:cubicBezTo>
                <a:cubicBezTo>
                  <a:pt x="30757" y="68157"/>
                  <a:pt x="24183" y="74721"/>
                  <a:pt x="24183" y="82826"/>
                </a:cubicBezTo>
                <a:cubicBezTo>
                  <a:pt x="24183" y="90933"/>
                  <a:pt x="30757" y="97497"/>
                  <a:pt x="38863" y="97497"/>
                </a:cubicBezTo>
                <a:cubicBezTo>
                  <a:pt x="44300" y="97497"/>
                  <a:pt x="49052" y="94536"/>
                  <a:pt x="51574" y="90145"/>
                </a:cubicBezTo>
                <a:lnTo>
                  <a:pt x="82027" y="90145"/>
                </a:lnTo>
                <a:lnTo>
                  <a:pt x="82027" y="14636"/>
                </a:lnTo>
                <a:lnTo>
                  <a:pt x="95435" y="14636"/>
                </a:lnTo>
                <a:lnTo>
                  <a:pt x="95435" y="136269"/>
                </a:lnTo>
                <a:cubicBezTo>
                  <a:pt x="91044" y="138802"/>
                  <a:pt x="88083" y="143554"/>
                  <a:pt x="88083" y="148979"/>
                </a:cubicBezTo>
                <a:cubicBezTo>
                  <a:pt x="88083" y="157086"/>
                  <a:pt x="94658" y="163660"/>
                  <a:pt x="102753" y="163660"/>
                </a:cubicBezTo>
                <a:cubicBezTo>
                  <a:pt x="110859" y="163660"/>
                  <a:pt x="117433" y="157086"/>
                  <a:pt x="117433" y="148979"/>
                </a:cubicBezTo>
                <a:cubicBezTo>
                  <a:pt x="117433" y="143554"/>
                  <a:pt x="114473" y="138802"/>
                  <a:pt x="110071" y="136269"/>
                </a:cubicBezTo>
                <a:lnTo>
                  <a:pt x="110071" y="14636"/>
                </a:lnTo>
                <a:lnTo>
                  <a:pt x="122950" y="14636"/>
                </a:lnTo>
                <a:lnTo>
                  <a:pt x="122950" y="115858"/>
                </a:lnTo>
                <a:lnTo>
                  <a:pt x="146896" y="115858"/>
                </a:lnTo>
                <a:cubicBezTo>
                  <a:pt x="149429" y="120259"/>
                  <a:pt x="154180" y="123220"/>
                  <a:pt x="159617" y="123220"/>
                </a:cubicBezTo>
                <a:cubicBezTo>
                  <a:pt x="167713" y="123220"/>
                  <a:pt x="174288" y="116645"/>
                  <a:pt x="174288" y="108540"/>
                </a:cubicBezTo>
                <a:cubicBezTo>
                  <a:pt x="174288" y="100434"/>
                  <a:pt x="167713" y="93871"/>
                  <a:pt x="159617" y="93871"/>
                </a:cubicBezTo>
                <a:cubicBezTo>
                  <a:pt x="154180" y="93871"/>
                  <a:pt x="149429" y="96832"/>
                  <a:pt x="146896" y="101223"/>
                </a:cubicBezTo>
                <a:lnTo>
                  <a:pt x="137586" y="101223"/>
                </a:lnTo>
                <a:lnTo>
                  <a:pt x="137586" y="14636"/>
                </a:lnTo>
                <a:close/>
                <a:moveTo>
                  <a:pt x="0" y="0"/>
                </a:moveTo>
                <a:lnTo>
                  <a:pt x="0" y="87307"/>
                </a:lnTo>
                <a:cubicBezTo>
                  <a:pt x="0" y="143497"/>
                  <a:pt x="32604" y="184071"/>
                  <a:pt x="96910" y="207882"/>
                </a:cubicBezTo>
                <a:cubicBezTo>
                  <a:pt x="97755" y="208197"/>
                  <a:pt x="98610" y="208513"/>
                  <a:pt x="99477" y="208828"/>
                </a:cubicBezTo>
                <a:lnTo>
                  <a:pt x="101469" y="209548"/>
                </a:lnTo>
                <a:lnTo>
                  <a:pt x="104059" y="209548"/>
                </a:lnTo>
                <a:lnTo>
                  <a:pt x="106062" y="208817"/>
                </a:lnTo>
                <a:cubicBezTo>
                  <a:pt x="106919" y="208513"/>
                  <a:pt x="107763" y="208197"/>
                  <a:pt x="108607" y="207882"/>
                </a:cubicBezTo>
                <a:cubicBezTo>
                  <a:pt x="172914" y="184060"/>
                  <a:pt x="205517" y="143497"/>
                  <a:pt x="205517" y="87307"/>
                </a:cubicBezTo>
                <a:lnTo>
                  <a:pt x="205517" y="0"/>
                </a:lnTo>
                <a:close/>
              </a:path>
            </a:pathLst>
          </a:custGeom>
          <a:solidFill>
            <a:srgbClr val="80B8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grpSp>
        <p:nvGrpSpPr>
          <p:cNvPr id="25" name="Google Shape;531;p34">
            <a:extLst>
              <a:ext uri="{FF2B5EF4-FFF2-40B4-BE49-F238E27FC236}">
                <a16:creationId xmlns:a16="http://schemas.microsoft.com/office/drawing/2014/main" id="{47216FAA-2C6A-D02D-1DB4-755739C40603}"/>
              </a:ext>
            </a:extLst>
          </p:cNvPr>
          <p:cNvGrpSpPr/>
          <p:nvPr/>
        </p:nvGrpSpPr>
        <p:grpSpPr>
          <a:xfrm>
            <a:off x="3963808" y="2525541"/>
            <a:ext cx="1062196" cy="1405381"/>
            <a:chOff x="5431588" y="1307171"/>
            <a:chExt cx="1423580" cy="2988072"/>
          </a:xfrm>
        </p:grpSpPr>
        <p:sp>
          <p:nvSpPr>
            <p:cNvPr id="26" name="Google Shape;532;p34">
              <a:extLst>
                <a:ext uri="{FF2B5EF4-FFF2-40B4-BE49-F238E27FC236}">
                  <a16:creationId xmlns:a16="http://schemas.microsoft.com/office/drawing/2014/main" id="{B63A863A-69E3-D219-A81F-822196A0E734}"/>
                </a:ext>
              </a:extLst>
            </p:cNvPr>
            <p:cNvSpPr/>
            <p:nvPr/>
          </p:nvSpPr>
          <p:spPr>
            <a:xfrm>
              <a:off x="5536047" y="1312545"/>
              <a:ext cx="1313785" cy="2977344"/>
            </a:xfrm>
            <a:custGeom>
              <a:avLst/>
              <a:gdLst/>
              <a:ahLst/>
              <a:cxnLst/>
              <a:rect l="l" t="t" r="r" b="b"/>
              <a:pathLst>
                <a:path w="68947" h="156250" extrusionOk="0">
                  <a:moveTo>
                    <a:pt x="145" y="0"/>
                  </a:moveTo>
                  <a:cubicBezTo>
                    <a:pt x="65" y="0"/>
                    <a:pt x="0" y="64"/>
                    <a:pt x="0" y="145"/>
                  </a:cubicBezTo>
                  <a:lnTo>
                    <a:pt x="0" y="156105"/>
                  </a:lnTo>
                  <a:cubicBezTo>
                    <a:pt x="0" y="156185"/>
                    <a:pt x="65" y="156249"/>
                    <a:pt x="145" y="156249"/>
                  </a:cubicBezTo>
                  <a:lnTo>
                    <a:pt x="63378" y="156249"/>
                  </a:lnTo>
                  <a:cubicBezTo>
                    <a:pt x="66452" y="156249"/>
                    <a:pt x="68946" y="153757"/>
                    <a:pt x="68946" y="150682"/>
                  </a:cubicBezTo>
                  <a:lnTo>
                    <a:pt x="68946" y="5305"/>
                  </a:lnTo>
                  <a:cubicBezTo>
                    <a:pt x="68946" y="2375"/>
                    <a:pt x="66570" y="0"/>
                    <a:pt x="63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7" name="Google Shape;533;p34">
              <a:extLst>
                <a:ext uri="{FF2B5EF4-FFF2-40B4-BE49-F238E27FC236}">
                  <a16:creationId xmlns:a16="http://schemas.microsoft.com/office/drawing/2014/main" id="{FA544B86-54AA-9155-D73A-D7FA485BA2E6}"/>
                </a:ext>
              </a:extLst>
            </p:cNvPr>
            <p:cNvSpPr/>
            <p:nvPr/>
          </p:nvSpPr>
          <p:spPr>
            <a:xfrm>
              <a:off x="5530674" y="1307171"/>
              <a:ext cx="1324494" cy="2988072"/>
            </a:xfrm>
            <a:custGeom>
              <a:avLst/>
              <a:gdLst/>
              <a:ahLst/>
              <a:cxnLst/>
              <a:rect l="l" t="t" r="r" b="b"/>
              <a:pathLst>
                <a:path w="69509" h="156813" extrusionOk="0">
                  <a:moveTo>
                    <a:pt x="64778" y="564"/>
                  </a:moveTo>
                  <a:cubicBezTo>
                    <a:pt x="67077" y="564"/>
                    <a:pt x="68947" y="2433"/>
                    <a:pt x="68947" y="4732"/>
                  </a:cubicBezTo>
                  <a:lnTo>
                    <a:pt x="68947" y="152083"/>
                  </a:lnTo>
                  <a:cubicBezTo>
                    <a:pt x="68947" y="154380"/>
                    <a:pt x="67077" y="156250"/>
                    <a:pt x="64778" y="156250"/>
                  </a:cubicBezTo>
                  <a:lnTo>
                    <a:pt x="4731" y="156250"/>
                  </a:lnTo>
                  <a:cubicBezTo>
                    <a:pt x="2432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2" y="564"/>
                    <a:pt x="4731" y="564"/>
                  </a:cubicBezTo>
                  <a:close/>
                  <a:moveTo>
                    <a:pt x="4731" y="1"/>
                  </a:moveTo>
                  <a:cubicBezTo>
                    <a:pt x="2123" y="1"/>
                    <a:pt x="1" y="2123"/>
                    <a:pt x="1" y="4732"/>
                  </a:cubicBezTo>
                  <a:lnTo>
                    <a:pt x="1" y="152083"/>
                  </a:lnTo>
                  <a:cubicBezTo>
                    <a:pt x="1" y="154691"/>
                    <a:pt x="2123" y="156813"/>
                    <a:pt x="4731" y="156813"/>
                  </a:cubicBezTo>
                  <a:lnTo>
                    <a:pt x="64778" y="156813"/>
                  </a:lnTo>
                  <a:cubicBezTo>
                    <a:pt x="67386" y="156813"/>
                    <a:pt x="69508" y="154691"/>
                    <a:pt x="69508" y="152083"/>
                  </a:cubicBezTo>
                  <a:lnTo>
                    <a:pt x="69508" y="4732"/>
                  </a:lnTo>
                  <a:cubicBezTo>
                    <a:pt x="69508" y="2123"/>
                    <a:pt x="67386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8" name="Google Shape;534;p34">
              <a:extLst>
                <a:ext uri="{FF2B5EF4-FFF2-40B4-BE49-F238E27FC236}">
                  <a16:creationId xmlns:a16="http://schemas.microsoft.com/office/drawing/2014/main" id="{7CC354D8-52DA-3D92-5CD4-3E79CC1821A0}"/>
                </a:ext>
              </a:extLst>
            </p:cNvPr>
            <p:cNvSpPr/>
            <p:nvPr/>
          </p:nvSpPr>
          <p:spPr>
            <a:xfrm>
              <a:off x="6788418" y="1565043"/>
              <a:ext cx="35004" cy="268733"/>
            </a:xfrm>
            <a:custGeom>
              <a:avLst/>
              <a:gdLst/>
              <a:ahLst/>
              <a:cxnLst/>
              <a:rect l="l" t="t" r="r" b="b"/>
              <a:pathLst>
                <a:path w="1837" h="14103" extrusionOk="0">
                  <a:moveTo>
                    <a:pt x="919" y="1"/>
                  </a:moveTo>
                  <a:cubicBezTo>
                    <a:pt x="416" y="1"/>
                    <a:pt x="8" y="403"/>
                    <a:pt x="0" y="906"/>
                  </a:cubicBezTo>
                  <a:lnTo>
                    <a:pt x="0" y="13185"/>
                  </a:lnTo>
                  <a:cubicBezTo>
                    <a:pt x="0" y="13691"/>
                    <a:pt x="412" y="14103"/>
                    <a:pt x="919" y="14103"/>
                  </a:cubicBezTo>
                  <a:cubicBezTo>
                    <a:pt x="1425" y="14103"/>
                    <a:pt x="1837" y="13691"/>
                    <a:pt x="1837" y="13184"/>
                  </a:cubicBezTo>
                  <a:lnTo>
                    <a:pt x="1837" y="906"/>
                  </a:lnTo>
                  <a:cubicBezTo>
                    <a:pt x="1829" y="403"/>
                    <a:pt x="1421" y="1"/>
                    <a:pt x="9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9" name="Google Shape;535;p34">
              <a:extLst>
                <a:ext uri="{FF2B5EF4-FFF2-40B4-BE49-F238E27FC236}">
                  <a16:creationId xmlns:a16="http://schemas.microsoft.com/office/drawing/2014/main" id="{F7C853BE-C453-8C89-9165-20AD4C89280A}"/>
                </a:ext>
              </a:extLst>
            </p:cNvPr>
            <p:cNvSpPr/>
            <p:nvPr/>
          </p:nvSpPr>
          <p:spPr>
            <a:xfrm>
              <a:off x="6788418" y="1885033"/>
              <a:ext cx="35004" cy="165512"/>
            </a:xfrm>
            <a:custGeom>
              <a:avLst/>
              <a:gdLst/>
              <a:ahLst/>
              <a:cxnLst/>
              <a:rect l="l" t="t" r="r" b="b"/>
              <a:pathLst>
                <a:path w="1837" h="8686" extrusionOk="0">
                  <a:moveTo>
                    <a:pt x="919" y="0"/>
                  </a:moveTo>
                  <a:cubicBezTo>
                    <a:pt x="416" y="0"/>
                    <a:pt x="8" y="403"/>
                    <a:pt x="0" y="906"/>
                  </a:cubicBezTo>
                  <a:lnTo>
                    <a:pt x="0" y="7767"/>
                  </a:lnTo>
                  <a:cubicBezTo>
                    <a:pt x="0" y="8274"/>
                    <a:pt x="412" y="8686"/>
                    <a:pt x="919" y="8686"/>
                  </a:cubicBezTo>
                  <a:cubicBezTo>
                    <a:pt x="1425" y="8684"/>
                    <a:pt x="1837" y="8274"/>
                    <a:pt x="1837" y="7767"/>
                  </a:cubicBezTo>
                  <a:lnTo>
                    <a:pt x="1837" y="906"/>
                  </a:lnTo>
                  <a:cubicBezTo>
                    <a:pt x="1829" y="403"/>
                    <a:pt x="1421" y="0"/>
                    <a:pt x="9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" name="Google Shape;536;p34">
              <a:extLst>
                <a:ext uri="{FF2B5EF4-FFF2-40B4-BE49-F238E27FC236}">
                  <a16:creationId xmlns:a16="http://schemas.microsoft.com/office/drawing/2014/main" id="{BD2F96C6-C23F-E231-4985-3B6A79F916DE}"/>
                </a:ext>
              </a:extLst>
            </p:cNvPr>
            <p:cNvSpPr/>
            <p:nvPr/>
          </p:nvSpPr>
          <p:spPr>
            <a:xfrm>
              <a:off x="5436923" y="1312545"/>
              <a:ext cx="1313766" cy="2977344"/>
            </a:xfrm>
            <a:custGeom>
              <a:avLst/>
              <a:gdLst/>
              <a:ahLst/>
              <a:cxnLst/>
              <a:rect l="l" t="t" r="r" b="b"/>
              <a:pathLst>
                <a:path w="68946" h="156250" extrusionOk="0">
                  <a:moveTo>
                    <a:pt x="4728" y="0"/>
                  </a:moveTo>
                  <a:cubicBezTo>
                    <a:pt x="2118" y="0"/>
                    <a:pt x="0" y="2118"/>
                    <a:pt x="0" y="4730"/>
                  </a:cubicBezTo>
                  <a:lnTo>
                    <a:pt x="0" y="151516"/>
                  </a:lnTo>
                  <a:cubicBezTo>
                    <a:pt x="0" y="154130"/>
                    <a:pt x="2119" y="156249"/>
                    <a:pt x="4734" y="156249"/>
                  </a:cubicBezTo>
                  <a:lnTo>
                    <a:pt x="63850" y="156249"/>
                  </a:lnTo>
                  <a:cubicBezTo>
                    <a:pt x="66663" y="156249"/>
                    <a:pt x="68946" y="153968"/>
                    <a:pt x="68946" y="151153"/>
                  </a:cubicBezTo>
                  <a:lnTo>
                    <a:pt x="68946" y="4485"/>
                  </a:lnTo>
                  <a:cubicBezTo>
                    <a:pt x="68946" y="2009"/>
                    <a:pt x="66938" y="0"/>
                    <a:pt x="6446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1" name="Google Shape;537;p34">
              <a:extLst>
                <a:ext uri="{FF2B5EF4-FFF2-40B4-BE49-F238E27FC236}">
                  <a16:creationId xmlns:a16="http://schemas.microsoft.com/office/drawing/2014/main" id="{A105E0C8-CF3D-B395-8B71-5B08698FE325}"/>
                </a:ext>
              </a:extLst>
            </p:cNvPr>
            <p:cNvSpPr/>
            <p:nvPr/>
          </p:nvSpPr>
          <p:spPr>
            <a:xfrm>
              <a:off x="5431588" y="1307171"/>
              <a:ext cx="1324475" cy="2988072"/>
            </a:xfrm>
            <a:custGeom>
              <a:avLst/>
              <a:gdLst/>
              <a:ahLst/>
              <a:cxnLst/>
              <a:rect l="l" t="t" r="r" b="b"/>
              <a:pathLst>
                <a:path w="69508" h="156813" extrusionOk="0">
                  <a:moveTo>
                    <a:pt x="64778" y="564"/>
                  </a:moveTo>
                  <a:cubicBezTo>
                    <a:pt x="67075" y="564"/>
                    <a:pt x="68944" y="2433"/>
                    <a:pt x="68944" y="4732"/>
                  </a:cubicBezTo>
                  <a:lnTo>
                    <a:pt x="68944" y="152083"/>
                  </a:lnTo>
                  <a:cubicBezTo>
                    <a:pt x="68944" y="154380"/>
                    <a:pt x="67075" y="156250"/>
                    <a:pt x="64778" y="156250"/>
                  </a:cubicBezTo>
                  <a:lnTo>
                    <a:pt x="4730" y="156250"/>
                  </a:lnTo>
                  <a:cubicBezTo>
                    <a:pt x="2431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1" y="564"/>
                    <a:pt x="4730" y="564"/>
                  </a:cubicBezTo>
                  <a:close/>
                  <a:moveTo>
                    <a:pt x="4730" y="1"/>
                  </a:moveTo>
                  <a:cubicBezTo>
                    <a:pt x="2121" y="1"/>
                    <a:pt x="0" y="2123"/>
                    <a:pt x="0" y="4732"/>
                  </a:cubicBezTo>
                  <a:lnTo>
                    <a:pt x="0" y="152083"/>
                  </a:lnTo>
                  <a:cubicBezTo>
                    <a:pt x="0" y="154691"/>
                    <a:pt x="2121" y="156813"/>
                    <a:pt x="4730" y="156813"/>
                  </a:cubicBezTo>
                  <a:lnTo>
                    <a:pt x="64778" y="156813"/>
                  </a:lnTo>
                  <a:cubicBezTo>
                    <a:pt x="67385" y="156813"/>
                    <a:pt x="69507" y="154691"/>
                    <a:pt x="69507" y="152083"/>
                  </a:cubicBezTo>
                  <a:lnTo>
                    <a:pt x="69507" y="4732"/>
                  </a:lnTo>
                  <a:cubicBezTo>
                    <a:pt x="69507" y="2123"/>
                    <a:pt x="67385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2" name="Google Shape;538;p34">
              <a:extLst>
                <a:ext uri="{FF2B5EF4-FFF2-40B4-BE49-F238E27FC236}">
                  <a16:creationId xmlns:a16="http://schemas.microsoft.com/office/drawing/2014/main" id="{C428ED9E-43A0-BB3C-7CE4-A9603C52F459}"/>
                </a:ext>
              </a:extLst>
            </p:cNvPr>
            <p:cNvSpPr/>
            <p:nvPr/>
          </p:nvSpPr>
          <p:spPr>
            <a:xfrm>
              <a:off x="5524405" y="1510774"/>
              <a:ext cx="1138841" cy="2553675"/>
            </a:xfrm>
            <a:custGeom>
              <a:avLst/>
              <a:gdLst/>
              <a:ahLst/>
              <a:cxnLst/>
              <a:rect l="l" t="t" r="r" b="b"/>
              <a:pathLst>
                <a:path w="59766" h="134016" extrusionOk="0">
                  <a:moveTo>
                    <a:pt x="0" y="0"/>
                  </a:moveTo>
                  <a:lnTo>
                    <a:pt x="0" y="134015"/>
                  </a:lnTo>
                  <a:lnTo>
                    <a:pt x="59765" y="134015"/>
                  </a:lnTo>
                  <a:lnTo>
                    <a:pt x="5976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3" name="Google Shape;539;p34">
              <a:extLst>
                <a:ext uri="{FF2B5EF4-FFF2-40B4-BE49-F238E27FC236}">
                  <a16:creationId xmlns:a16="http://schemas.microsoft.com/office/drawing/2014/main" id="{F57D9123-1473-DECF-4A1C-3DFA1A0D173F}"/>
                </a:ext>
              </a:extLst>
            </p:cNvPr>
            <p:cNvSpPr/>
            <p:nvPr/>
          </p:nvSpPr>
          <p:spPr>
            <a:xfrm>
              <a:off x="5908897" y="1413079"/>
              <a:ext cx="334834" cy="32146"/>
            </a:xfrm>
            <a:custGeom>
              <a:avLst/>
              <a:gdLst/>
              <a:ahLst/>
              <a:cxnLst/>
              <a:rect l="l" t="t" r="r" b="b"/>
              <a:pathLst>
                <a:path w="17572" h="1687" extrusionOk="0">
                  <a:moveTo>
                    <a:pt x="831" y="1"/>
                  </a:moveTo>
                  <a:cubicBezTo>
                    <a:pt x="371" y="8"/>
                    <a:pt x="0" y="383"/>
                    <a:pt x="0" y="844"/>
                  </a:cubicBezTo>
                  <a:cubicBezTo>
                    <a:pt x="0" y="1305"/>
                    <a:pt x="371" y="1680"/>
                    <a:pt x="831" y="1687"/>
                  </a:cubicBezTo>
                  <a:lnTo>
                    <a:pt x="16742" y="1687"/>
                  </a:lnTo>
                  <a:cubicBezTo>
                    <a:pt x="17203" y="1680"/>
                    <a:pt x="17572" y="1305"/>
                    <a:pt x="17572" y="844"/>
                  </a:cubicBezTo>
                  <a:cubicBezTo>
                    <a:pt x="17572" y="383"/>
                    <a:pt x="17203" y="8"/>
                    <a:pt x="16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4" name="Google Shape;540;p34">
              <a:extLst>
                <a:ext uri="{FF2B5EF4-FFF2-40B4-BE49-F238E27FC236}">
                  <a16:creationId xmlns:a16="http://schemas.microsoft.com/office/drawing/2014/main" id="{43E3906A-CD2E-310D-4F7D-C79F51A7D8FA}"/>
                </a:ext>
              </a:extLst>
            </p:cNvPr>
            <p:cNvSpPr/>
            <p:nvPr/>
          </p:nvSpPr>
          <p:spPr>
            <a:xfrm>
              <a:off x="5994701" y="4116888"/>
              <a:ext cx="58308" cy="75839"/>
            </a:xfrm>
            <a:custGeom>
              <a:avLst/>
              <a:gdLst/>
              <a:ahLst/>
              <a:cxnLst/>
              <a:rect l="l" t="t" r="r" b="b"/>
              <a:pathLst>
                <a:path w="3060" h="3980" extrusionOk="0">
                  <a:moveTo>
                    <a:pt x="1531" y="1"/>
                  </a:moveTo>
                  <a:cubicBezTo>
                    <a:pt x="685" y="1"/>
                    <a:pt x="1" y="892"/>
                    <a:pt x="1" y="1990"/>
                  </a:cubicBezTo>
                  <a:cubicBezTo>
                    <a:pt x="1" y="3088"/>
                    <a:pt x="685" y="3979"/>
                    <a:pt x="1529" y="3979"/>
                  </a:cubicBezTo>
                  <a:cubicBezTo>
                    <a:pt x="2374" y="3979"/>
                    <a:pt x="3059" y="3088"/>
                    <a:pt x="3059" y="1990"/>
                  </a:cubicBezTo>
                  <a:cubicBezTo>
                    <a:pt x="3059" y="892"/>
                    <a:pt x="2375" y="1"/>
                    <a:pt x="1531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5" name="Google Shape;541;p34">
              <a:extLst>
                <a:ext uri="{FF2B5EF4-FFF2-40B4-BE49-F238E27FC236}">
                  <a16:creationId xmlns:a16="http://schemas.microsoft.com/office/drawing/2014/main" id="{2E244230-3D4C-70FC-5479-D68A23ABCBB7}"/>
                </a:ext>
              </a:extLst>
            </p:cNvPr>
            <p:cNvSpPr/>
            <p:nvPr/>
          </p:nvSpPr>
          <p:spPr>
            <a:xfrm>
              <a:off x="5896301" y="1685680"/>
              <a:ext cx="395010" cy="460597"/>
            </a:xfrm>
            <a:custGeom>
              <a:avLst/>
              <a:gdLst/>
              <a:ahLst/>
              <a:cxnLst/>
              <a:rect l="l" t="t" r="r" b="b"/>
              <a:pathLst>
                <a:path w="20730" h="24172" extrusionOk="0">
                  <a:moveTo>
                    <a:pt x="10366" y="1"/>
                  </a:moveTo>
                  <a:cubicBezTo>
                    <a:pt x="7617" y="1"/>
                    <a:pt x="4980" y="1274"/>
                    <a:pt x="3036" y="3541"/>
                  </a:cubicBezTo>
                  <a:cubicBezTo>
                    <a:pt x="1093" y="5807"/>
                    <a:pt x="0" y="8881"/>
                    <a:pt x="0" y="12086"/>
                  </a:cubicBezTo>
                  <a:cubicBezTo>
                    <a:pt x="0" y="15291"/>
                    <a:pt x="1093" y="18366"/>
                    <a:pt x="3036" y="20632"/>
                  </a:cubicBezTo>
                  <a:cubicBezTo>
                    <a:pt x="4980" y="22899"/>
                    <a:pt x="7617" y="24172"/>
                    <a:pt x="10366" y="24172"/>
                  </a:cubicBezTo>
                  <a:cubicBezTo>
                    <a:pt x="13113" y="24172"/>
                    <a:pt x="15750" y="22899"/>
                    <a:pt x="17694" y="20632"/>
                  </a:cubicBezTo>
                  <a:cubicBezTo>
                    <a:pt x="19639" y="18366"/>
                    <a:pt x="20730" y="15291"/>
                    <a:pt x="20730" y="12086"/>
                  </a:cubicBezTo>
                  <a:cubicBezTo>
                    <a:pt x="20730" y="8881"/>
                    <a:pt x="19639" y="5807"/>
                    <a:pt x="17694" y="3541"/>
                  </a:cubicBezTo>
                  <a:cubicBezTo>
                    <a:pt x="15750" y="1274"/>
                    <a:pt x="13113" y="1"/>
                    <a:pt x="103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6" name="Google Shape;542;p34">
              <a:extLst>
                <a:ext uri="{FF2B5EF4-FFF2-40B4-BE49-F238E27FC236}">
                  <a16:creationId xmlns:a16="http://schemas.microsoft.com/office/drawing/2014/main" id="{4D3EC877-5931-7482-7435-0846D4D1CC98}"/>
                </a:ext>
              </a:extLst>
            </p:cNvPr>
            <p:cNvSpPr/>
            <p:nvPr/>
          </p:nvSpPr>
          <p:spPr>
            <a:xfrm>
              <a:off x="6018806" y="1738157"/>
              <a:ext cx="150001" cy="174906"/>
            </a:xfrm>
            <a:custGeom>
              <a:avLst/>
              <a:gdLst/>
              <a:ahLst/>
              <a:cxnLst/>
              <a:rect l="l" t="t" r="r" b="b"/>
              <a:pathLst>
                <a:path w="7872" h="9179" extrusionOk="0">
                  <a:moveTo>
                    <a:pt x="3937" y="1"/>
                  </a:moveTo>
                  <a:cubicBezTo>
                    <a:pt x="1762" y="1"/>
                    <a:pt x="0" y="2055"/>
                    <a:pt x="0" y="4590"/>
                  </a:cubicBezTo>
                  <a:cubicBezTo>
                    <a:pt x="0" y="7125"/>
                    <a:pt x="1762" y="9179"/>
                    <a:pt x="3937" y="9179"/>
                  </a:cubicBezTo>
                  <a:cubicBezTo>
                    <a:pt x="6110" y="9179"/>
                    <a:pt x="7872" y="7125"/>
                    <a:pt x="7872" y="4590"/>
                  </a:cubicBezTo>
                  <a:cubicBezTo>
                    <a:pt x="7872" y="2055"/>
                    <a:pt x="6110" y="1"/>
                    <a:pt x="393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7" name="Google Shape;543;p34">
              <a:extLst>
                <a:ext uri="{FF2B5EF4-FFF2-40B4-BE49-F238E27FC236}">
                  <a16:creationId xmlns:a16="http://schemas.microsoft.com/office/drawing/2014/main" id="{02B0C578-E2B3-07CE-2818-C90F802D7CF2}"/>
                </a:ext>
              </a:extLst>
            </p:cNvPr>
            <p:cNvSpPr/>
            <p:nvPr/>
          </p:nvSpPr>
          <p:spPr>
            <a:xfrm>
              <a:off x="6013432" y="1732803"/>
              <a:ext cx="160748" cy="185634"/>
            </a:xfrm>
            <a:custGeom>
              <a:avLst/>
              <a:gdLst/>
              <a:ahLst/>
              <a:cxnLst/>
              <a:rect l="l" t="t" r="r" b="b"/>
              <a:pathLst>
                <a:path w="8436" h="9742" extrusionOk="0">
                  <a:moveTo>
                    <a:pt x="4219" y="562"/>
                  </a:moveTo>
                  <a:cubicBezTo>
                    <a:pt x="6234" y="562"/>
                    <a:pt x="7874" y="2494"/>
                    <a:pt x="7874" y="4871"/>
                  </a:cubicBezTo>
                  <a:cubicBezTo>
                    <a:pt x="7874" y="7247"/>
                    <a:pt x="6234" y="9180"/>
                    <a:pt x="4219" y="9180"/>
                  </a:cubicBezTo>
                  <a:cubicBezTo>
                    <a:pt x="2203" y="9180"/>
                    <a:pt x="562" y="7247"/>
                    <a:pt x="562" y="4871"/>
                  </a:cubicBezTo>
                  <a:cubicBezTo>
                    <a:pt x="562" y="2494"/>
                    <a:pt x="2203" y="562"/>
                    <a:pt x="4219" y="562"/>
                  </a:cubicBezTo>
                  <a:close/>
                  <a:moveTo>
                    <a:pt x="4219" y="0"/>
                  </a:moveTo>
                  <a:cubicBezTo>
                    <a:pt x="1892" y="0"/>
                    <a:pt x="1" y="2185"/>
                    <a:pt x="1" y="4871"/>
                  </a:cubicBezTo>
                  <a:cubicBezTo>
                    <a:pt x="1" y="7556"/>
                    <a:pt x="1892" y="9741"/>
                    <a:pt x="4219" y="9741"/>
                  </a:cubicBezTo>
                  <a:cubicBezTo>
                    <a:pt x="6544" y="9741"/>
                    <a:pt x="8435" y="7556"/>
                    <a:pt x="8435" y="4871"/>
                  </a:cubicBezTo>
                  <a:cubicBezTo>
                    <a:pt x="8435" y="2185"/>
                    <a:pt x="6544" y="0"/>
                    <a:pt x="42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8" name="Google Shape;544;p34">
              <a:extLst>
                <a:ext uri="{FF2B5EF4-FFF2-40B4-BE49-F238E27FC236}">
                  <a16:creationId xmlns:a16="http://schemas.microsoft.com/office/drawing/2014/main" id="{860F6DE8-F7D9-FB4D-7CFC-B2A0921F7DA4}"/>
                </a:ext>
              </a:extLst>
            </p:cNvPr>
            <p:cNvSpPr/>
            <p:nvPr/>
          </p:nvSpPr>
          <p:spPr>
            <a:xfrm>
              <a:off x="5957544" y="1936386"/>
              <a:ext cx="272525" cy="209891"/>
            </a:xfrm>
            <a:custGeom>
              <a:avLst/>
              <a:gdLst/>
              <a:ahLst/>
              <a:cxnLst/>
              <a:rect l="l" t="t" r="r" b="b"/>
              <a:pathLst>
                <a:path w="14302" h="11015" extrusionOk="0">
                  <a:moveTo>
                    <a:pt x="7152" y="1"/>
                  </a:moveTo>
                  <a:cubicBezTo>
                    <a:pt x="3202" y="1"/>
                    <a:pt x="1" y="3014"/>
                    <a:pt x="1" y="6731"/>
                  </a:cubicBezTo>
                  <a:cubicBezTo>
                    <a:pt x="4" y="7077"/>
                    <a:pt x="34" y="7421"/>
                    <a:pt x="93" y="7763"/>
                  </a:cubicBezTo>
                  <a:cubicBezTo>
                    <a:pt x="1945" y="9775"/>
                    <a:pt x="4421" y="11015"/>
                    <a:pt x="7152" y="11015"/>
                  </a:cubicBezTo>
                  <a:cubicBezTo>
                    <a:pt x="9882" y="11015"/>
                    <a:pt x="12358" y="9775"/>
                    <a:pt x="14209" y="7763"/>
                  </a:cubicBezTo>
                  <a:cubicBezTo>
                    <a:pt x="14268" y="7421"/>
                    <a:pt x="14298" y="7077"/>
                    <a:pt x="14301" y="6731"/>
                  </a:cubicBezTo>
                  <a:cubicBezTo>
                    <a:pt x="14301" y="3014"/>
                    <a:pt x="11100" y="1"/>
                    <a:pt x="71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9" name="Google Shape;545;p34">
              <a:extLst>
                <a:ext uri="{FF2B5EF4-FFF2-40B4-BE49-F238E27FC236}">
                  <a16:creationId xmlns:a16="http://schemas.microsoft.com/office/drawing/2014/main" id="{A5166AEA-0D90-32DB-6D41-E4E5ED742778}"/>
                </a:ext>
              </a:extLst>
            </p:cNvPr>
            <p:cNvSpPr/>
            <p:nvPr/>
          </p:nvSpPr>
          <p:spPr>
            <a:xfrm>
              <a:off x="5952190" y="1931032"/>
              <a:ext cx="283234" cy="220619"/>
            </a:xfrm>
            <a:custGeom>
              <a:avLst/>
              <a:gdLst/>
              <a:ahLst/>
              <a:cxnLst/>
              <a:rect l="l" t="t" r="r" b="b"/>
              <a:pathLst>
                <a:path w="14864" h="11578" extrusionOk="0">
                  <a:moveTo>
                    <a:pt x="7433" y="562"/>
                  </a:moveTo>
                  <a:cubicBezTo>
                    <a:pt x="11220" y="562"/>
                    <a:pt x="14302" y="3455"/>
                    <a:pt x="14302" y="7012"/>
                  </a:cubicBezTo>
                  <a:cubicBezTo>
                    <a:pt x="14299" y="7314"/>
                    <a:pt x="14274" y="7616"/>
                    <a:pt x="14226" y="7915"/>
                  </a:cubicBezTo>
                  <a:cubicBezTo>
                    <a:pt x="12358" y="9913"/>
                    <a:pt x="9949" y="11014"/>
                    <a:pt x="7433" y="11014"/>
                  </a:cubicBezTo>
                  <a:cubicBezTo>
                    <a:pt x="4917" y="11014"/>
                    <a:pt x="2506" y="9915"/>
                    <a:pt x="638" y="7915"/>
                  </a:cubicBezTo>
                  <a:cubicBezTo>
                    <a:pt x="590" y="7616"/>
                    <a:pt x="565" y="7314"/>
                    <a:pt x="563" y="7012"/>
                  </a:cubicBezTo>
                  <a:cubicBezTo>
                    <a:pt x="563" y="3455"/>
                    <a:pt x="3644" y="562"/>
                    <a:pt x="7433" y="562"/>
                  </a:cubicBezTo>
                  <a:close/>
                  <a:moveTo>
                    <a:pt x="7433" y="0"/>
                  </a:moveTo>
                  <a:cubicBezTo>
                    <a:pt x="3334" y="0"/>
                    <a:pt x="0" y="3146"/>
                    <a:pt x="0" y="7012"/>
                  </a:cubicBezTo>
                  <a:cubicBezTo>
                    <a:pt x="0" y="7345"/>
                    <a:pt x="31" y="7688"/>
                    <a:pt x="97" y="8089"/>
                  </a:cubicBezTo>
                  <a:cubicBezTo>
                    <a:pt x="105" y="8143"/>
                    <a:pt x="130" y="8194"/>
                    <a:pt x="167" y="8235"/>
                  </a:cubicBezTo>
                  <a:cubicBezTo>
                    <a:pt x="2152" y="10390"/>
                    <a:pt x="4732" y="11577"/>
                    <a:pt x="7433" y="11577"/>
                  </a:cubicBezTo>
                  <a:cubicBezTo>
                    <a:pt x="10134" y="11577"/>
                    <a:pt x="12714" y="10390"/>
                    <a:pt x="14697" y="8235"/>
                  </a:cubicBezTo>
                  <a:cubicBezTo>
                    <a:pt x="14734" y="8194"/>
                    <a:pt x="14759" y="8143"/>
                    <a:pt x="14767" y="8089"/>
                  </a:cubicBezTo>
                  <a:cubicBezTo>
                    <a:pt x="14833" y="7688"/>
                    <a:pt x="14864" y="7345"/>
                    <a:pt x="14864" y="7012"/>
                  </a:cubicBezTo>
                  <a:cubicBezTo>
                    <a:pt x="14864" y="3146"/>
                    <a:pt x="11530" y="0"/>
                    <a:pt x="743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0" name="Google Shape;546;p34">
              <a:extLst>
                <a:ext uri="{FF2B5EF4-FFF2-40B4-BE49-F238E27FC236}">
                  <a16:creationId xmlns:a16="http://schemas.microsoft.com/office/drawing/2014/main" id="{DBB759CA-5F77-002D-8BF8-578B72B1DCFC}"/>
                </a:ext>
              </a:extLst>
            </p:cNvPr>
            <p:cNvSpPr/>
            <p:nvPr/>
          </p:nvSpPr>
          <p:spPr>
            <a:xfrm>
              <a:off x="5807695" y="2262875"/>
              <a:ext cx="572222" cy="655835"/>
            </a:xfrm>
            <a:custGeom>
              <a:avLst/>
              <a:gdLst/>
              <a:ahLst/>
              <a:cxnLst/>
              <a:rect l="l" t="t" r="r" b="b"/>
              <a:pathLst>
                <a:path w="30030" h="34418" extrusionOk="0">
                  <a:moveTo>
                    <a:pt x="15016" y="5228"/>
                  </a:moveTo>
                  <a:cubicBezTo>
                    <a:pt x="20632" y="5228"/>
                    <a:pt x="25203" y="10176"/>
                    <a:pt x="25203" y="16261"/>
                  </a:cubicBezTo>
                  <a:lnTo>
                    <a:pt x="25203" y="29190"/>
                  </a:lnTo>
                  <a:lnTo>
                    <a:pt x="4827" y="29190"/>
                  </a:lnTo>
                  <a:lnTo>
                    <a:pt x="4827" y="16261"/>
                  </a:lnTo>
                  <a:cubicBezTo>
                    <a:pt x="4827" y="10176"/>
                    <a:pt x="9398" y="5228"/>
                    <a:pt x="15016" y="5228"/>
                  </a:cubicBezTo>
                  <a:close/>
                  <a:moveTo>
                    <a:pt x="15016" y="1"/>
                  </a:moveTo>
                  <a:cubicBezTo>
                    <a:pt x="6736" y="1"/>
                    <a:pt x="1" y="7294"/>
                    <a:pt x="1" y="16261"/>
                  </a:cubicBezTo>
                  <a:lnTo>
                    <a:pt x="1" y="31804"/>
                  </a:lnTo>
                  <a:cubicBezTo>
                    <a:pt x="1" y="33248"/>
                    <a:pt x="1082" y="34417"/>
                    <a:pt x="2415" y="34417"/>
                  </a:cubicBezTo>
                  <a:lnTo>
                    <a:pt x="27617" y="34417"/>
                  </a:lnTo>
                  <a:cubicBezTo>
                    <a:pt x="28950" y="34417"/>
                    <a:pt x="30029" y="33248"/>
                    <a:pt x="30029" y="31804"/>
                  </a:cubicBezTo>
                  <a:lnTo>
                    <a:pt x="30029" y="16261"/>
                  </a:lnTo>
                  <a:cubicBezTo>
                    <a:pt x="30029" y="7294"/>
                    <a:pt x="23294" y="1"/>
                    <a:pt x="1501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1" name="Google Shape;547;p34">
              <a:extLst>
                <a:ext uri="{FF2B5EF4-FFF2-40B4-BE49-F238E27FC236}">
                  <a16:creationId xmlns:a16="http://schemas.microsoft.com/office/drawing/2014/main" id="{D44DE101-32E1-593E-F1D3-5F366870CFE7}"/>
                </a:ext>
              </a:extLst>
            </p:cNvPr>
            <p:cNvSpPr/>
            <p:nvPr/>
          </p:nvSpPr>
          <p:spPr>
            <a:xfrm>
              <a:off x="5760458" y="2716555"/>
              <a:ext cx="666715" cy="630778"/>
            </a:xfrm>
            <a:custGeom>
              <a:avLst/>
              <a:gdLst/>
              <a:ahLst/>
              <a:cxnLst/>
              <a:rect l="l" t="t" r="r" b="b"/>
              <a:pathLst>
                <a:path w="34989" h="33103" extrusionOk="0">
                  <a:moveTo>
                    <a:pt x="1" y="1"/>
                  </a:moveTo>
                  <a:lnTo>
                    <a:pt x="1" y="33102"/>
                  </a:lnTo>
                  <a:lnTo>
                    <a:pt x="34989" y="33102"/>
                  </a:lnTo>
                  <a:lnTo>
                    <a:pt x="34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2" name="Google Shape;548;p34">
              <a:extLst>
                <a:ext uri="{FF2B5EF4-FFF2-40B4-BE49-F238E27FC236}">
                  <a16:creationId xmlns:a16="http://schemas.microsoft.com/office/drawing/2014/main" id="{7BC402BB-0379-04A1-5443-8F9C467FB0F3}"/>
                </a:ext>
              </a:extLst>
            </p:cNvPr>
            <p:cNvSpPr/>
            <p:nvPr/>
          </p:nvSpPr>
          <p:spPr>
            <a:xfrm>
              <a:off x="6003181" y="2875188"/>
              <a:ext cx="187806" cy="275745"/>
            </a:xfrm>
            <a:custGeom>
              <a:avLst/>
              <a:gdLst/>
              <a:ahLst/>
              <a:cxnLst/>
              <a:rect l="l" t="t" r="r" b="b"/>
              <a:pathLst>
                <a:path w="9856" h="14471" extrusionOk="0">
                  <a:moveTo>
                    <a:pt x="4927" y="1"/>
                  </a:moveTo>
                  <a:cubicBezTo>
                    <a:pt x="2633" y="1"/>
                    <a:pt x="772" y="2016"/>
                    <a:pt x="772" y="4502"/>
                  </a:cubicBezTo>
                  <a:cubicBezTo>
                    <a:pt x="772" y="6052"/>
                    <a:pt x="1496" y="7417"/>
                    <a:pt x="2595" y="8227"/>
                  </a:cubicBezTo>
                  <a:lnTo>
                    <a:pt x="1" y="14470"/>
                  </a:lnTo>
                  <a:lnTo>
                    <a:pt x="9856" y="14470"/>
                  </a:lnTo>
                  <a:lnTo>
                    <a:pt x="7261" y="8227"/>
                  </a:lnTo>
                  <a:cubicBezTo>
                    <a:pt x="8361" y="7417"/>
                    <a:pt x="9084" y="6050"/>
                    <a:pt x="9084" y="4502"/>
                  </a:cubicBezTo>
                  <a:cubicBezTo>
                    <a:pt x="9084" y="2016"/>
                    <a:pt x="7223" y="1"/>
                    <a:pt x="492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3" name="Google Shape;549;p34">
              <a:extLst>
                <a:ext uri="{FF2B5EF4-FFF2-40B4-BE49-F238E27FC236}">
                  <a16:creationId xmlns:a16="http://schemas.microsoft.com/office/drawing/2014/main" id="{8A61DDDB-6F31-8E94-557E-BB54AA8D6A50}"/>
                </a:ext>
              </a:extLst>
            </p:cNvPr>
            <p:cNvSpPr/>
            <p:nvPr/>
          </p:nvSpPr>
          <p:spPr>
            <a:xfrm>
              <a:off x="5996759" y="2869853"/>
              <a:ext cx="200611" cy="286435"/>
            </a:xfrm>
            <a:custGeom>
              <a:avLst/>
              <a:gdLst/>
              <a:ahLst/>
              <a:cxnLst/>
              <a:rect l="l" t="t" r="r" b="b"/>
              <a:pathLst>
                <a:path w="10528" h="15032" extrusionOk="0">
                  <a:moveTo>
                    <a:pt x="5264" y="562"/>
                  </a:moveTo>
                  <a:cubicBezTo>
                    <a:pt x="7401" y="562"/>
                    <a:pt x="9139" y="2455"/>
                    <a:pt x="9139" y="4782"/>
                  </a:cubicBezTo>
                  <a:cubicBezTo>
                    <a:pt x="9139" y="6185"/>
                    <a:pt x="8501" y="7493"/>
                    <a:pt x="7430" y="8280"/>
                  </a:cubicBezTo>
                  <a:cubicBezTo>
                    <a:pt x="7327" y="8356"/>
                    <a:pt x="7287" y="8495"/>
                    <a:pt x="7337" y="8614"/>
                  </a:cubicBezTo>
                  <a:lnTo>
                    <a:pt x="9771" y="14469"/>
                  </a:lnTo>
                  <a:lnTo>
                    <a:pt x="759" y="14469"/>
                  </a:lnTo>
                  <a:lnTo>
                    <a:pt x="3192" y="8614"/>
                  </a:lnTo>
                  <a:cubicBezTo>
                    <a:pt x="3241" y="8495"/>
                    <a:pt x="3204" y="8356"/>
                    <a:pt x="3099" y="8280"/>
                  </a:cubicBezTo>
                  <a:cubicBezTo>
                    <a:pt x="2028" y="7493"/>
                    <a:pt x="1391" y="6185"/>
                    <a:pt x="1391" y="4782"/>
                  </a:cubicBezTo>
                  <a:cubicBezTo>
                    <a:pt x="1391" y="2455"/>
                    <a:pt x="3129" y="562"/>
                    <a:pt x="5264" y="562"/>
                  </a:cubicBezTo>
                  <a:close/>
                  <a:moveTo>
                    <a:pt x="5264" y="1"/>
                  </a:moveTo>
                  <a:cubicBezTo>
                    <a:pt x="2819" y="1"/>
                    <a:pt x="828" y="2146"/>
                    <a:pt x="828" y="4782"/>
                  </a:cubicBezTo>
                  <a:cubicBezTo>
                    <a:pt x="828" y="6285"/>
                    <a:pt x="1483" y="7696"/>
                    <a:pt x="2591" y="8598"/>
                  </a:cubicBezTo>
                  <a:lnTo>
                    <a:pt x="78" y="14642"/>
                  </a:lnTo>
                  <a:cubicBezTo>
                    <a:pt x="1" y="14827"/>
                    <a:pt x="136" y="15030"/>
                    <a:pt x="338" y="15032"/>
                  </a:cubicBezTo>
                  <a:lnTo>
                    <a:pt x="10193" y="15032"/>
                  </a:lnTo>
                  <a:cubicBezTo>
                    <a:pt x="10392" y="15032"/>
                    <a:pt x="10528" y="14827"/>
                    <a:pt x="10452" y="14642"/>
                  </a:cubicBezTo>
                  <a:lnTo>
                    <a:pt x="7939" y="8598"/>
                  </a:lnTo>
                  <a:cubicBezTo>
                    <a:pt x="9046" y="7696"/>
                    <a:pt x="9701" y="6285"/>
                    <a:pt x="9701" y="4782"/>
                  </a:cubicBezTo>
                  <a:cubicBezTo>
                    <a:pt x="9701" y="2146"/>
                    <a:pt x="7712" y="1"/>
                    <a:pt x="526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4" name="Google Shape;550;p34">
              <a:extLst>
                <a:ext uri="{FF2B5EF4-FFF2-40B4-BE49-F238E27FC236}">
                  <a16:creationId xmlns:a16="http://schemas.microsoft.com/office/drawing/2014/main" id="{CCDE7CF5-33CD-4021-83BC-2FCBD1A37136}"/>
                </a:ext>
              </a:extLst>
            </p:cNvPr>
            <p:cNvSpPr/>
            <p:nvPr/>
          </p:nvSpPr>
          <p:spPr>
            <a:xfrm>
              <a:off x="5887574" y="2853485"/>
              <a:ext cx="775672" cy="1061878"/>
            </a:xfrm>
            <a:custGeom>
              <a:avLst/>
              <a:gdLst/>
              <a:ahLst/>
              <a:cxnLst/>
              <a:rect l="l" t="t" r="r" b="b"/>
              <a:pathLst>
                <a:path w="40707" h="55727" extrusionOk="0">
                  <a:moveTo>
                    <a:pt x="40706" y="1"/>
                  </a:moveTo>
                  <a:lnTo>
                    <a:pt x="100" y="55240"/>
                  </a:lnTo>
                  <a:cubicBezTo>
                    <a:pt x="1" y="55375"/>
                    <a:pt x="30" y="55568"/>
                    <a:pt x="165" y="55667"/>
                  </a:cubicBezTo>
                  <a:cubicBezTo>
                    <a:pt x="220" y="55707"/>
                    <a:pt x="283" y="55727"/>
                    <a:pt x="346" y="55727"/>
                  </a:cubicBezTo>
                  <a:cubicBezTo>
                    <a:pt x="441" y="55727"/>
                    <a:pt x="534" y="55683"/>
                    <a:pt x="594" y="55601"/>
                  </a:cubicBezTo>
                  <a:lnTo>
                    <a:pt x="40706" y="1035"/>
                  </a:lnTo>
                  <a:lnTo>
                    <a:pt x="407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5" name="Google Shape;551;p34">
              <a:extLst>
                <a:ext uri="{FF2B5EF4-FFF2-40B4-BE49-F238E27FC236}">
                  <a16:creationId xmlns:a16="http://schemas.microsoft.com/office/drawing/2014/main" id="{3B5EB2E5-1A5A-0CB0-9F55-097BB64C3D44}"/>
                </a:ext>
              </a:extLst>
            </p:cNvPr>
            <p:cNvSpPr/>
            <p:nvPr/>
          </p:nvSpPr>
          <p:spPr>
            <a:xfrm>
              <a:off x="6507643" y="1676190"/>
              <a:ext cx="155603" cy="218351"/>
            </a:xfrm>
            <a:custGeom>
              <a:avLst/>
              <a:gdLst/>
              <a:ahLst/>
              <a:cxnLst/>
              <a:rect l="l" t="t" r="r" b="b"/>
              <a:pathLst>
                <a:path w="8166" h="11459" extrusionOk="0">
                  <a:moveTo>
                    <a:pt x="8165" y="0"/>
                  </a:moveTo>
                  <a:lnTo>
                    <a:pt x="95" y="10977"/>
                  </a:lnTo>
                  <a:cubicBezTo>
                    <a:pt x="1" y="11112"/>
                    <a:pt x="31" y="11300"/>
                    <a:pt x="165" y="11398"/>
                  </a:cubicBezTo>
                  <a:cubicBezTo>
                    <a:pt x="220" y="11438"/>
                    <a:pt x="284" y="11458"/>
                    <a:pt x="347" y="11458"/>
                  </a:cubicBezTo>
                  <a:cubicBezTo>
                    <a:pt x="439" y="11458"/>
                    <a:pt x="529" y="11417"/>
                    <a:pt x="590" y="11338"/>
                  </a:cubicBezTo>
                  <a:lnTo>
                    <a:pt x="8165" y="1034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6" name="Google Shape;552;p34">
              <a:extLst>
                <a:ext uri="{FF2B5EF4-FFF2-40B4-BE49-F238E27FC236}">
                  <a16:creationId xmlns:a16="http://schemas.microsoft.com/office/drawing/2014/main" id="{82F3216B-967B-0A2D-86D6-5B7AA561B24F}"/>
                </a:ext>
              </a:extLst>
            </p:cNvPr>
            <p:cNvSpPr/>
            <p:nvPr/>
          </p:nvSpPr>
          <p:spPr>
            <a:xfrm>
              <a:off x="5524405" y="1952545"/>
              <a:ext cx="945204" cy="1292558"/>
            </a:xfrm>
            <a:custGeom>
              <a:avLst/>
              <a:gdLst/>
              <a:ahLst/>
              <a:cxnLst/>
              <a:rect l="l" t="t" r="r" b="b"/>
              <a:pathLst>
                <a:path w="49604" h="67833" extrusionOk="0">
                  <a:moveTo>
                    <a:pt x="49258" y="0"/>
                  </a:moveTo>
                  <a:cubicBezTo>
                    <a:pt x="49164" y="0"/>
                    <a:pt x="49071" y="44"/>
                    <a:pt x="49010" y="125"/>
                  </a:cubicBezTo>
                  <a:lnTo>
                    <a:pt x="0" y="66799"/>
                  </a:lnTo>
                  <a:lnTo>
                    <a:pt x="0" y="67833"/>
                  </a:lnTo>
                  <a:lnTo>
                    <a:pt x="49505" y="489"/>
                  </a:lnTo>
                  <a:cubicBezTo>
                    <a:pt x="49604" y="352"/>
                    <a:pt x="49575" y="160"/>
                    <a:pt x="49439" y="60"/>
                  </a:cubicBezTo>
                  <a:cubicBezTo>
                    <a:pt x="49384" y="20"/>
                    <a:pt x="49321" y="0"/>
                    <a:pt x="49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7" name="Google Shape;553;p34">
              <a:extLst>
                <a:ext uri="{FF2B5EF4-FFF2-40B4-BE49-F238E27FC236}">
                  <a16:creationId xmlns:a16="http://schemas.microsoft.com/office/drawing/2014/main" id="{D3CFC5A5-466F-F334-168A-A60743B1BED4}"/>
                </a:ext>
              </a:extLst>
            </p:cNvPr>
            <p:cNvSpPr/>
            <p:nvPr/>
          </p:nvSpPr>
          <p:spPr>
            <a:xfrm>
              <a:off x="5795367" y="3956807"/>
              <a:ext cx="66388" cy="83975"/>
            </a:xfrm>
            <a:custGeom>
              <a:avLst/>
              <a:gdLst/>
              <a:ahLst/>
              <a:cxnLst/>
              <a:rect l="l" t="t" r="r" b="b"/>
              <a:pathLst>
                <a:path w="3484" h="4407" extrusionOk="0">
                  <a:moveTo>
                    <a:pt x="3136" y="0"/>
                  </a:moveTo>
                  <a:cubicBezTo>
                    <a:pt x="3042" y="0"/>
                    <a:pt x="2949" y="44"/>
                    <a:pt x="2890" y="125"/>
                  </a:cubicBezTo>
                  <a:lnTo>
                    <a:pt x="100" y="3920"/>
                  </a:lnTo>
                  <a:cubicBezTo>
                    <a:pt x="0" y="4057"/>
                    <a:pt x="30" y="4248"/>
                    <a:pt x="165" y="4349"/>
                  </a:cubicBezTo>
                  <a:cubicBezTo>
                    <a:pt x="218" y="4387"/>
                    <a:pt x="282" y="4407"/>
                    <a:pt x="347" y="4407"/>
                  </a:cubicBezTo>
                  <a:cubicBezTo>
                    <a:pt x="444" y="4407"/>
                    <a:pt x="536" y="4360"/>
                    <a:pt x="594" y="4283"/>
                  </a:cubicBezTo>
                  <a:lnTo>
                    <a:pt x="3383" y="488"/>
                  </a:lnTo>
                  <a:cubicBezTo>
                    <a:pt x="3483" y="351"/>
                    <a:pt x="3454" y="160"/>
                    <a:pt x="3317" y="59"/>
                  </a:cubicBezTo>
                  <a:cubicBezTo>
                    <a:pt x="3263" y="20"/>
                    <a:pt x="3199" y="0"/>
                    <a:pt x="3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48" name="Google Shape;554;p34">
              <a:extLst>
                <a:ext uri="{FF2B5EF4-FFF2-40B4-BE49-F238E27FC236}">
                  <a16:creationId xmlns:a16="http://schemas.microsoft.com/office/drawing/2014/main" id="{1A3B67FF-BEDB-C8B7-3EA7-BB6BFBBAE631}"/>
                </a:ext>
              </a:extLst>
            </p:cNvPr>
            <p:cNvSpPr/>
            <p:nvPr/>
          </p:nvSpPr>
          <p:spPr>
            <a:xfrm>
              <a:off x="6033802" y="3081344"/>
              <a:ext cx="629444" cy="862906"/>
            </a:xfrm>
            <a:custGeom>
              <a:avLst/>
              <a:gdLst/>
              <a:ahLst/>
              <a:cxnLst/>
              <a:rect l="l" t="t" r="r" b="b"/>
              <a:pathLst>
                <a:path w="33033" h="45285" extrusionOk="0">
                  <a:moveTo>
                    <a:pt x="33032" y="1"/>
                  </a:moveTo>
                  <a:lnTo>
                    <a:pt x="102" y="44797"/>
                  </a:lnTo>
                  <a:cubicBezTo>
                    <a:pt x="1" y="44934"/>
                    <a:pt x="32" y="45125"/>
                    <a:pt x="167" y="45224"/>
                  </a:cubicBezTo>
                  <a:cubicBezTo>
                    <a:pt x="222" y="45265"/>
                    <a:pt x="286" y="45284"/>
                    <a:pt x="349" y="45284"/>
                  </a:cubicBezTo>
                  <a:cubicBezTo>
                    <a:pt x="443" y="45284"/>
                    <a:pt x="535" y="45241"/>
                    <a:pt x="595" y="45159"/>
                  </a:cubicBezTo>
                  <a:lnTo>
                    <a:pt x="33032" y="1036"/>
                  </a:lnTo>
                  <a:lnTo>
                    <a:pt x="330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A7B46-69ED-F9D7-961C-D818CCF28B39}"/>
              </a:ext>
            </a:extLst>
          </p:cNvPr>
          <p:cNvSpPr txBox="1"/>
          <p:nvPr/>
        </p:nvSpPr>
        <p:spPr>
          <a:xfrm>
            <a:off x="9098024" y="4199181"/>
            <a:ext cx="2379785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>
                <a:latin typeface="+mj-lt"/>
              </a:rPr>
              <a:t>Encryption</a:t>
            </a:r>
            <a:r>
              <a:rPr lang="fr-FR" dirty="0">
                <a:latin typeface="+mj-lt"/>
              </a:rPr>
              <a:t> vs. </a:t>
            </a:r>
            <a:r>
              <a:rPr lang="fr-FR" dirty="0" err="1">
                <a:latin typeface="+mj-lt"/>
              </a:rPr>
              <a:t>Usability</a:t>
            </a: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7971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4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0E584F5-2BF4-277E-A91D-97B777E5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940" y="3056552"/>
            <a:ext cx="2983365" cy="2016688"/>
          </a:xfrm>
          <a:prstGeom prst="rect">
            <a:avLst/>
          </a:prstGeom>
        </p:spPr>
      </p:pic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5DC8E70-8DAB-6C5B-557C-6F8352F16E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8183" y="4228982"/>
            <a:ext cx="1865376" cy="86621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Edge Encryption</a:t>
            </a:r>
          </a:p>
        </p:txBody>
      </p:sp>
      <p:sp>
        <p:nvSpPr>
          <p:cNvPr id="32" name="Title 7">
            <a:extLst>
              <a:ext uri="{FF2B5EF4-FFF2-40B4-BE49-F238E27FC236}">
                <a16:creationId xmlns:a16="http://schemas.microsoft.com/office/drawing/2014/main" id="{C7BF9BF2-6F2B-FE25-A135-446D030E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pt-PT" sz="4000" dirty="0">
                <a:solidFill>
                  <a:schemeClr val="accent6"/>
                </a:solidFill>
              </a:rPr>
              <a:t>Encryption Strategy</a:t>
            </a:r>
            <a:endParaRPr lang="en-US" sz="40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2F1AE87-0A01-6364-49EE-906F28BE9CE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96553" y="2683581"/>
            <a:ext cx="1865376" cy="866219"/>
          </a:xfr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Database Encryption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ACF01A2-D5D9-AA30-B04D-2E6F18830C40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6954258" y="6217920"/>
            <a:ext cx="4114800" cy="365125"/>
          </a:xfrm>
          <a:noFill/>
        </p:spPr>
        <p:txBody>
          <a:bodyPr vert="horz" lIns="91440" tIns="45720" rIns="91440" bIns="45720" rtlCol="0" anchor="ctr"/>
          <a:lstStyle/>
          <a:p>
            <a:r>
              <a:rPr lang="en-US" sz="800" dirty="0">
                <a:latin typeface="+mj-lt"/>
              </a:rPr>
              <a:t>Confidential | @2025 </a:t>
            </a:r>
            <a:r>
              <a:rPr lang="en-US" sz="800" dirty="0" err="1">
                <a:latin typeface="+mj-lt"/>
              </a:rPr>
              <a:t>ServiceWow</a:t>
            </a:r>
            <a:r>
              <a:rPr lang="en-US" sz="800" dirty="0">
                <a:latin typeface="+mj-lt"/>
              </a:rPr>
              <a:t>. All Rights Reserved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8A9E2B9-32BC-980E-4A64-FCE761D19E10}"/>
              </a:ext>
            </a:extLst>
          </p:cNvPr>
          <p:cNvSpPr txBox="1">
            <a:spLocks/>
          </p:cNvSpPr>
          <p:nvPr/>
        </p:nvSpPr>
        <p:spPr>
          <a:xfrm>
            <a:off x="9227034" y="2791746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Full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D</a:t>
            </a: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isk Encryption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6B163F8-234B-B65D-FFC8-DCF522200322}"/>
              </a:ext>
            </a:extLst>
          </p:cNvPr>
          <p:cNvSpPr/>
          <p:nvPr/>
        </p:nvSpPr>
        <p:spPr>
          <a:xfrm rot="10800000">
            <a:off x="2779449" y="2855810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Action Button: Go Forward or Next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AC692D0-7699-B4CF-CCB2-543969D132F1}"/>
              </a:ext>
            </a:extLst>
          </p:cNvPr>
          <p:cNvSpPr/>
          <p:nvPr/>
        </p:nvSpPr>
        <p:spPr>
          <a:xfrm>
            <a:off x="11431952" y="4547213"/>
            <a:ext cx="255804" cy="229754"/>
          </a:xfrm>
          <a:prstGeom prst="actionButtonForwardNext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Forward or Next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2904FFD-F749-C539-5D7E-359798CF287A}"/>
              </a:ext>
            </a:extLst>
          </p:cNvPr>
          <p:cNvSpPr/>
          <p:nvPr/>
        </p:nvSpPr>
        <p:spPr>
          <a:xfrm>
            <a:off x="11431952" y="3156368"/>
            <a:ext cx="255804" cy="229754"/>
          </a:xfrm>
          <a:prstGeom prst="actionButtonForwardNext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540804-D22E-6356-3100-CC46DAF991BD}"/>
              </a:ext>
            </a:extLst>
          </p:cNvPr>
          <p:cNvSpPr/>
          <p:nvPr/>
        </p:nvSpPr>
        <p:spPr>
          <a:xfrm>
            <a:off x="7494131" y="2913336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8BB108E-A851-B8AB-341B-585003F571D9}"/>
              </a:ext>
            </a:extLst>
          </p:cNvPr>
          <p:cNvSpPr/>
          <p:nvPr/>
        </p:nvSpPr>
        <p:spPr>
          <a:xfrm>
            <a:off x="7542847" y="4361533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0A3ADE5-5649-2398-A734-8F591411B4C8}"/>
              </a:ext>
            </a:extLst>
          </p:cNvPr>
          <p:cNvSpPr txBox="1">
            <a:spLocks/>
          </p:cNvSpPr>
          <p:nvPr/>
        </p:nvSpPr>
        <p:spPr>
          <a:xfrm>
            <a:off x="627279" y="4317689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+mj-lt"/>
              </a:rPr>
              <a:t>Platform Encryption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05FACCA-3A6D-5D1F-5228-F3E2C84A1C3B}"/>
              </a:ext>
            </a:extLst>
          </p:cNvPr>
          <p:cNvSpPr/>
          <p:nvPr/>
        </p:nvSpPr>
        <p:spPr>
          <a:xfrm rot="10800000">
            <a:off x="2810175" y="4489918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Action Button: Go Forward or Next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5F9F0C5-7B2B-4739-6838-E4C7DE9B08C8}"/>
              </a:ext>
            </a:extLst>
          </p:cNvPr>
          <p:cNvSpPr/>
          <p:nvPr/>
        </p:nvSpPr>
        <p:spPr>
          <a:xfrm>
            <a:off x="167299" y="4635921"/>
            <a:ext cx="255804" cy="229754"/>
          </a:xfrm>
          <a:prstGeom prst="actionButtonForwardNext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5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 animBg="1"/>
      <p:bldP spid="34" grpId="0" uiExpand="1" build="p" animBg="1"/>
      <p:bldP spid="2" grpId="0" animBg="1"/>
      <p:bldP spid="3" grpId="0" animBg="1"/>
      <p:bldP spid="6" grpId="0" animBg="1"/>
      <p:bldP spid="7" grpId="0" animBg="1"/>
      <p:bldP spid="11" grpId="0" animBg="1"/>
      <p:bldP spid="12" grpId="0" animBg="1"/>
      <p:bldP spid="4" grpId="0" uiExpand="1" build="p" animBg="1"/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CF214DB-D942-8E2B-C449-C96D6A7FF713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noProof="0">
                <a:latin typeface="+mj-lt"/>
              </a:rPr>
              <a:t>Confidential | @2025 ServiceWow. All Rights Reserved</a:t>
            </a:r>
            <a:endParaRPr lang="en-US" noProof="0" dirty="0"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334F3DC-A284-BCBE-F8BB-8B6E30BA48CC}"/>
              </a:ext>
            </a:extLst>
          </p:cNvPr>
          <p:cNvSpPr txBox="1">
            <a:spLocks/>
          </p:cNvSpPr>
          <p:nvPr/>
        </p:nvSpPr>
        <p:spPr>
          <a:xfrm>
            <a:off x="448173" y="1690688"/>
            <a:ext cx="5709858" cy="44147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</a:endParaRPr>
          </a:p>
        </p:txBody>
      </p:sp>
      <p:sp>
        <p:nvSpPr>
          <p:cNvPr id="1630" name="Title 7">
            <a:extLst>
              <a:ext uri="{FF2B5EF4-FFF2-40B4-BE49-F238E27FC236}">
                <a16:creationId xmlns:a16="http://schemas.microsoft.com/office/drawing/2014/main" id="{3927FD7F-7582-4D22-AAB3-4E878D3C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pt-PT" sz="4000" dirty="0">
                <a:solidFill>
                  <a:schemeClr val="accent6"/>
                </a:solidFill>
              </a:rPr>
              <a:t>Platform Encryption</a:t>
            </a:r>
            <a:endParaRPr lang="en-US" sz="4000" dirty="0"/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EF3B3CC6-8540-1757-9B24-DF96488CA6B9}"/>
              </a:ext>
            </a:extLst>
          </p:cNvPr>
          <p:cNvSpPr txBox="1"/>
          <p:nvPr/>
        </p:nvSpPr>
        <p:spPr>
          <a:xfrm>
            <a:off x="6679222" y="1993509"/>
            <a:ext cx="3849441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+mj-lt"/>
              </a:rPr>
              <a:t>Encryption of supported field types of string, date/time, and URLs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A27F01B2-1661-D468-A414-3024F2671184}"/>
              </a:ext>
            </a:extLst>
          </p:cNvPr>
          <p:cNvSpPr txBox="1"/>
          <p:nvPr/>
        </p:nvSpPr>
        <p:spPr>
          <a:xfrm>
            <a:off x="6552060" y="3196390"/>
            <a:ext cx="3976602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+mj-lt"/>
              </a:rPr>
              <a:t>Offers both deterministic and non-deterministic encryption options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F38442E-30C2-87F5-6422-2319F8B740E6}"/>
              </a:ext>
            </a:extLst>
          </p:cNvPr>
          <p:cNvSpPr txBox="1"/>
          <p:nvPr/>
        </p:nvSpPr>
        <p:spPr>
          <a:xfrm>
            <a:off x="6679222" y="4218382"/>
            <a:ext cx="3693691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+mj-lt"/>
              </a:rPr>
              <a:t>Offers several access controls based on role assignment and application scope</a:t>
            </a:r>
          </a:p>
        </p:txBody>
      </p:sp>
      <p:sp>
        <p:nvSpPr>
          <p:cNvPr id="1639" name="Arrow: Right 1638">
            <a:extLst>
              <a:ext uri="{FF2B5EF4-FFF2-40B4-BE49-F238E27FC236}">
                <a16:creationId xmlns:a16="http://schemas.microsoft.com/office/drawing/2014/main" id="{4B2F5F92-1156-E77B-B917-6DCC928E27D5}"/>
              </a:ext>
            </a:extLst>
          </p:cNvPr>
          <p:cNvSpPr/>
          <p:nvPr/>
        </p:nvSpPr>
        <p:spPr>
          <a:xfrm>
            <a:off x="5347142" y="4379010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0" name="Arrow: Right 1639">
            <a:extLst>
              <a:ext uri="{FF2B5EF4-FFF2-40B4-BE49-F238E27FC236}">
                <a16:creationId xmlns:a16="http://schemas.microsoft.com/office/drawing/2014/main" id="{0DB6FD2F-5165-FCEF-9590-137D93952F30}"/>
              </a:ext>
            </a:extLst>
          </p:cNvPr>
          <p:cNvSpPr/>
          <p:nvPr/>
        </p:nvSpPr>
        <p:spPr>
          <a:xfrm>
            <a:off x="5347142" y="3214365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1" name="Arrow: Right 1640">
            <a:extLst>
              <a:ext uri="{FF2B5EF4-FFF2-40B4-BE49-F238E27FC236}">
                <a16:creationId xmlns:a16="http://schemas.microsoft.com/office/drawing/2014/main" id="{0C4A22A0-5C50-0AD6-D2BD-6F4412ECE9AC}"/>
              </a:ext>
            </a:extLst>
          </p:cNvPr>
          <p:cNvSpPr/>
          <p:nvPr/>
        </p:nvSpPr>
        <p:spPr>
          <a:xfrm>
            <a:off x="5330684" y="2046895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2" name="Action Button: Go Home 164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B0E5C48-BF4C-8634-B1A2-417909B811BB}"/>
              </a:ext>
            </a:extLst>
          </p:cNvPr>
          <p:cNvSpPr/>
          <p:nvPr/>
        </p:nvSpPr>
        <p:spPr>
          <a:xfrm>
            <a:off x="11458222" y="6105472"/>
            <a:ext cx="508000" cy="477573"/>
          </a:xfrm>
          <a:prstGeom prst="actionButtonHome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838DD-7548-8397-C697-E8E7DA9AA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46982"/>
            <a:ext cx="382958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2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2" grpId="0"/>
      <p:bldP spid="1633" grpId="0"/>
      <p:bldP spid="1634" grpId="0"/>
      <p:bldP spid="1639" grpId="0" animBg="1"/>
      <p:bldP spid="1640" grpId="0" animBg="1"/>
      <p:bldP spid="16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CF214DB-D942-8E2B-C449-C96D6A7FF713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/>
          <a:lstStyle/>
          <a:p>
            <a:r>
              <a:rPr lang="en-US" noProof="0">
                <a:latin typeface="+mj-lt"/>
              </a:rPr>
              <a:t>Confidential | @2025 ServiceWow. All Rights Reserved</a:t>
            </a:r>
            <a:endParaRPr lang="en-US" noProof="0" dirty="0"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334F3DC-A284-BCBE-F8BB-8B6E30BA48CC}"/>
              </a:ext>
            </a:extLst>
          </p:cNvPr>
          <p:cNvSpPr txBox="1">
            <a:spLocks/>
          </p:cNvSpPr>
          <p:nvPr/>
        </p:nvSpPr>
        <p:spPr>
          <a:xfrm>
            <a:off x="448173" y="1690688"/>
            <a:ext cx="5709858" cy="44147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</a:endParaRPr>
          </a:p>
        </p:txBody>
      </p:sp>
      <p:sp>
        <p:nvSpPr>
          <p:cNvPr id="1630" name="Title 7">
            <a:extLst>
              <a:ext uri="{FF2B5EF4-FFF2-40B4-BE49-F238E27FC236}">
                <a16:creationId xmlns:a16="http://schemas.microsoft.com/office/drawing/2014/main" id="{3927FD7F-7582-4D22-AAB3-4E878D3C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pt-PT" sz="4000" dirty="0">
                <a:solidFill>
                  <a:schemeClr val="accent6"/>
                </a:solidFill>
              </a:rPr>
              <a:t>Full Disk Encryption</a:t>
            </a:r>
            <a:endParaRPr lang="en-US" sz="4000" dirty="0"/>
          </a:p>
        </p:txBody>
      </p:sp>
      <p:pic>
        <p:nvPicPr>
          <p:cNvPr id="1631" name="Picture 2" descr="Disk Encryption - Wheaton College, IL">
            <a:extLst>
              <a:ext uri="{FF2B5EF4-FFF2-40B4-BE49-F238E27FC236}">
                <a16:creationId xmlns:a16="http://schemas.microsoft.com/office/drawing/2014/main" id="{EFB9AA5D-61C6-AD7B-4D21-774277E84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80B894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78" y="2748266"/>
            <a:ext cx="20669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2" name="TextBox 1631">
            <a:extLst>
              <a:ext uri="{FF2B5EF4-FFF2-40B4-BE49-F238E27FC236}">
                <a16:creationId xmlns:a16="http://schemas.microsoft.com/office/drawing/2014/main" id="{EF3B3CC6-8540-1757-9B24-DF96488CA6B9}"/>
              </a:ext>
            </a:extLst>
          </p:cNvPr>
          <p:cNvSpPr txBox="1"/>
          <p:nvPr/>
        </p:nvSpPr>
        <p:spPr>
          <a:xfrm>
            <a:off x="5595005" y="2278554"/>
            <a:ext cx="3085643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000" dirty="0">
                <a:solidFill>
                  <a:schemeClr val="accent6"/>
                </a:solidFill>
                <a:latin typeface="+mj-lt"/>
              </a:rPr>
              <a:t>Protects against physical loss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A27F01B2-1661-D468-A414-3024F2671184}"/>
              </a:ext>
            </a:extLst>
          </p:cNvPr>
          <p:cNvSpPr txBox="1"/>
          <p:nvPr/>
        </p:nvSpPr>
        <p:spPr>
          <a:xfrm>
            <a:off x="5467844" y="3523457"/>
            <a:ext cx="3435626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+mj-lt"/>
              </a:rPr>
              <a:t>Self-encrypting AES-128 storage devices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F38442E-30C2-87F5-6422-2319F8B740E6}"/>
              </a:ext>
            </a:extLst>
          </p:cNvPr>
          <p:cNvSpPr txBox="1"/>
          <p:nvPr/>
        </p:nvSpPr>
        <p:spPr>
          <a:xfrm>
            <a:off x="5750755" y="4768360"/>
            <a:ext cx="277414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000" dirty="0">
                <a:solidFill>
                  <a:schemeClr val="accent6"/>
                </a:solidFill>
                <a:latin typeface="+mj-lt"/>
              </a:rPr>
              <a:t>Secures all stored data</a:t>
            </a:r>
          </a:p>
        </p:txBody>
      </p:sp>
      <p:sp>
        <p:nvSpPr>
          <p:cNvPr id="1639" name="Arrow: Right 1638">
            <a:extLst>
              <a:ext uri="{FF2B5EF4-FFF2-40B4-BE49-F238E27FC236}">
                <a16:creationId xmlns:a16="http://schemas.microsoft.com/office/drawing/2014/main" id="{4B2F5F92-1156-E77B-B917-6DCC928E27D5}"/>
              </a:ext>
            </a:extLst>
          </p:cNvPr>
          <p:cNvSpPr/>
          <p:nvPr/>
        </p:nvSpPr>
        <p:spPr>
          <a:xfrm>
            <a:off x="4262925" y="4640270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0" name="Arrow: Right 1639">
            <a:extLst>
              <a:ext uri="{FF2B5EF4-FFF2-40B4-BE49-F238E27FC236}">
                <a16:creationId xmlns:a16="http://schemas.microsoft.com/office/drawing/2014/main" id="{0DB6FD2F-5165-FCEF-9590-137D93952F30}"/>
              </a:ext>
            </a:extLst>
          </p:cNvPr>
          <p:cNvSpPr/>
          <p:nvPr/>
        </p:nvSpPr>
        <p:spPr>
          <a:xfrm>
            <a:off x="4262925" y="3475625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1" name="Arrow: Right 1640">
            <a:extLst>
              <a:ext uri="{FF2B5EF4-FFF2-40B4-BE49-F238E27FC236}">
                <a16:creationId xmlns:a16="http://schemas.microsoft.com/office/drawing/2014/main" id="{0C4A22A0-5C50-0AD6-D2BD-6F4412ECE9AC}"/>
              </a:ext>
            </a:extLst>
          </p:cNvPr>
          <p:cNvSpPr/>
          <p:nvPr/>
        </p:nvSpPr>
        <p:spPr>
          <a:xfrm>
            <a:off x="4246467" y="2308155"/>
            <a:ext cx="1221377" cy="601115"/>
          </a:xfrm>
          <a:prstGeom prst="rightArrow">
            <a:avLst/>
          </a:prstGeom>
          <a:solidFill>
            <a:srgbClr val="80B894"/>
          </a:solidFill>
          <a:ln>
            <a:solidFill>
              <a:srgbClr val="80B8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42" name="Action Button: Go Home 164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B0E5C48-BF4C-8634-B1A2-417909B811BB}"/>
              </a:ext>
            </a:extLst>
          </p:cNvPr>
          <p:cNvSpPr/>
          <p:nvPr/>
        </p:nvSpPr>
        <p:spPr>
          <a:xfrm>
            <a:off x="11458222" y="6105472"/>
            <a:ext cx="508000" cy="477573"/>
          </a:xfrm>
          <a:prstGeom prst="actionButtonHome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9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2" grpId="0"/>
      <p:bldP spid="1633" grpId="0"/>
      <p:bldP spid="1634" grpId="0"/>
      <p:bldP spid="1639" grpId="0" animBg="1"/>
      <p:bldP spid="1640" grpId="0" animBg="1"/>
      <p:bldP spid="16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>
                <a:solidFill>
                  <a:schemeClr val="accent6"/>
                </a:solidFill>
              </a:rPr>
              <a:t>How regulatory compliance is assured?</a:t>
            </a:r>
            <a:br>
              <a:rPr lang="en-US" sz="4000" dirty="0">
                <a:solidFill>
                  <a:schemeClr val="accent6"/>
                </a:solidFill>
              </a:rPr>
            </a:br>
            <a:r>
              <a:rPr lang="en-US" sz="4000" dirty="0">
                <a:solidFill>
                  <a:schemeClr val="accent6"/>
                </a:solidFill>
              </a:rPr>
              <a:t>- Edge Encryption </a:t>
            </a:r>
            <a:endParaRPr lang="pt-PT" sz="4000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F193FAC4-F85B-846D-F1A1-545940FA0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849" y="3246228"/>
            <a:ext cx="612000" cy="61200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B744F81A-7B1D-B5B8-CAC9-400ED9B61F9F}"/>
              </a:ext>
            </a:extLst>
          </p:cNvPr>
          <p:cNvGrpSpPr/>
          <p:nvPr/>
        </p:nvGrpSpPr>
        <p:grpSpPr>
          <a:xfrm>
            <a:off x="5370797" y="3021792"/>
            <a:ext cx="1133291" cy="1060875"/>
            <a:chOff x="5315535" y="4332454"/>
            <a:chExt cx="1133291" cy="1060875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CB982208-3457-07DB-60C9-15D8B15F5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36826" y="4781329"/>
              <a:ext cx="612000" cy="612000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F94BD7EC-F999-8A31-94A5-314C36654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15535" y="4332454"/>
              <a:ext cx="612000" cy="612000"/>
            </a:xfrm>
            <a:prstGeom prst="rect">
              <a:avLst/>
            </a:prstGeom>
          </p:spPr>
        </p:pic>
      </p:grpSp>
      <p:pic>
        <p:nvPicPr>
          <p:cNvPr id="56" name="Graphic 55">
            <a:extLst>
              <a:ext uri="{FF2B5EF4-FFF2-40B4-BE49-F238E27FC236}">
                <a16:creationId xmlns:a16="http://schemas.microsoft.com/office/drawing/2014/main" id="{F7D129DF-C485-6771-BB0A-500EC5C7D5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55034" y="3246228"/>
            <a:ext cx="612000" cy="612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AC7CF9F-EB32-371C-A36D-734188E75861}"/>
              </a:ext>
            </a:extLst>
          </p:cNvPr>
          <p:cNvSpPr txBox="1"/>
          <p:nvPr/>
        </p:nvSpPr>
        <p:spPr>
          <a:xfrm>
            <a:off x="393895" y="4503393"/>
            <a:ext cx="1839908" cy="282573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IN" sz="1600" dirty="0"/>
              <a:t>End Users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7A7515-548B-0518-D1A1-DF2AED0C0A17}"/>
              </a:ext>
            </a:extLst>
          </p:cNvPr>
          <p:cNvSpPr txBox="1"/>
          <p:nvPr/>
        </p:nvSpPr>
        <p:spPr>
          <a:xfrm>
            <a:off x="9641080" y="4503393"/>
            <a:ext cx="1839908" cy="282573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IN" sz="1600" dirty="0"/>
              <a:t>ServiceNow Cloud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EDFC5D-89ED-F1E6-B2B0-234F8D4610E2}"/>
              </a:ext>
            </a:extLst>
          </p:cNvPr>
          <p:cNvSpPr txBox="1"/>
          <p:nvPr/>
        </p:nvSpPr>
        <p:spPr>
          <a:xfrm>
            <a:off x="5017488" y="4503393"/>
            <a:ext cx="1839908" cy="282573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IN" sz="1600" dirty="0"/>
              <a:t>Encryption Proxy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E9F48A-376C-1652-FA4A-05185B1CEA67}"/>
              </a:ext>
            </a:extLst>
          </p:cNvPr>
          <p:cNvCxnSpPr>
            <a:cxnSpLocks/>
          </p:cNvCxnSpPr>
          <p:nvPr/>
        </p:nvCxnSpPr>
        <p:spPr>
          <a:xfrm>
            <a:off x="2233804" y="3637953"/>
            <a:ext cx="278368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167ABE6-1D77-6B4C-7AB7-715531B4B592}"/>
              </a:ext>
            </a:extLst>
          </p:cNvPr>
          <p:cNvSpPr txBox="1"/>
          <p:nvPr/>
        </p:nvSpPr>
        <p:spPr>
          <a:xfrm>
            <a:off x="2367153" y="3749068"/>
            <a:ext cx="2516984" cy="221018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IN" sz="1200" dirty="0"/>
              <a:t>TLS 1.2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5FC3F7-1C9F-66FD-15E4-6CD82E5057DF}"/>
              </a:ext>
            </a:extLst>
          </p:cNvPr>
          <p:cNvSpPr txBox="1"/>
          <p:nvPr/>
        </p:nvSpPr>
        <p:spPr>
          <a:xfrm>
            <a:off x="5232987" y="4084102"/>
            <a:ext cx="1408910" cy="221018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IN" sz="1200" dirty="0"/>
              <a:t>Encryption Key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F737F25-20CD-BE8E-49FB-AC44223CE2A4}"/>
              </a:ext>
            </a:extLst>
          </p:cNvPr>
          <p:cNvGrpSpPr/>
          <p:nvPr/>
        </p:nvGrpSpPr>
        <p:grpSpPr>
          <a:xfrm>
            <a:off x="6857396" y="3360158"/>
            <a:ext cx="2783684" cy="602063"/>
            <a:chOff x="7014366" y="2604181"/>
            <a:chExt cx="2783684" cy="602063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138829BD-1FA6-2C46-0A7E-7C17266F3EEC}"/>
                </a:ext>
              </a:extLst>
            </p:cNvPr>
            <p:cNvCxnSpPr>
              <a:cxnSpLocks/>
            </p:cNvCxnSpPr>
            <p:nvPr/>
          </p:nvCxnSpPr>
          <p:spPr>
            <a:xfrm>
              <a:off x="7014366" y="2967702"/>
              <a:ext cx="27836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686BD231-EB50-1E45-9193-592799E6F635}"/>
                </a:ext>
              </a:extLst>
            </p:cNvPr>
            <p:cNvSpPr txBox="1"/>
            <p:nvPr/>
          </p:nvSpPr>
          <p:spPr>
            <a:xfrm>
              <a:off x="7701753" y="2985226"/>
              <a:ext cx="1408910" cy="221018"/>
            </a:xfrm>
            <a:prstGeom prst="rect">
              <a:avLst/>
            </a:prstGeom>
            <a:noFill/>
          </p:spPr>
          <p:txBody>
            <a:bodyPr wrap="square" lIns="0" tIns="0" rIns="0" bIns="36000" rtlCol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N" sz="1200" dirty="0"/>
                <a:t>RSA Signature</a:t>
              </a:r>
            </a:p>
          </p:txBody>
        </p: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F68B0690-5727-A319-522C-DC8835BEA502}"/>
                </a:ext>
              </a:extLst>
            </p:cNvPr>
            <p:cNvCxnSpPr>
              <a:cxnSpLocks/>
            </p:cNvCxnSpPr>
            <p:nvPr/>
          </p:nvCxnSpPr>
          <p:spPr>
            <a:xfrm>
              <a:off x="7014366" y="2828229"/>
              <a:ext cx="27836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CCCB3076-EED5-A5FB-1387-8E79E5B48A02}"/>
                </a:ext>
              </a:extLst>
            </p:cNvPr>
            <p:cNvSpPr txBox="1"/>
            <p:nvPr/>
          </p:nvSpPr>
          <p:spPr>
            <a:xfrm>
              <a:off x="7701753" y="2604181"/>
              <a:ext cx="1408910" cy="221018"/>
            </a:xfrm>
            <a:prstGeom prst="rect">
              <a:avLst/>
            </a:prstGeom>
            <a:noFill/>
          </p:spPr>
          <p:txBody>
            <a:bodyPr wrap="square" lIns="0" tIns="0" rIns="0" bIns="36000" rtlCol="0" anchor="ctr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IN" sz="1200" dirty="0"/>
                <a:t>TLS</a:t>
              </a:r>
            </a:p>
          </p:txBody>
        </p:sp>
      </p:grp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A007ACC-7924-B746-061A-75BCDAE143BC}"/>
              </a:ext>
            </a:extLst>
          </p:cNvPr>
          <p:cNvSpPr/>
          <p:nvPr/>
        </p:nvSpPr>
        <p:spPr>
          <a:xfrm>
            <a:off x="396353" y="2391937"/>
            <a:ext cx="11399291" cy="36053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1" name="Picture Placeholder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EE67F6-02E5-AFF5-6059-9FEB725792D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938" b="4559"/>
          <a:stretch/>
        </p:blipFill>
        <p:spPr>
          <a:xfrm>
            <a:off x="504330" y="1889007"/>
            <a:ext cx="5285002" cy="372012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02" name="Picture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86331919-3C38-A242-1CD1-BA1F099D1CB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602" b="5972"/>
          <a:stretch/>
        </p:blipFill>
        <p:spPr>
          <a:xfrm>
            <a:off x="6311192" y="1889007"/>
            <a:ext cx="5285001" cy="372012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CB193774-44DB-4884-A074-9551AF746A6F}"/>
              </a:ext>
            </a:extLst>
          </p:cNvPr>
          <p:cNvSpPr txBox="1"/>
          <p:nvPr/>
        </p:nvSpPr>
        <p:spPr>
          <a:xfrm>
            <a:off x="696202" y="5769862"/>
            <a:ext cx="5093130" cy="313350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>
                <a:latin typeface="+mj-lt"/>
              </a:rPr>
              <a:t>What you see through the proxy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DEA1901-204D-4512-45FB-53D225329D72}"/>
              </a:ext>
            </a:extLst>
          </p:cNvPr>
          <p:cNvSpPr txBox="1"/>
          <p:nvPr/>
        </p:nvSpPr>
        <p:spPr>
          <a:xfrm>
            <a:off x="6315952" y="5769862"/>
            <a:ext cx="5093130" cy="313350"/>
          </a:xfrm>
          <a:prstGeom prst="rect">
            <a:avLst/>
          </a:prstGeom>
          <a:noFill/>
        </p:spPr>
        <p:txBody>
          <a:bodyPr wrap="square" lIns="0" tIns="0" rIns="0" bIns="36000" rtlCol="0" anchor="ctr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>
                <a:latin typeface="+mj-lt"/>
              </a:rPr>
              <a:t>What is stored in ServiceNow</a:t>
            </a:r>
          </a:p>
        </p:txBody>
      </p:sp>
      <p:sp>
        <p:nvSpPr>
          <p:cNvPr id="206" name="Action Button: Go Home 205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7CF81745-1B40-4FA4-5066-B36418819D53}"/>
              </a:ext>
            </a:extLst>
          </p:cNvPr>
          <p:cNvSpPr/>
          <p:nvPr/>
        </p:nvSpPr>
        <p:spPr>
          <a:xfrm>
            <a:off x="11458222" y="6105472"/>
            <a:ext cx="508000" cy="477573"/>
          </a:xfrm>
          <a:prstGeom prst="actionButtonHome">
            <a:avLst/>
          </a:prstGeom>
          <a:solidFill>
            <a:srgbClr val="80B8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3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2" grpId="0"/>
      <p:bldP spid="63" grpId="0"/>
      <p:bldP spid="205" grpId="0" animBg="1"/>
      <p:bldP spid="203" grpId="0"/>
      <p:bldP spid="2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>
                <a:solidFill>
                  <a:schemeClr val="accent6"/>
                </a:solidFill>
              </a:rPr>
              <a:t>Scoped Applications – Development Strategy</a:t>
            </a:r>
            <a:endParaRPr lang="en-US" sz="4000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3B9C0-3E36-3815-A6B0-01AEA844B025}"/>
              </a:ext>
            </a:extLst>
          </p:cNvPr>
          <p:cNvSpPr txBox="1"/>
          <p:nvPr/>
        </p:nvSpPr>
        <p:spPr>
          <a:xfrm>
            <a:off x="1563369" y="2094168"/>
            <a:ext cx="100752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 Scoped Applications for Custom Development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>
              <a:latin typeface="+mj-lt"/>
            </a:endParaRPr>
          </a:p>
        </p:txBody>
      </p:sp>
      <p:grpSp>
        <p:nvGrpSpPr>
          <p:cNvPr id="5" name="Google Shape;12414;p76">
            <a:extLst>
              <a:ext uri="{FF2B5EF4-FFF2-40B4-BE49-F238E27FC236}">
                <a16:creationId xmlns:a16="http://schemas.microsoft.com/office/drawing/2014/main" id="{C35C6BF7-5C7D-0FD9-E384-04A5040C7525}"/>
              </a:ext>
            </a:extLst>
          </p:cNvPr>
          <p:cNvGrpSpPr/>
          <p:nvPr/>
        </p:nvGrpSpPr>
        <p:grpSpPr>
          <a:xfrm>
            <a:off x="642895" y="2043185"/>
            <a:ext cx="731555" cy="518773"/>
            <a:chOff x="5216456" y="3725484"/>
            <a:chExt cx="356196" cy="265631"/>
          </a:xfrm>
          <a:solidFill>
            <a:srgbClr val="80B894"/>
          </a:solidFill>
        </p:grpSpPr>
        <p:sp>
          <p:nvSpPr>
            <p:cNvPr id="6" name="Google Shape;12415;p76">
              <a:extLst>
                <a:ext uri="{FF2B5EF4-FFF2-40B4-BE49-F238E27FC236}">
                  <a16:creationId xmlns:a16="http://schemas.microsoft.com/office/drawing/2014/main" id="{6E2F9AFA-F9AF-A7DC-7C52-0C497F9DD10C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416;p76">
              <a:extLst>
                <a:ext uri="{FF2B5EF4-FFF2-40B4-BE49-F238E27FC236}">
                  <a16:creationId xmlns:a16="http://schemas.microsoft.com/office/drawing/2014/main" id="{73EDE1B2-1CA4-B0E7-D786-77B33B276CE6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2414;p76">
            <a:extLst>
              <a:ext uri="{FF2B5EF4-FFF2-40B4-BE49-F238E27FC236}">
                <a16:creationId xmlns:a16="http://schemas.microsoft.com/office/drawing/2014/main" id="{83D00F92-B1BE-BFAD-9F5A-9E41E4FD0488}"/>
              </a:ext>
            </a:extLst>
          </p:cNvPr>
          <p:cNvGrpSpPr/>
          <p:nvPr/>
        </p:nvGrpSpPr>
        <p:grpSpPr>
          <a:xfrm>
            <a:off x="642895" y="2910227"/>
            <a:ext cx="731555" cy="518773"/>
            <a:chOff x="5216456" y="3725484"/>
            <a:chExt cx="356196" cy="265631"/>
          </a:xfrm>
          <a:solidFill>
            <a:srgbClr val="80B894"/>
          </a:solidFill>
        </p:grpSpPr>
        <p:sp>
          <p:nvSpPr>
            <p:cNvPr id="11" name="Google Shape;12415;p76">
              <a:extLst>
                <a:ext uri="{FF2B5EF4-FFF2-40B4-BE49-F238E27FC236}">
                  <a16:creationId xmlns:a16="http://schemas.microsoft.com/office/drawing/2014/main" id="{B1067978-2DB5-FCC7-F457-9D7F5177AB81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416;p76">
              <a:extLst>
                <a:ext uri="{FF2B5EF4-FFF2-40B4-BE49-F238E27FC236}">
                  <a16:creationId xmlns:a16="http://schemas.microsoft.com/office/drawing/2014/main" id="{162F536E-EDDD-062B-7196-EF3FD72EC506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2414;p76">
            <a:extLst>
              <a:ext uri="{FF2B5EF4-FFF2-40B4-BE49-F238E27FC236}">
                <a16:creationId xmlns:a16="http://schemas.microsoft.com/office/drawing/2014/main" id="{F739BB10-4038-A63E-29E0-83DDDDA9D4D0}"/>
              </a:ext>
            </a:extLst>
          </p:cNvPr>
          <p:cNvGrpSpPr/>
          <p:nvPr/>
        </p:nvGrpSpPr>
        <p:grpSpPr>
          <a:xfrm>
            <a:off x="676017" y="3761983"/>
            <a:ext cx="731555" cy="518773"/>
            <a:chOff x="5216456" y="3725484"/>
            <a:chExt cx="356196" cy="265631"/>
          </a:xfrm>
          <a:solidFill>
            <a:srgbClr val="80B894"/>
          </a:solidFill>
        </p:grpSpPr>
        <p:sp>
          <p:nvSpPr>
            <p:cNvPr id="14" name="Google Shape;12415;p76">
              <a:extLst>
                <a:ext uri="{FF2B5EF4-FFF2-40B4-BE49-F238E27FC236}">
                  <a16:creationId xmlns:a16="http://schemas.microsoft.com/office/drawing/2014/main" id="{F5888135-1512-153E-6DEB-0895050EEC3E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416;p76">
              <a:extLst>
                <a:ext uri="{FF2B5EF4-FFF2-40B4-BE49-F238E27FC236}">
                  <a16:creationId xmlns:a16="http://schemas.microsoft.com/office/drawing/2014/main" id="{7023F9A0-4FA0-0D5A-55CE-BD897DFC4071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2414;p76">
            <a:extLst>
              <a:ext uri="{FF2B5EF4-FFF2-40B4-BE49-F238E27FC236}">
                <a16:creationId xmlns:a16="http://schemas.microsoft.com/office/drawing/2014/main" id="{ACB914A2-F08F-3659-9F2E-DC7FABBC215E}"/>
              </a:ext>
            </a:extLst>
          </p:cNvPr>
          <p:cNvGrpSpPr/>
          <p:nvPr/>
        </p:nvGrpSpPr>
        <p:grpSpPr>
          <a:xfrm>
            <a:off x="642895" y="4605901"/>
            <a:ext cx="731555" cy="518773"/>
            <a:chOff x="5216456" y="3725484"/>
            <a:chExt cx="356196" cy="265631"/>
          </a:xfrm>
          <a:solidFill>
            <a:srgbClr val="80B894"/>
          </a:solidFill>
        </p:grpSpPr>
        <p:sp>
          <p:nvSpPr>
            <p:cNvPr id="18" name="Google Shape;12415;p76">
              <a:extLst>
                <a:ext uri="{FF2B5EF4-FFF2-40B4-BE49-F238E27FC236}">
                  <a16:creationId xmlns:a16="http://schemas.microsoft.com/office/drawing/2014/main" id="{3FCFCC68-FFB8-A118-7D97-E9923325BAF9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416;p76">
              <a:extLst>
                <a:ext uri="{FF2B5EF4-FFF2-40B4-BE49-F238E27FC236}">
                  <a16:creationId xmlns:a16="http://schemas.microsoft.com/office/drawing/2014/main" id="{355442ED-2E45-82D5-3D1E-83B3F2EF212A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D8DB85E-C2A6-DBA2-288C-84C9850C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292" y="2811029"/>
            <a:ext cx="2911125" cy="26182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028ADA-5D05-23EA-F588-5EDF7E62F366}"/>
              </a:ext>
            </a:extLst>
          </p:cNvPr>
          <p:cNvSpPr txBox="1"/>
          <p:nvPr/>
        </p:nvSpPr>
        <p:spPr>
          <a:xfrm>
            <a:off x="1563369" y="2923124"/>
            <a:ext cx="100752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Keep Business Logic Modular</a:t>
            </a:r>
            <a:br>
              <a:rPr lang="en-US" b="1" dirty="0"/>
            </a:br>
            <a:endParaRPr lang="en-US" sz="2000" dirty="0"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61EB3-B475-A682-2FC6-7FB3C657E0C9}"/>
              </a:ext>
            </a:extLst>
          </p:cNvPr>
          <p:cNvSpPr txBox="1"/>
          <p:nvPr/>
        </p:nvSpPr>
        <p:spPr>
          <a:xfrm>
            <a:off x="1589268" y="3750842"/>
            <a:ext cx="6107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0000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Version-Controlled Releases</a:t>
            </a:r>
            <a:endParaRPr lang="en-US" dirty="0"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26B53F-EF07-545E-E4D6-2673FC10DE83}"/>
              </a:ext>
            </a:extLst>
          </p:cNvPr>
          <p:cNvSpPr txBox="1"/>
          <p:nvPr/>
        </p:nvSpPr>
        <p:spPr>
          <a:xfrm>
            <a:off x="1589268" y="4672487"/>
            <a:ext cx="6107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kern="1200" dirty="0">
                <a:solidFill>
                  <a:srgbClr val="000000"/>
                </a:solidFill>
                <a:effectLst/>
                <a:latin typeface="Abadi" panose="020B0604020104020204" pitchFamily="34" charset="0"/>
                <a:ea typeface="+mn-ea"/>
                <a:cs typeface="+mn-cs"/>
              </a:rPr>
              <a:t>Least Privilege Model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88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44444E-6 L 0.29623 -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6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4000" dirty="0">
                <a:solidFill>
                  <a:schemeClr val="accent6"/>
                </a:solidFill>
              </a:rPr>
              <a:t>Scoped Applications – Migration Strategy</a:t>
            </a:r>
            <a:endParaRPr lang="en-US" sz="4000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grpSp>
        <p:nvGrpSpPr>
          <p:cNvPr id="20" name="Google Shape;2167;p41">
            <a:extLst>
              <a:ext uri="{FF2B5EF4-FFF2-40B4-BE49-F238E27FC236}">
                <a16:creationId xmlns:a16="http://schemas.microsoft.com/office/drawing/2014/main" id="{C01DFC02-D7B8-7B5D-5751-0036F3DED5BF}"/>
              </a:ext>
            </a:extLst>
          </p:cNvPr>
          <p:cNvGrpSpPr/>
          <p:nvPr/>
        </p:nvGrpSpPr>
        <p:grpSpPr>
          <a:xfrm>
            <a:off x="8823014" y="2439409"/>
            <a:ext cx="2629211" cy="3803446"/>
            <a:chOff x="6368962" y="1955880"/>
            <a:chExt cx="1715100" cy="2256945"/>
          </a:xfrm>
        </p:grpSpPr>
        <p:sp>
          <p:nvSpPr>
            <p:cNvPr id="21" name="Google Shape;2168;p41">
              <a:extLst>
                <a:ext uri="{FF2B5EF4-FFF2-40B4-BE49-F238E27FC236}">
                  <a16:creationId xmlns:a16="http://schemas.microsoft.com/office/drawing/2014/main" id="{F2816FCA-3ADB-9876-20ED-D9E91C03C790}"/>
                </a:ext>
              </a:extLst>
            </p:cNvPr>
            <p:cNvSpPr/>
            <p:nvPr/>
          </p:nvSpPr>
          <p:spPr>
            <a:xfrm>
              <a:off x="6492325" y="2567050"/>
              <a:ext cx="1435600" cy="823350"/>
            </a:xfrm>
            <a:custGeom>
              <a:avLst/>
              <a:gdLst/>
              <a:ahLst/>
              <a:cxnLst/>
              <a:rect l="l" t="t" r="r" b="b"/>
              <a:pathLst>
                <a:path w="57424" h="32934" extrusionOk="0">
                  <a:moveTo>
                    <a:pt x="6441" y="1"/>
                  </a:moveTo>
                  <a:lnTo>
                    <a:pt x="0" y="7061"/>
                  </a:lnTo>
                  <a:lnTo>
                    <a:pt x="6441" y="14288"/>
                  </a:lnTo>
                  <a:lnTo>
                    <a:pt x="18288" y="14288"/>
                  </a:lnTo>
                  <a:cubicBezTo>
                    <a:pt x="17205" y="16074"/>
                    <a:pt x="16586" y="18277"/>
                    <a:pt x="16586" y="20575"/>
                  </a:cubicBezTo>
                  <a:cubicBezTo>
                    <a:pt x="16586" y="27397"/>
                    <a:pt x="22122" y="32934"/>
                    <a:pt x="28944" y="32934"/>
                  </a:cubicBezTo>
                  <a:cubicBezTo>
                    <a:pt x="35767" y="32934"/>
                    <a:pt x="41303" y="27397"/>
                    <a:pt x="41303" y="20563"/>
                  </a:cubicBezTo>
                  <a:cubicBezTo>
                    <a:pt x="41303" y="18277"/>
                    <a:pt x="40684" y="16086"/>
                    <a:pt x="39600" y="14300"/>
                  </a:cubicBezTo>
                  <a:lnTo>
                    <a:pt x="50995" y="14300"/>
                  </a:lnTo>
                  <a:lnTo>
                    <a:pt x="57424" y="7299"/>
                  </a:lnTo>
                  <a:lnTo>
                    <a:pt x="50995" y="1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2" name="Google Shape;2169;p41">
              <a:extLst>
                <a:ext uri="{FF2B5EF4-FFF2-40B4-BE49-F238E27FC236}">
                  <a16:creationId xmlns:a16="http://schemas.microsoft.com/office/drawing/2014/main" id="{E9C10891-4721-8030-2D7E-91B59E84E40E}"/>
                </a:ext>
              </a:extLst>
            </p:cNvPr>
            <p:cNvSpPr/>
            <p:nvPr/>
          </p:nvSpPr>
          <p:spPr>
            <a:xfrm>
              <a:off x="6972150" y="2841800"/>
              <a:ext cx="481025" cy="481025"/>
            </a:xfrm>
            <a:custGeom>
              <a:avLst/>
              <a:gdLst/>
              <a:ahLst/>
              <a:cxnLst/>
              <a:rect l="l" t="t" r="r" b="b"/>
              <a:pathLst>
                <a:path w="19241" h="19241" extrusionOk="0">
                  <a:moveTo>
                    <a:pt x="9620" y="0"/>
                  </a:moveTo>
                  <a:cubicBezTo>
                    <a:pt x="4310" y="0"/>
                    <a:pt x="0" y="4310"/>
                    <a:pt x="0" y="9621"/>
                  </a:cubicBezTo>
                  <a:cubicBezTo>
                    <a:pt x="0" y="14931"/>
                    <a:pt x="4310" y="19241"/>
                    <a:pt x="9620" y="19241"/>
                  </a:cubicBezTo>
                  <a:cubicBezTo>
                    <a:pt x="14931" y="19241"/>
                    <a:pt x="19241" y="14931"/>
                    <a:pt x="19241" y="9621"/>
                  </a:cubicBezTo>
                  <a:cubicBezTo>
                    <a:pt x="19241" y="4310"/>
                    <a:pt x="14931" y="0"/>
                    <a:pt x="9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3" name="Google Shape;2170;p41">
              <a:extLst>
                <a:ext uri="{FF2B5EF4-FFF2-40B4-BE49-F238E27FC236}">
                  <a16:creationId xmlns:a16="http://schemas.microsoft.com/office/drawing/2014/main" id="{3075C083-E606-9AA5-08FD-1651D6342457}"/>
                </a:ext>
              </a:extLst>
            </p:cNvPr>
            <p:cNvSpPr/>
            <p:nvPr/>
          </p:nvSpPr>
          <p:spPr>
            <a:xfrm>
              <a:off x="7009650" y="2879300"/>
              <a:ext cx="406025" cy="406025"/>
            </a:xfrm>
            <a:custGeom>
              <a:avLst/>
              <a:gdLst/>
              <a:ahLst/>
              <a:cxnLst/>
              <a:rect l="l" t="t" r="r" b="b"/>
              <a:pathLst>
                <a:path w="16241" h="16241" extrusionOk="0">
                  <a:moveTo>
                    <a:pt x="8120" y="441"/>
                  </a:moveTo>
                  <a:cubicBezTo>
                    <a:pt x="12359" y="441"/>
                    <a:pt x="15812" y="3882"/>
                    <a:pt x="15812" y="8121"/>
                  </a:cubicBezTo>
                  <a:cubicBezTo>
                    <a:pt x="15812" y="12359"/>
                    <a:pt x="12359" y="15812"/>
                    <a:pt x="8120" y="15812"/>
                  </a:cubicBezTo>
                  <a:cubicBezTo>
                    <a:pt x="3882" y="15812"/>
                    <a:pt x="429" y="12359"/>
                    <a:pt x="429" y="8121"/>
                  </a:cubicBezTo>
                  <a:cubicBezTo>
                    <a:pt x="429" y="3882"/>
                    <a:pt x="3882" y="441"/>
                    <a:pt x="8120" y="441"/>
                  </a:cubicBezTo>
                  <a:close/>
                  <a:moveTo>
                    <a:pt x="8120" y="1"/>
                  </a:moveTo>
                  <a:cubicBezTo>
                    <a:pt x="3644" y="1"/>
                    <a:pt x="0" y="3644"/>
                    <a:pt x="0" y="8121"/>
                  </a:cubicBezTo>
                  <a:cubicBezTo>
                    <a:pt x="0" y="12597"/>
                    <a:pt x="3644" y="16241"/>
                    <a:pt x="8120" y="16241"/>
                  </a:cubicBezTo>
                  <a:cubicBezTo>
                    <a:pt x="12597" y="16241"/>
                    <a:pt x="16240" y="12597"/>
                    <a:pt x="16240" y="8121"/>
                  </a:cubicBezTo>
                  <a:cubicBezTo>
                    <a:pt x="16240" y="3644"/>
                    <a:pt x="12597" y="1"/>
                    <a:pt x="8120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grpSp>
          <p:nvGrpSpPr>
            <p:cNvPr id="24" name="Google Shape;2171;p41">
              <a:extLst>
                <a:ext uri="{FF2B5EF4-FFF2-40B4-BE49-F238E27FC236}">
                  <a16:creationId xmlns:a16="http://schemas.microsoft.com/office/drawing/2014/main" id="{E8B90A0C-4607-E93D-ECF9-AE8628931D82}"/>
                </a:ext>
              </a:extLst>
            </p:cNvPr>
            <p:cNvGrpSpPr/>
            <p:nvPr/>
          </p:nvGrpSpPr>
          <p:grpSpPr>
            <a:xfrm>
              <a:off x="6696200" y="2955200"/>
              <a:ext cx="1032600" cy="536700"/>
              <a:chOff x="6696200" y="2955200"/>
              <a:chExt cx="1032600" cy="536700"/>
            </a:xfrm>
          </p:grpSpPr>
          <p:sp>
            <p:nvSpPr>
              <p:cNvPr id="39" name="Google Shape;2172;p41">
                <a:extLst>
                  <a:ext uri="{FF2B5EF4-FFF2-40B4-BE49-F238E27FC236}">
                    <a16:creationId xmlns:a16="http://schemas.microsoft.com/office/drawing/2014/main" id="{20DDBA42-53E7-21BC-28A0-74126BAC740F}"/>
                  </a:ext>
                </a:extLst>
              </p:cNvPr>
              <p:cNvSpPr/>
              <p:nvPr/>
            </p:nvSpPr>
            <p:spPr>
              <a:xfrm>
                <a:off x="6696200" y="2979325"/>
                <a:ext cx="990050" cy="512575"/>
              </a:xfrm>
              <a:custGeom>
                <a:avLst/>
                <a:gdLst/>
                <a:ahLst/>
                <a:cxnLst/>
                <a:rect l="l" t="t" r="r" b="b"/>
                <a:pathLst>
                  <a:path w="39602" h="20503" extrusionOk="0">
                    <a:moveTo>
                      <a:pt x="36696" y="0"/>
                    </a:moveTo>
                    <a:lnTo>
                      <a:pt x="36756" y="262"/>
                    </a:lnTo>
                    <a:cubicBezTo>
                      <a:pt x="37029" y="1453"/>
                      <a:pt x="37172" y="2679"/>
                      <a:pt x="37172" y="3905"/>
                    </a:cubicBezTo>
                    <a:cubicBezTo>
                      <a:pt x="37172" y="12823"/>
                      <a:pt x="29921" y="20074"/>
                      <a:pt x="21004" y="20074"/>
                    </a:cubicBezTo>
                    <a:cubicBezTo>
                      <a:pt x="12098" y="20074"/>
                      <a:pt x="4847" y="12823"/>
                      <a:pt x="4847" y="3905"/>
                    </a:cubicBezTo>
                    <a:cubicBezTo>
                      <a:pt x="4847" y="2691"/>
                      <a:pt x="4990" y="1476"/>
                      <a:pt x="5252" y="298"/>
                    </a:cubicBezTo>
                    <a:lnTo>
                      <a:pt x="5311" y="36"/>
                    </a:lnTo>
                    <a:lnTo>
                      <a:pt x="1" y="36"/>
                    </a:lnTo>
                    <a:lnTo>
                      <a:pt x="1" y="464"/>
                    </a:lnTo>
                    <a:lnTo>
                      <a:pt x="4775" y="464"/>
                    </a:lnTo>
                    <a:cubicBezTo>
                      <a:pt x="4537" y="1596"/>
                      <a:pt x="4418" y="2750"/>
                      <a:pt x="4418" y="3905"/>
                    </a:cubicBezTo>
                    <a:cubicBezTo>
                      <a:pt x="4418" y="13061"/>
                      <a:pt x="11860" y="20503"/>
                      <a:pt x="21004" y="20503"/>
                    </a:cubicBezTo>
                    <a:cubicBezTo>
                      <a:pt x="30160" y="20503"/>
                      <a:pt x="37601" y="13061"/>
                      <a:pt x="37601" y="3905"/>
                    </a:cubicBezTo>
                    <a:cubicBezTo>
                      <a:pt x="37601" y="2739"/>
                      <a:pt x="37470" y="1560"/>
                      <a:pt x="37232" y="429"/>
                    </a:cubicBezTo>
                    <a:lnTo>
                      <a:pt x="39601" y="429"/>
                    </a:lnTo>
                    <a:lnTo>
                      <a:pt x="39601" y="0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40" name="Google Shape;2173;p41">
                <a:extLst>
                  <a:ext uri="{FF2B5EF4-FFF2-40B4-BE49-F238E27FC236}">
                    <a16:creationId xmlns:a16="http://schemas.microsoft.com/office/drawing/2014/main" id="{7823A298-F771-1D80-7BDE-F35D9B0946BF}"/>
                  </a:ext>
                </a:extLst>
              </p:cNvPr>
              <p:cNvSpPr/>
              <p:nvPr/>
            </p:nvSpPr>
            <p:spPr>
              <a:xfrm>
                <a:off x="7677575" y="2955200"/>
                <a:ext cx="5122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359" extrusionOk="0">
                    <a:moveTo>
                      <a:pt x="1" y="1"/>
                    </a:moveTo>
                    <a:lnTo>
                      <a:pt x="1" y="2358"/>
                    </a:lnTo>
                    <a:lnTo>
                      <a:pt x="2049" y="117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25" name="Google Shape;2174;p41">
              <a:extLst>
                <a:ext uri="{FF2B5EF4-FFF2-40B4-BE49-F238E27FC236}">
                  <a16:creationId xmlns:a16="http://schemas.microsoft.com/office/drawing/2014/main" id="{092D812B-39A5-6FF7-5DA1-95CE4A84B152}"/>
                </a:ext>
              </a:extLst>
            </p:cNvPr>
            <p:cNvSpPr/>
            <p:nvPr/>
          </p:nvSpPr>
          <p:spPr>
            <a:xfrm>
              <a:off x="7178725" y="3584150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39"/>
                    <a:pt x="500" y="2239"/>
                    <a:pt x="1119" y="2239"/>
                  </a:cubicBezTo>
                  <a:cubicBezTo>
                    <a:pt x="1738" y="2239"/>
                    <a:pt x="2238" y="1739"/>
                    <a:pt x="2238" y="1120"/>
                  </a:cubicBezTo>
                  <a:cubicBezTo>
                    <a:pt x="2238" y="501"/>
                    <a:pt x="1738" y="1"/>
                    <a:pt x="1119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6" name="Google Shape;2175;p41">
              <a:extLst>
                <a:ext uri="{FF2B5EF4-FFF2-40B4-BE49-F238E27FC236}">
                  <a16:creationId xmlns:a16="http://schemas.microsoft.com/office/drawing/2014/main" id="{43A0883D-911C-6301-A1C7-0C2459AE1EA5}"/>
                </a:ext>
              </a:extLst>
            </p:cNvPr>
            <p:cNvSpPr/>
            <p:nvPr/>
          </p:nvSpPr>
          <p:spPr>
            <a:xfrm>
              <a:off x="7178725" y="3706200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0"/>
                  </a:moveTo>
                  <a:cubicBezTo>
                    <a:pt x="500" y="0"/>
                    <a:pt x="0" y="500"/>
                    <a:pt x="0" y="1119"/>
                  </a:cubicBezTo>
                  <a:cubicBezTo>
                    <a:pt x="0" y="1738"/>
                    <a:pt x="500" y="2238"/>
                    <a:pt x="1119" y="2238"/>
                  </a:cubicBezTo>
                  <a:cubicBezTo>
                    <a:pt x="1738" y="2238"/>
                    <a:pt x="2238" y="1738"/>
                    <a:pt x="2238" y="1119"/>
                  </a:cubicBezTo>
                  <a:cubicBezTo>
                    <a:pt x="2238" y="500"/>
                    <a:pt x="1738" y="0"/>
                    <a:pt x="1119" y="0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7" name="Google Shape;2176;p41">
              <a:extLst>
                <a:ext uri="{FF2B5EF4-FFF2-40B4-BE49-F238E27FC236}">
                  <a16:creationId xmlns:a16="http://schemas.microsoft.com/office/drawing/2014/main" id="{A8A65CA3-8965-6FE8-77FA-55B415E7E971}"/>
                </a:ext>
              </a:extLst>
            </p:cNvPr>
            <p:cNvSpPr/>
            <p:nvPr/>
          </p:nvSpPr>
          <p:spPr>
            <a:xfrm>
              <a:off x="7178725" y="3828225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39"/>
                    <a:pt x="500" y="2239"/>
                    <a:pt x="1119" y="2239"/>
                  </a:cubicBezTo>
                  <a:cubicBezTo>
                    <a:pt x="1738" y="2239"/>
                    <a:pt x="2238" y="1739"/>
                    <a:pt x="2238" y="1120"/>
                  </a:cubicBezTo>
                  <a:cubicBezTo>
                    <a:pt x="2238" y="501"/>
                    <a:pt x="1738" y="1"/>
                    <a:pt x="1119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8" name="Google Shape;2177;p41">
              <a:extLst>
                <a:ext uri="{FF2B5EF4-FFF2-40B4-BE49-F238E27FC236}">
                  <a16:creationId xmlns:a16="http://schemas.microsoft.com/office/drawing/2014/main" id="{50B4D865-CBDB-2AD8-5701-8DE9082AF254}"/>
                </a:ext>
              </a:extLst>
            </p:cNvPr>
            <p:cNvSpPr/>
            <p:nvPr/>
          </p:nvSpPr>
          <p:spPr>
            <a:xfrm>
              <a:off x="7095675" y="3921400"/>
              <a:ext cx="222950" cy="291425"/>
            </a:xfrm>
            <a:custGeom>
              <a:avLst/>
              <a:gdLst/>
              <a:ahLst/>
              <a:cxnLst/>
              <a:rect l="l" t="t" r="r" b="b"/>
              <a:pathLst>
                <a:path w="8918" h="11657" extrusionOk="0">
                  <a:moveTo>
                    <a:pt x="4441" y="4036"/>
                  </a:moveTo>
                  <a:cubicBezTo>
                    <a:pt x="6191" y="4036"/>
                    <a:pt x="7608" y="5453"/>
                    <a:pt x="7608" y="7204"/>
                  </a:cubicBezTo>
                  <a:cubicBezTo>
                    <a:pt x="7608" y="8954"/>
                    <a:pt x="6191" y="10371"/>
                    <a:pt x="4441" y="10371"/>
                  </a:cubicBezTo>
                  <a:cubicBezTo>
                    <a:pt x="2691" y="10371"/>
                    <a:pt x="1274" y="8954"/>
                    <a:pt x="1274" y="7204"/>
                  </a:cubicBezTo>
                  <a:cubicBezTo>
                    <a:pt x="1274" y="5453"/>
                    <a:pt x="2691" y="4036"/>
                    <a:pt x="4441" y="4036"/>
                  </a:cubicBezTo>
                  <a:close/>
                  <a:moveTo>
                    <a:pt x="3691" y="0"/>
                  </a:moveTo>
                  <a:lnTo>
                    <a:pt x="3691" y="2810"/>
                  </a:lnTo>
                  <a:cubicBezTo>
                    <a:pt x="1608" y="3179"/>
                    <a:pt x="0" y="5013"/>
                    <a:pt x="0" y="7204"/>
                  </a:cubicBezTo>
                  <a:cubicBezTo>
                    <a:pt x="0" y="9656"/>
                    <a:pt x="1989" y="11656"/>
                    <a:pt x="4453" y="11656"/>
                  </a:cubicBezTo>
                  <a:cubicBezTo>
                    <a:pt x="6906" y="11656"/>
                    <a:pt x="8918" y="9656"/>
                    <a:pt x="8918" y="7204"/>
                  </a:cubicBezTo>
                  <a:cubicBezTo>
                    <a:pt x="8918" y="4989"/>
                    <a:pt x="7263" y="3144"/>
                    <a:pt x="5179" y="2798"/>
                  </a:cubicBezTo>
                  <a:lnTo>
                    <a:pt x="5179" y="0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9" name="Google Shape;2178;p41">
              <a:extLst>
                <a:ext uri="{FF2B5EF4-FFF2-40B4-BE49-F238E27FC236}">
                  <a16:creationId xmlns:a16="http://schemas.microsoft.com/office/drawing/2014/main" id="{8771C120-DC41-8423-A11A-403F6AE2D4CC}"/>
                </a:ext>
              </a:extLst>
            </p:cNvPr>
            <p:cNvSpPr/>
            <p:nvPr/>
          </p:nvSpPr>
          <p:spPr>
            <a:xfrm>
              <a:off x="7167700" y="4062475"/>
              <a:ext cx="78000" cy="78025"/>
            </a:xfrm>
            <a:custGeom>
              <a:avLst/>
              <a:gdLst/>
              <a:ahLst/>
              <a:cxnLst/>
              <a:rect l="l" t="t" r="r" b="b"/>
              <a:pathLst>
                <a:path w="3120" h="3121" extrusionOk="0">
                  <a:moveTo>
                    <a:pt x="1560" y="1"/>
                  </a:moveTo>
                  <a:cubicBezTo>
                    <a:pt x="703" y="1"/>
                    <a:pt x="0" y="691"/>
                    <a:pt x="0" y="1561"/>
                  </a:cubicBezTo>
                  <a:cubicBezTo>
                    <a:pt x="0" y="2418"/>
                    <a:pt x="703" y="3120"/>
                    <a:pt x="1560" y="3120"/>
                  </a:cubicBezTo>
                  <a:cubicBezTo>
                    <a:pt x="2429" y="3120"/>
                    <a:pt x="3120" y="2418"/>
                    <a:pt x="3120" y="1561"/>
                  </a:cubicBezTo>
                  <a:cubicBezTo>
                    <a:pt x="3120" y="691"/>
                    <a:pt x="2429" y="1"/>
                    <a:pt x="1560" y="1"/>
                  </a:cubicBez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+mj-lt"/>
              </a:endParaRPr>
            </a:p>
          </p:txBody>
        </p:sp>
        <p:grpSp>
          <p:nvGrpSpPr>
            <p:cNvPr id="30" name="Google Shape;2179;p41">
              <a:extLst>
                <a:ext uri="{FF2B5EF4-FFF2-40B4-BE49-F238E27FC236}">
                  <a16:creationId xmlns:a16="http://schemas.microsoft.com/office/drawing/2014/main" id="{E2A33BEC-FA8F-1AC7-861C-94018F768B1E}"/>
                </a:ext>
              </a:extLst>
            </p:cNvPr>
            <p:cNvGrpSpPr/>
            <p:nvPr/>
          </p:nvGrpSpPr>
          <p:grpSpPr>
            <a:xfrm>
              <a:off x="7098350" y="2984975"/>
              <a:ext cx="244700" cy="233675"/>
              <a:chOff x="7098350" y="2984975"/>
              <a:chExt cx="244700" cy="233675"/>
            </a:xfrm>
          </p:grpSpPr>
          <p:sp>
            <p:nvSpPr>
              <p:cNvPr id="34" name="Google Shape;2180;p41">
                <a:extLst>
                  <a:ext uri="{FF2B5EF4-FFF2-40B4-BE49-F238E27FC236}">
                    <a16:creationId xmlns:a16="http://schemas.microsoft.com/office/drawing/2014/main" id="{EFCA411C-A84D-CEDB-0BD8-EFAB5C38C707}"/>
                  </a:ext>
                </a:extLst>
              </p:cNvPr>
              <p:cNvSpPr/>
              <p:nvPr/>
            </p:nvSpPr>
            <p:spPr>
              <a:xfrm>
                <a:off x="7098350" y="2984975"/>
                <a:ext cx="24470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788" h="632" extrusionOk="0">
                    <a:moveTo>
                      <a:pt x="298" y="0"/>
                    </a:moveTo>
                    <a:cubicBezTo>
                      <a:pt x="131" y="0"/>
                      <a:pt x="0" y="131"/>
                      <a:pt x="0" y="298"/>
                    </a:cubicBezTo>
                    <a:lnTo>
                      <a:pt x="0" y="334"/>
                    </a:lnTo>
                    <a:cubicBezTo>
                      <a:pt x="0" y="500"/>
                      <a:pt x="131" y="631"/>
                      <a:pt x="298" y="631"/>
                    </a:cubicBezTo>
                    <a:lnTo>
                      <a:pt x="9490" y="631"/>
                    </a:lnTo>
                    <a:cubicBezTo>
                      <a:pt x="9656" y="631"/>
                      <a:pt x="9787" y="500"/>
                      <a:pt x="9787" y="334"/>
                    </a:cubicBezTo>
                    <a:lnTo>
                      <a:pt x="9787" y="298"/>
                    </a:lnTo>
                    <a:cubicBezTo>
                      <a:pt x="9787" y="131"/>
                      <a:pt x="9656" y="0"/>
                      <a:pt x="9490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5" name="Google Shape;2181;p41">
                <a:extLst>
                  <a:ext uri="{FF2B5EF4-FFF2-40B4-BE49-F238E27FC236}">
                    <a16:creationId xmlns:a16="http://schemas.microsoft.com/office/drawing/2014/main" id="{2D1FA2BD-3AE8-6B2B-30A8-F6CAE90BC236}"/>
                  </a:ext>
                </a:extLst>
              </p:cNvPr>
              <p:cNvSpPr/>
              <p:nvPr/>
            </p:nvSpPr>
            <p:spPr>
              <a:xfrm>
                <a:off x="7127225" y="3007300"/>
                <a:ext cx="186950" cy="129500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5180" extrusionOk="0">
                    <a:moveTo>
                      <a:pt x="2370" y="2941"/>
                    </a:moveTo>
                    <a:lnTo>
                      <a:pt x="2370" y="4584"/>
                    </a:lnTo>
                    <a:lnTo>
                      <a:pt x="1548" y="4584"/>
                    </a:lnTo>
                    <a:lnTo>
                      <a:pt x="1548" y="2941"/>
                    </a:lnTo>
                    <a:close/>
                    <a:moveTo>
                      <a:pt x="4275" y="727"/>
                    </a:moveTo>
                    <a:lnTo>
                      <a:pt x="4275" y="4584"/>
                    </a:lnTo>
                    <a:lnTo>
                      <a:pt x="3453" y="4584"/>
                    </a:lnTo>
                    <a:lnTo>
                      <a:pt x="3453" y="727"/>
                    </a:lnTo>
                    <a:close/>
                    <a:moveTo>
                      <a:pt x="6168" y="2036"/>
                    </a:moveTo>
                    <a:lnTo>
                      <a:pt x="6168" y="4584"/>
                    </a:lnTo>
                    <a:lnTo>
                      <a:pt x="5346" y="4584"/>
                    </a:lnTo>
                    <a:lnTo>
                      <a:pt x="5346" y="2036"/>
                    </a:lnTo>
                    <a:close/>
                    <a:moveTo>
                      <a:pt x="0" y="0"/>
                    </a:moveTo>
                    <a:lnTo>
                      <a:pt x="0" y="5179"/>
                    </a:lnTo>
                    <a:lnTo>
                      <a:pt x="7477" y="5179"/>
                    </a:lnTo>
                    <a:lnTo>
                      <a:pt x="7477" y="0"/>
                    </a:ln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6" name="Google Shape;2182;p41">
                <a:extLst>
                  <a:ext uri="{FF2B5EF4-FFF2-40B4-BE49-F238E27FC236}">
                    <a16:creationId xmlns:a16="http://schemas.microsoft.com/office/drawing/2014/main" id="{7065E342-91D8-C6DB-E065-A3736D4DE150}"/>
                  </a:ext>
                </a:extLst>
              </p:cNvPr>
              <p:cNvSpPr/>
              <p:nvPr/>
            </p:nvSpPr>
            <p:spPr>
              <a:xfrm>
                <a:off x="7221275" y="3134100"/>
                <a:ext cx="5075" cy="84550"/>
              </a:xfrm>
              <a:custGeom>
                <a:avLst/>
                <a:gdLst/>
                <a:ahLst/>
                <a:cxnLst/>
                <a:rect l="l" t="t" r="r" b="b"/>
                <a:pathLst>
                  <a:path w="203" h="3382" extrusionOk="0">
                    <a:moveTo>
                      <a:pt x="96" y="0"/>
                    </a:moveTo>
                    <a:cubicBezTo>
                      <a:pt x="48" y="0"/>
                      <a:pt x="1" y="48"/>
                      <a:pt x="1" y="107"/>
                    </a:cubicBezTo>
                    <a:lnTo>
                      <a:pt x="1" y="3286"/>
                    </a:lnTo>
                    <a:cubicBezTo>
                      <a:pt x="1" y="3346"/>
                      <a:pt x="48" y="3382"/>
                      <a:pt x="96" y="3382"/>
                    </a:cubicBezTo>
                    <a:cubicBezTo>
                      <a:pt x="155" y="3382"/>
                      <a:pt x="203" y="3346"/>
                      <a:pt x="203" y="3286"/>
                    </a:cubicBezTo>
                    <a:lnTo>
                      <a:pt x="203" y="107"/>
                    </a:lnTo>
                    <a:cubicBezTo>
                      <a:pt x="203" y="48"/>
                      <a:pt x="155" y="0"/>
                      <a:pt x="96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7" name="Google Shape;2183;p41">
                <a:extLst>
                  <a:ext uri="{FF2B5EF4-FFF2-40B4-BE49-F238E27FC236}">
                    <a16:creationId xmlns:a16="http://schemas.microsoft.com/office/drawing/2014/main" id="{77EA37DA-B42A-C77F-5BC9-09CCB6A42FC7}"/>
                  </a:ext>
                </a:extLst>
              </p:cNvPr>
              <p:cNvSpPr/>
              <p:nvPr/>
            </p:nvSpPr>
            <p:spPr>
              <a:xfrm>
                <a:off x="7197175" y="3181200"/>
                <a:ext cx="294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1498" extrusionOk="0">
                    <a:moveTo>
                      <a:pt x="1060" y="1"/>
                    </a:moveTo>
                    <a:cubicBezTo>
                      <a:pt x="1028" y="1"/>
                      <a:pt x="998" y="16"/>
                      <a:pt x="977" y="45"/>
                    </a:cubicBezTo>
                    <a:lnTo>
                      <a:pt x="36" y="1343"/>
                    </a:lnTo>
                    <a:cubicBezTo>
                      <a:pt x="0" y="1391"/>
                      <a:pt x="12" y="1450"/>
                      <a:pt x="60" y="1486"/>
                    </a:cubicBezTo>
                    <a:cubicBezTo>
                      <a:pt x="84" y="1498"/>
                      <a:pt x="95" y="1498"/>
                      <a:pt x="119" y="1498"/>
                    </a:cubicBezTo>
                    <a:cubicBezTo>
                      <a:pt x="155" y="1498"/>
                      <a:pt x="179" y="1486"/>
                      <a:pt x="203" y="1462"/>
                    </a:cubicBezTo>
                    <a:lnTo>
                      <a:pt x="1143" y="164"/>
                    </a:lnTo>
                    <a:cubicBezTo>
                      <a:pt x="1179" y="117"/>
                      <a:pt x="1167" y="57"/>
                      <a:pt x="1119" y="21"/>
                    </a:cubicBezTo>
                    <a:cubicBezTo>
                      <a:pt x="1101" y="7"/>
                      <a:pt x="1080" y="1"/>
                      <a:pt x="106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  <p:sp>
            <p:nvSpPr>
              <p:cNvPr id="38" name="Google Shape;2184;p41">
                <a:extLst>
                  <a:ext uri="{FF2B5EF4-FFF2-40B4-BE49-F238E27FC236}">
                    <a16:creationId xmlns:a16="http://schemas.microsoft.com/office/drawing/2014/main" id="{CA46B729-4117-0EC7-A6F7-5974A919B8EB}"/>
                  </a:ext>
                </a:extLst>
              </p:cNvPr>
              <p:cNvSpPr/>
              <p:nvPr/>
            </p:nvSpPr>
            <p:spPr>
              <a:xfrm>
                <a:off x="7220975" y="3181200"/>
                <a:ext cx="295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1498" extrusionOk="0">
                    <a:moveTo>
                      <a:pt x="120" y="1"/>
                    </a:moveTo>
                    <a:cubicBezTo>
                      <a:pt x="100" y="1"/>
                      <a:pt x="79" y="7"/>
                      <a:pt x="60" y="21"/>
                    </a:cubicBezTo>
                    <a:cubicBezTo>
                      <a:pt x="13" y="57"/>
                      <a:pt x="1" y="117"/>
                      <a:pt x="36" y="164"/>
                    </a:cubicBezTo>
                    <a:lnTo>
                      <a:pt x="977" y="1462"/>
                    </a:lnTo>
                    <a:cubicBezTo>
                      <a:pt x="1001" y="1486"/>
                      <a:pt x="1025" y="1498"/>
                      <a:pt x="1060" y="1498"/>
                    </a:cubicBezTo>
                    <a:cubicBezTo>
                      <a:pt x="1084" y="1498"/>
                      <a:pt x="1096" y="1498"/>
                      <a:pt x="1120" y="1486"/>
                    </a:cubicBezTo>
                    <a:cubicBezTo>
                      <a:pt x="1168" y="1450"/>
                      <a:pt x="1179" y="1391"/>
                      <a:pt x="1144" y="1343"/>
                    </a:cubicBezTo>
                    <a:lnTo>
                      <a:pt x="203" y="45"/>
                    </a:lnTo>
                    <a:cubicBezTo>
                      <a:pt x="181" y="16"/>
                      <a:pt x="151" y="1"/>
                      <a:pt x="12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FFFFFF"/>
                  </a:solidFill>
                  <a:latin typeface="+mj-lt"/>
                </a:endParaRPr>
              </a:p>
            </p:txBody>
          </p:sp>
        </p:grpSp>
        <p:sp>
          <p:nvSpPr>
            <p:cNvPr id="31" name="Google Shape;2185;p41">
              <a:extLst>
                <a:ext uri="{FF2B5EF4-FFF2-40B4-BE49-F238E27FC236}">
                  <a16:creationId xmlns:a16="http://schemas.microsoft.com/office/drawing/2014/main" id="{5441B803-640E-9F96-F255-7ABA7752D9E5}"/>
                </a:ext>
              </a:extLst>
            </p:cNvPr>
            <p:cNvSpPr txBox="1"/>
            <p:nvPr/>
          </p:nvSpPr>
          <p:spPr>
            <a:xfrm>
              <a:off x="6617650" y="2569250"/>
              <a:ext cx="1178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Step 4</a:t>
              </a:r>
              <a:endParaRPr sz="2400" dirty="0">
                <a:solidFill>
                  <a:srgbClr val="FFFFFF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" name="Google Shape;2186;p41">
              <a:extLst>
                <a:ext uri="{FF2B5EF4-FFF2-40B4-BE49-F238E27FC236}">
                  <a16:creationId xmlns:a16="http://schemas.microsoft.com/office/drawing/2014/main" id="{AD52DE2F-F95A-2581-4F9B-396613A02A14}"/>
                </a:ext>
              </a:extLst>
            </p:cNvPr>
            <p:cNvSpPr txBox="1"/>
            <p:nvPr/>
          </p:nvSpPr>
          <p:spPr>
            <a:xfrm>
              <a:off x="6368962" y="1955880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4949E7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Share</a:t>
              </a:r>
              <a:endParaRPr sz="2000" dirty="0">
                <a:solidFill>
                  <a:srgbClr val="4949E7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3" name="Google Shape;2187;p41">
              <a:extLst>
                <a:ext uri="{FF2B5EF4-FFF2-40B4-BE49-F238E27FC236}">
                  <a16:creationId xmlns:a16="http://schemas.microsoft.com/office/drawing/2014/main" id="{34CEE03A-8C24-F704-95E1-78E5B6C70339}"/>
                </a:ext>
              </a:extLst>
            </p:cNvPr>
            <p:cNvSpPr txBox="1"/>
            <p:nvPr/>
          </p:nvSpPr>
          <p:spPr>
            <a:xfrm>
              <a:off x="6368962" y="2176964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4949E7"/>
                  </a:solidFill>
                  <a:latin typeface="+mj-lt"/>
                  <a:ea typeface="Roboto"/>
                  <a:cs typeface="Roboto"/>
                  <a:sym typeface="Roboto"/>
                </a:rPr>
                <a:t>Application Repository</a:t>
              </a:r>
              <a:endParaRPr sz="1600" dirty="0">
                <a:solidFill>
                  <a:srgbClr val="4949E7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" name="Google Shape;2188;p41">
            <a:extLst>
              <a:ext uri="{FF2B5EF4-FFF2-40B4-BE49-F238E27FC236}">
                <a16:creationId xmlns:a16="http://schemas.microsoft.com/office/drawing/2014/main" id="{65588F98-41FA-97D6-08BA-3827C8BDEF0C}"/>
              </a:ext>
            </a:extLst>
          </p:cNvPr>
          <p:cNvGrpSpPr/>
          <p:nvPr/>
        </p:nvGrpSpPr>
        <p:grpSpPr>
          <a:xfrm>
            <a:off x="6087740" y="1502402"/>
            <a:ext cx="4051739" cy="3768876"/>
            <a:chOff x="4597000" y="1295775"/>
            <a:chExt cx="2643050" cy="2236433"/>
          </a:xfrm>
        </p:grpSpPr>
        <p:sp>
          <p:nvSpPr>
            <p:cNvPr id="42" name="Google Shape;2189;p41">
              <a:extLst>
                <a:ext uri="{FF2B5EF4-FFF2-40B4-BE49-F238E27FC236}">
                  <a16:creationId xmlns:a16="http://schemas.microsoft.com/office/drawing/2014/main" id="{EF6B3EA6-ACFB-84FD-6E0D-5FCE6905AC7F}"/>
                </a:ext>
              </a:extLst>
            </p:cNvPr>
            <p:cNvSpPr/>
            <p:nvPr/>
          </p:nvSpPr>
          <p:spPr>
            <a:xfrm>
              <a:off x="4736750" y="2101525"/>
              <a:ext cx="1435600" cy="822750"/>
            </a:xfrm>
            <a:custGeom>
              <a:avLst/>
              <a:gdLst/>
              <a:ahLst/>
              <a:cxnLst/>
              <a:rect l="l" t="t" r="r" b="b"/>
              <a:pathLst>
                <a:path w="57424" h="32910" extrusionOk="0">
                  <a:moveTo>
                    <a:pt x="28944" y="1"/>
                  </a:moveTo>
                  <a:cubicBezTo>
                    <a:pt x="22122" y="1"/>
                    <a:pt x="16586" y="5513"/>
                    <a:pt x="16586" y="12347"/>
                  </a:cubicBezTo>
                  <a:cubicBezTo>
                    <a:pt x="16586" y="14645"/>
                    <a:pt x="17217" y="16836"/>
                    <a:pt x="18312" y="18622"/>
                  </a:cubicBezTo>
                  <a:lnTo>
                    <a:pt x="6441" y="18622"/>
                  </a:lnTo>
                  <a:lnTo>
                    <a:pt x="0" y="25861"/>
                  </a:lnTo>
                  <a:lnTo>
                    <a:pt x="6441" y="32909"/>
                  </a:lnTo>
                  <a:lnTo>
                    <a:pt x="50995" y="32909"/>
                  </a:lnTo>
                  <a:lnTo>
                    <a:pt x="57424" y="25623"/>
                  </a:lnTo>
                  <a:lnTo>
                    <a:pt x="50995" y="18622"/>
                  </a:lnTo>
                  <a:lnTo>
                    <a:pt x="39588" y="18622"/>
                  </a:lnTo>
                  <a:cubicBezTo>
                    <a:pt x="40684" y="16836"/>
                    <a:pt x="41303" y="14645"/>
                    <a:pt x="41303" y="12347"/>
                  </a:cubicBezTo>
                  <a:cubicBezTo>
                    <a:pt x="41303" y="5525"/>
                    <a:pt x="35778" y="1"/>
                    <a:pt x="28944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43" name="Google Shape;2190;p41">
              <a:extLst>
                <a:ext uri="{FF2B5EF4-FFF2-40B4-BE49-F238E27FC236}">
                  <a16:creationId xmlns:a16="http://schemas.microsoft.com/office/drawing/2014/main" id="{B90001F5-EE7A-546F-DD65-06BCA09F67F0}"/>
                </a:ext>
              </a:extLst>
            </p:cNvPr>
            <p:cNvSpPr/>
            <p:nvPr/>
          </p:nvSpPr>
          <p:spPr>
            <a:xfrm>
              <a:off x="5223700" y="2170275"/>
              <a:ext cx="481050" cy="480750"/>
            </a:xfrm>
            <a:custGeom>
              <a:avLst/>
              <a:gdLst/>
              <a:ahLst/>
              <a:cxnLst/>
              <a:rect l="l" t="t" r="r" b="b"/>
              <a:pathLst>
                <a:path w="19242" h="19230" extrusionOk="0">
                  <a:moveTo>
                    <a:pt x="9621" y="1"/>
                  </a:moveTo>
                  <a:cubicBezTo>
                    <a:pt x="4311" y="1"/>
                    <a:pt x="1" y="4311"/>
                    <a:pt x="1" y="9621"/>
                  </a:cubicBezTo>
                  <a:cubicBezTo>
                    <a:pt x="1" y="14931"/>
                    <a:pt x="4311" y="19230"/>
                    <a:pt x="9621" y="19230"/>
                  </a:cubicBezTo>
                  <a:cubicBezTo>
                    <a:pt x="14931" y="19230"/>
                    <a:pt x="19241" y="14931"/>
                    <a:pt x="19241" y="9621"/>
                  </a:cubicBezTo>
                  <a:cubicBezTo>
                    <a:pt x="19241" y="4311"/>
                    <a:pt x="14931" y="1"/>
                    <a:pt x="9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44" name="Google Shape;2191;p41">
              <a:extLst>
                <a:ext uri="{FF2B5EF4-FFF2-40B4-BE49-F238E27FC236}">
                  <a16:creationId xmlns:a16="http://schemas.microsoft.com/office/drawing/2014/main" id="{3DE88222-9F44-2805-B4A2-58F97E3195D0}"/>
                </a:ext>
              </a:extLst>
            </p:cNvPr>
            <p:cNvSpPr/>
            <p:nvPr/>
          </p:nvSpPr>
          <p:spPr>
            <a:xfrm>
              <a:off x="5261200" y="2207800"/>
              <a:ext cx="406025" cy="405725"/>
            </a:xfrm>
            <a:custGeom>
              <a:avLst/>
              <a:gdLst/>
              <a:ahLst/>
              <a:cxnLst/>
              <a:rect l="l" t="t" r="r" b="b"/>
              <a:pathLst>
                <a:path w="16241" h="16229" extrusionOk="0">
                  <a:moveTo>
                    <a:pt x="8121" y="429"/>
                  </a:moveTo>
                  <a:cubicBezTo>
                    <a:pt x="12360" y="429"/>
                    <a:pt x="15812" y="3882"/>
                    <a:pt x="15812" y="8120"/>
                  </a:cubicBezTo>
                  <a:cubicBezTo>
                    <a:pt x="15812" y="12359"/>
                    <a:pt x="12360" y="15800"/>
                    <a:pt x="8121" y="15800"/>
                  </a:cubicBezTo>
                  <a:cubicBezTo>
                    <a:pt x="3882" y="15800"/>
                    <a:pt x="441" y="12359"/>
                    <a:pt x="441" y="8120"/>
                  </a:cubicBezTo>
                  <a:cubicBezTo>
                    <a:pt x="441" y="3882"/>
                    <a:pt x="3882" y="429"/>
                    <a:pt x="8121" y="429"/>
                  </a:cubicBezTo>
                  <a:close/>
                  <a:moveTo>
                    <a:pt x="8121" y="0"/>
                  </a:moveTo>
                  <a:cubicBezTo>
                    <a:pt x="3644" y="0"/>
                    <a:pt x="1" y="3643"/>
                    <a:pt x="1" y="8120"/>
                  </a:cubicBezTo>
                  <a:cubicBezTo>
                    <a:pt x="1" y="12597"/>
                    <a:pt x="3644" y="16228"/>
                    <a:pt x="8121" y="16228"/>
                  </a:cubicBezTo>
                  <a:cubicBezTo>
                    <a:pt x="12598" y="16228"/>
                    <a:pt x="16241" y="12597"/>
                    <a:pt x="16241" y="8120"/>
                  </a:cubicBezTo>
                  <a:cubicBezTo>
                    <a:pt x="16241" y="3643"/>
                    <a:pt x="12598" y="0"/>
                    <a:pt x="8121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grpSp>
          <p:nvGrpSpPr>
            <p:cNvPr id="45" name="Google Shape;2192;p41">
              <a:extLst>
                <a:ext uri="{FF2B5EF4-FFF2-40B4-BE49-F238E27FC236}">
                  <a16:creationId xmlns:a16="http://schemas.microsoft.com/office/drawing/2014/main" id="{982D989F-5E17-8BEF-6B5D-4E34B4248EC9}"/>
                </a:ext>
              </a:extLst>
            </p:cNvPr>
            <p:cNvGrpSpPr/>
            <p:nvPr/>
          </p:nvGrpSpPr>
          <p:grpSpPr>
            <a:xfrm>
              <a:off x="4934975" y="1996450"/>
              <a:ext cx="1032600" cy="533725"/>
              <a:chOff x="4934975" y="1996450"/>
              <a:chExt cx="1032600" cy="533725"/>
            </a:xfrm>
          </p:grpSpPr>
          <p:sp>
            <p:nvSpPr>
              <p:cNvPr id="194" name="Google Shape;2193;p41">
                <a:extLst>
                  <a:ext uri="{FF2B5EF4-FFF2-40B4-BE49-F238E27FC236}">
                    <a16:creationId xmlns:a16="http://schemas.microsoft.com/office/drawing/2014/main" id="{B3CBE3CF-3F23-BAEC-61D4-8F7C86A23D2B}"/>
                  </a:ext>
                </a:extLst>
              </p:cNvPr>
              <p:cNvSpPr/>
              <p:nvPr/>
            </p:nvSpPr>
            <p:spPr>
              <a:xfrm>
                <a:off x="4934975" y="1996450"/>
                <a:ext cx="993900" cy="511700"/>
              </a:xfrm>
              <a:custGeom>
                <a:avLst/>
                <a:gdLst/>
                <a:ahLst/>
                <a:cxnLst/>
                <a:rect l="l" t="t" r="r" b="b"/>
                <a:pathLst>
                  <a:path w="39756" h="20468" extrusionOk="0">
                    <a:moveTo>
                      <a:pt x="21015" y="1"/>
                    </a:moveTo>
                    <a:cubicBezTo>
                      <a:pt x="11871" y="1"/>
                      <a:pt x="4442" y="7430"/>
                      <a:pt x="4442" y="16574"/>
                    </a:cubicBezTo>
                    <a:cubicBezTo>
                      <a:pt x="4442" y="17741"/>
                      <a:pt x="4561" y="18896"/>
                      <a:pt x="4811" y="20039"/>
                    </a:cubicBezTo>
                    <a:lnTo>
                      <a:pt x="1" y="20039"/>
                    </a:lnTo>
                    <a:lnTo>
                      <a:pt x="1" y="20432"/>
                    </a:lnTo>
                    <a:lnTo>
                      <a:pt x="5299" y="20432"/>
                    </a:lnTo>
                    <a:lnTo>
                      <a:pt x="5239" y="20182"/>
                    </a:lnTo>
                    <a:cubicBezTo>
                      <a:pt x="4978" y="19003"/>
                      <a:pt x="4835" y="17789"/>
                      <a:pt x="4835" y="16574"/>
                    </a:cubicBezTo>
                    <a:cubicBezTo>
                      <a:pt x="4835" y="7645"/>
                      <a:pt x="12097" y="394"/>
                      <a:pt x="21015" y="394"/>
                    </a:cubicBezTo>
                    <a:cubicBezTo>
                      <a:pt x="29933" y="394"/>
                      <a:pt x="37196" y="7645"/>
                      <a:pt x="37196" y="16574"/>
                    </a:cubicBezTo>
                    <a:cubicBezTo>
                      <a:pt x="37196" y="17801"/>
                      <a:pt x="37053" y="19039"/>
                      <a:pt x="36779" y="20229"/>
                    </a:cubicBezTo>
                    <a:lnTo>
                      <a:pt x="36720" y="20468"/>
                    </a:lnTo>
                    <a:lnTo>
                      <a:pt x="39756" y="20468"/>
                    </a:lnTo>
                    <a:lnTo>
                      <a:pt x="39756" y="20075"/>
                    </a:lnTo>
                    <a:lnTo>
                      <a:pt x="37220" y="20075"/>
                    </a:lnTo>
                    <a:cubicBezTo>
                      <a:pt x="37458" y="18932"/>
                      <a:pt x="37589" y="17753"/>
                      <a:pt x="37589" y="16574"/>
                    </a:cubicBezTo>
                    <a:cubicBezTo>
                      <a:pt x="37589" y="7430"/>
                      <a:pt x="30147" y="1"/>
                      <a:pt x="21015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195" name="Google Shape;2194;p41">
                <a:extLst>
                  <a:ext uri="{FF2B5EF4-FFF2-40B4-BE49-F238E27FC236}">
                    <a16:creationId xmlns:a16="http://schemas.microsoft.com/office/drawing/2014/main" id="{F9ABF2F6-8641-115B-DE6C-18AFE1206EEB}"/>
                  </a:ext>
                </a:extLst>
              </p:cNvPr>
              <p:cNvSpPr/>
              <p:nvPr/>
            </p:nvSpPr>
            <p:spPr>
              <a:xfrm>
                <a:off x="5920825" y="2476275"/>
                <a:ext cx="467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2156" extrusionOk="0">
                    <a:moveTo>
                      <a:pt x="0" y="1"/>
                    </a:moveTo>
                    <a:lnTo>
                      <a:pt x="0" y="2156"/>
                    </a:lnTo>
                    <a:lnTo>
                      <a:pt x="1869" y="10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grpSp>
          <p:nvGrpSpPr>
            <p:cNvPr id="46" name="Google Shape;2195;p41">
              <a:extLst>
                <a:ext uri="{FF2B5EF4-FFF2-40B4-BE49-F238E27FC236}">
                  <a16:creationId xmlns:a16="http://schemas.microsoft.com/office/drawing/2014/main" id="{38A3B8B4-588C-46D1-3659-D945B4DB898C}"/>
                </a:ext>
              </a:extLst>
            </p:cNvPr>
            <p:cNvGrpSpPr/>
            <p:nvPr/>
          </p:nvGrpSpPr>
          <p:grpSpPr>
            <a:xfrm>
              <a:off x="5343650" y="1295775"/>
              <a:ext cx="1896400" cy="514032"/>
              <a:chOff x="5343650" y="1295775"/>
              <a:chExt cx="1896400" cy="514032"/>
            </a:xfrm>
          </p:grpSpPr>
          <p:sp>
            <p:nvSpPr>
              <p:cNvPr id="192" name="Google Shape;2196;p41">
                <a:extLst>
                  <a:ext uri="{FF2B5EF4-FFF2-40B4-BE49-F238E27FC236}">
                    <a16:creationId xmlns:a16="http://schemas.microsoft.com/office/drawing/2014/main" id="{6D186809-5D3C-F792-2EB6-BD57C34D5619}"/>
                  </a:ext>
                </a:extLst>
              </p:cNvPr>
              <p:cNvSpPr/>
              <p:nvPr/>
            </p:nvSpPr>
            <p:spPr>
              <a:xfrm>
                <a:off x="7202233" y="1400807"/>
                <a:ext cx="33675" cy="4090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6360" extrusionOk="0">
                    <a:moveTo>
                      <a:pt x="1" y="1"/>
                    </a:moveTo>
                    <a:lnTo>
                      <a:pt x="1" y="16360"/>
                    </a:lnTo>
                    <a:lnTo>
                      <a:pt x="1346" y="16360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solidFill>
                  <a:srgbClr val="5EB2FC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193" name="Google Shape;2197;p41">
                <a:extLst>
                  <a:ext uri="{FF2B5EF4-FFF2-40B4-BE49-F238E27FC236}">
                    <a16:creationId xmlns:a16="http://schemas.microsoft.com/office/drawing/2014/main" id="{816E57C5-5E08-272B-3F7F-55B8DEE19B90}"/>
                  </a:ext>
                </a:extLst>
              </p:cNvPr>
              <p:cNvSpPr/>
              <p:nvPr/>
            </p:nvSpPr>
            <p:spPr>
              <a:xfrm>
                <a:off x="5343650" y="1295775"/>
                <a:ext cx="1896400" cy="289050"/>
              </a:xfrm>
              <a:custGeom>
                <a:avLst/>
                <a:gdLst/>
                <a:ahLst/>
                <a:cxnLst/>
                <a:rect l="l" t="t" r="r" b="b"/>
                <a:pathLst>
                  <a:path w="75856" h="11562" extrusionOk="0">
                    <a:moveTo>
                      <a:pt x="4466" y="1274"/>
                    </a:moveTo>
                    <a:cubicBezTo>
                      <a:pt x="6204" y="1274"/>
                      <a:pt x="7633" y="2703"/>
                      <a:pt x="7633" y="4441"/>
                    </a:cubicBezTo>
                    <a:cubicBezTo>
                      <a:pt x="7633" y="6192"/>
                      <a:pt x="6204" y="7620"/>
                      <a:pt x="4466" y="7620"/>
                    </a:cubicBezTo>
                    <a:cubicBezTo>
                      <a:pt x="2716" y="7620"/>
                      <a:pt x="1299" y="6192"/>
                      <a:pt x="1299" y="4441"/>
                    </a:cubicBezTo>
                    <a:cubicBezTo>
                      <a:pt x="1299" y="2703"/>
                      <a:pt x="2716" y="1274"/>
                      <a:pt x="4466" y="1274"/>
                    </a:cubicBezTo>
                    <a:close/>
                    <a:moveTo>
                      <a:pt x="4466" y="0"/>
                    </a:moveTo>
                    <a:cubicBezTo>
                      <a:pt x="2001" y="0"/>
                      <a:pt x="1" y="1989"/>
                      <a:pt x="1" y="4453"/>
                    </a:cubicBezTo>
                    <a:cubicBezTo>
                      <a:pt x="1" y="6644"/>
                      <a:pt x="1585" y="8466"/>
                      <a:pt x="3668" y="8835"/>
                    </a:cubicBezTo>
                    <a:lnTo>
                      <a:pt x="3668" y="11561"/>
                    </a:lnTo>
                    <a:lnTo>
                      <a:pt x="5156" y="11561"/>
                    </a:lnTo>
                    <a:lnTo>
                      <a:pt x="5156" y="8847"/>
                    </a:lnTo>
                    <a:cubicBezTo>
                      <a:pt x="7097" y="8537"/>
                      <a:pt x="8633" y="6954"/>
                      <a:pt x="8883" y="5013"/>
                    </a:cubicBezTo>
                    <a:lnTo>
                      <a:pt x="75856" y="5013"/>
                    </a:lnTo>
                    <a:lnTo>
                      <a:pt x="75856" y="3679"/>
                    </a:lnTo>
                    <a:lnTo>
                      <a:pt x="8847" y="3679"/>
                    </a:lnTo>
                    <a:cubicBezTo>
                      <a:pt x="8478" y="1596"/>
                      <a:pt x="6657" y="0"/>
                      <a:pt x="446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</p:grpSp>
        <p:sp>
          <p:nvSpPr>
            <p:cNvPr id="47" name="Google Shape;2198;p41">
              <a:extLst>
                <a:ext uri="{FF2B5EF4-FFF2-40B4-BE49-F238E27FC236}">
                  <a16:creationId xmlns:a16="http://schemas.microsoft.com/office/drawing/2014/main" id="{C99063F1-10B5-4765-8D74-7B2B44236491}"/>
                </a:ext>
              </a:extLst>
            </p:cNvPr>
            <p:cNvSpPr/>
            <p:nvPr/>
          </p:nvSpPr>
          <p:spPr>
            <a:xfrm>
              <a:off x="5427300" y="1868175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20" y="0"/>
                  </a:moveTo>
                  <a:cubicBezTo>
                    <a:pt x="501" y="0"/>
                    <a:pt x="1" y="500"/>
                    <a:pt x="1" y="1119"/>
                  </a:cubicBezTo>
                  <a:cubicBezTo>
                    <a:pt x="1" y="1738"/>
                    <a:pt x="501" y="2239"/>
                    <a:pt x="1120" y="2239"/>
                  </a:cubicBezTo>
                  <a:cubicBezTo>
                    <a:pt x="1739" y="2239"/>
                    <a:pt x="2239" y="1738"/>
                    <a:pt x="2239" y="1119"/>
                  </a:cubicBezTo>
                  <a:cubicBezTo>
                    <a:pt x="2239" y="500"/>
                    <a:pt x="1739" y="0"/>
                    <a:pt x="1120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48" name="Google Shape;2199;p41">
              <a:extLst>
                <a:ext uri="{FF2B5EF4-FFF2-40B4-BE49-F238E27FC236}">
                  <a16:creationId xmlns:a16="http://schemas.microsoft.com/office/drawing/2014/main" id="{99C2D2DD-0CC6-D3E0-DBDD-E2B32DAD844C}"/>
                </a:ext>
              </a:extLst>
            </p:cNvPr>
            <p:cNvSpPr/>
            <p:nvPr/>
          </p:nvSpPr>
          <p:spPr>
            <a:xfrm>
              <a:off x="5427300" y="1746125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20" y="1"/>
                  </a:moveTo>
                  <a:cubicBezTo>
                    <a:pt x="501" y="1"/>
                    <a:pt x="1" y="501"/>
                    <a:pt x="1" y="1120"/>
                  </a:cubicBezTo>
                  <a:cubicBezTo>
                    <a:pt x="1" y="1739"/>
                    <a:pt x="501" y="2239"/>
                    <a:pt x="1120" y="2239"/>
                  </a:cubicBezTo>
                  <a:cubicBezTo>
                    <a:pt x="1739" y="2239"/>
                    <a:pt x="2239" y="1739"/>
                    <a:pt x="2239" y="1120"/>
                  </a:cubicBezTo>
                  <a:cubicBezTo>
                    <a:pt x="2239" y="501"/>
                    <a:pt x="1739" y="1"/>
                    <a:pt x="1120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49" name="Google Shape;2200;p41">
              <a:extLst>
                <a:ext uri="{FF2B5EF4-FFF2-40B4-BE49-F238E27FC236}">
                  <a16:creationId xmlns:a16="http://schemas.microsoft.com/office/drawing/2014/main" id="{465AF288-4F38-A796-A130-1177DD1C9A31}"/>
                </a:ext>
              </a:extLst>
            </p:cNvPr>
            <p:cNvSpPr/>
            <p:nvPr/>
          </p:nvSpPr>
          <p:spPr>
            <a:xfrm>
              <a:off x="5427300" y="1624100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20" y="0"/>
                  </a:moveTo>
                  <a:cubicBezTo>
                    <a:pt x="501" y="0"/>
                    <a:pt x="1" y="500"/>
                    <a:pt x="1" y="1119"/>
                  </a:cubicBezTo>
                  <a:cubicBezTo>
                    <a:pt x="1" y="1738"/>
                    <a:pt x="501" y="2238"/>
                    <a:pt x="1120" y="2238"/>
                  </a:cubicBezTo>
                  <a:cubicBezTo>
                    <a:pt x="1739" y="2238"/>
                    <a:pt x="2239" y="1738"/>
                    <a:pt x="2239" y="1119"/>
                  </a:cubicBezTo>
                  <a:cubicBezTo>
                    <a:pt x="2239" y="500"/>
                    <a:pt x="1739" y="0"/>
                    <a:pt x="1120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50" name="Google Shape;2201;p41">
              <a:extLst>
                <a:ext uri="{FF2B5EF4-FFF2-40B4-BE49-F238E27FC236}">
                  <a16:creationId xmlns:a16="http://schemas.microsoft.com/office/drawing/2014/main" id="{52A46064-B594-CCEF-B9E7-37FF781BCBA6}"/>
                </a:ext>
              </a:extLst>
            </p:cNvPr>
            <p:cNvSpPr/>
            <p:nvPr/>
          </p:nvSpPr>
          <p:spPr>
            <a:xfrm>
              <a:off x="5416000" y="1367800"/>
              <a:ext cx="78300" cy="78325"/>
            </a:xfrm>
            <a:custGeom>
              <a:avLst/>
              <a:gdLst/>
              <a:ahLst/>
              <a:cxnLst/>
              <a:rect l="l" t="t" r="r" b="b"/>
              <a:pathLst>
                <a:path w="3132" h="3133" extrusionOk="0">
                  <a:moveTo>
                    <a:pt x="1572" y="1"/>
                  </a:moveTo>
                  <a:cubicBezTo>
                    <a:pt x="703" y="1"/>
                    <a:pt x="0" y="703"/>
                    <a:pt x="0" y="1560"/>
                  </a:cubicBezTo>
                  <a:cubicBezTo>
                    <a:pt x="0" y="2430"/>
                    <a:pt x="703" y="3132"/>
                    <a:pt x="1572" y="3132"/>
                  </a:cubicBezTo>
                  <a:cubicBezTo>
                    <a:pt x="2429" y="3132"/>
                    <a:pt x="3132" y="2430"/>
                    <a:pt x="3132" y="1560"/>
                  </a:cubicBezTo>
                  <a:cubicBezTo>
                    <a:pt x="3132" y="703"/>
                    <a:pt x="2429" y="1"/>
                    <a:pt x="1572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grpSp>
          <p:nvGrpSpPr>
            <p:cNvPr id="51" name="Google Shape;2202;p41">
              <a:extLst>
                <a:ext uri="{FF2B5EF4-FFF2-40B4-BE49-F238E27FC236}">
                  <a16:creationId xmlns:a16="http://schemas.microsoft.com/office/drawing/2014/main" id="{64E04CA5-B394-AFE6-4CD8-6309376781B9}"/>
                </a:ext>
              </a:extLst>
            </p:cNvPr>
            <p:cNvGrpSpPr/>
            <p:nvPr/>
          </p:nvGrpSpPr>
          <p:grpSpPr>
            <a:xfrm>
              <a:off x="5329375" y="2261375"/>
              <a:ext cx="274450" cy="241725"/>
              <a:chOff x="5329375" y="2261375"/>
              <a:chExt cx="274450" cy="241725"/>
            </a:xfrm>
          </p:grpSpPr>
          <p:sp>
            <p:nvSpPr>
              <p:cNvPr id="55" name="Google Shape;2203;p41">
                <a:extLst>
                  <a:ext uri="{FF2B5EF4-FFF2-40B4-BE49-F238E27FC236}">
                    <a16:creationId xmlns:a16="http://schemas.microsoft.com/office/drawing/2014/main" id="{D353A6CA-7E82-EE1C-02DD-4F07B671E5A5}"/>
                  </a:ext>
                </a:extLst>
              </p:cNvPr>
              <p:cNvSpPr/>
              <p:nvPr/>
            </p:nvSpPr>
            <p:spPr>
              <a:xfrm>
                <a:off x="5443975" y="2261375"/>
                <a:ext cx="50925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037" extrusionOk="0">
                    <a:moveTo>
                      <a:pt x="1012" y="0"/>
                    </a:moveTo>
                    <a:cubicBezTo>
                      <a:pt x="453" y="0"/>
                      <a:pt x="0" y="453"/>
                      <a:pt x="0" y="1024"/>
                    </a:cubicBezTo>
                    <a:cubicBezTo>
                      <a:pt x="0" y="1584"/>
                      <a:pt x="453" y="2036"/>
                      <a:pt x="1012" y="2036"/>
                    </a:cubicBezTo>
                    <a:cubicBezTo>
                      <a:pt x="1584" y="2036"/>
                      <a:pt x="2036" y="1584"/>
                      <a:pt x="2036" y="1024"/>
                    </a:cubicBezTo>
                    <a:cubicBezTo>
                      <a:pt x="2036" y="453"/>
                      <a:pt x="1584" y="0"/>
                      <a:pt x="1012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56" name="Google Shape;2204;p41">
                <a:extLst>
                  <a:ext uri="{FF2B5EF4-FFF2-40B4-BE49-F238E27FC236}">
                    <a16:creationId xmlns:a16="http://schemas.microsoft.com/office/drawing/2014/main" id="{C71A9A66-F1CD-BA87-7CBC-8218AFDD10B9}"/>
                  </a:ext>
                </a:extLst>
              </p:cNvPr>
              <p:cNvSpPr/>
              <p:nvPr/>
            </p:nvSpPr>
            <p:spPr>
              <a:xfrm>
                <a:off x="5428800" y="2311675"/>
                <a:ext cx="81275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1632" extrusionOk="0">
                    <a:moveTo>
                      <a:pt x="1619" y="0"/>
                    </a:moveTo>
                    <a:cubicBezTo>
                      <a:pt x="726" y="0"/>
                      <a:pt x="0" y="727"/>
                      <a:pt x="0" y="1632"/>
                    </a:cubicBezTo>
                    <a:lnTo>
                      <a:pt x="3251" y="1632"/>
                    </a:lnTo>
                    <a:cubicBezTo>
                      <a:pt x="3251" y="727"/>
                      <a:pt x="2524" y="0"/>
                      <a:pt x="1619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58" name="Google Shape;2205;p41">
                <a:extLst>
                  <a:ext uri="{FF2B5EF4-FFF2-40B4-BE49-F238E27FC236}">
                    <a16:creationId xmlns:a16="http://schemas.microsoft.com/office/drawing/2014/main" id="{0649F3AF-38FB-317A-92BA-10C3ECBB6861}"/>
                  </a:ext>
                </a:extLst>
              </p:cNvPr>
              <p:cNvSpPr/>
              <p:nvPr/>
            </p:nvSpPr>
            <p:spPr>
              <a:xfrm>
                <a:off x="5344850" y="2411975"/>
                <a:ext cx="509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049" extrusionOk="0">
                    <a:moveTo>
                      <a:pt x="1013" y="1"/>
                    </a:moveTo>
                    <a:cubicBezTo>
                      <a:pt x="453" y="1"/>
                      <a:pt x="1" y="465"/>
                      <a:pt x="1" y="1025"/>
                    </a:cubicBezTo>
                    <a:cubicBezTo>
                      <a:pt x="1" y="1584"/>
                      <a:pt x="453" y="2049"/>
                      <a:pt x="1013" y="2049"/>
                    </a:cubicBezTo>
                    <a:cubicBezTo>
                      <a:pt x="1572" y="2049"/>
                      <a:pt x="2037" y="1584"/>
                      <a:pt x="2037" y="1025"/>
                    </a:cubicBezTo>
                    <a:cubicBezTo>
                      <a:pt x="2037" y="465"/>
                      <a:pt x="1572" y="1"/>
                      <a:pt x="1013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59" name="Google Shape;2206;p41">
                <a:extLst>
                  <a:ext uri="{FF2B5EF4-FFF2-40B4-BE49-F238E27FC236}">
                    <a16:creationId xmlns:a16="http://schemas.microsoft.com/office/drawing/2014/main" id="{107A9FAE-7BA2-226F-DAF2-976037F7300D}"/>
                  </a:ext>
                </a:extLst>
              </p:cNvPr>
              <p:cNvSpPr/>
              <p:nvPr/>
            </p:nvSpPr>
            <p:spPr>
              <a:xfrm>
                <a:off x="5329375" y="2462275"/>
                <a:ext cx="8157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633" extrusionOk="0">
                    <a:moveTo>
                      <a:pt x="1632" y="1"/>
                    </a:moveTo>
                    <a:cubicBezTo>
                      <a:pt x="739" y="1"/>
                      <a:pt x="0" y="739"/>
                      <a:pt x="0" y="1632"/>
                    </a:cubicBezTo>
                    <a:lnTo>
                      <a:pt x="3263" y="1632"/>
                    </a:lnTo>
                    <a:cubicBezTo>
                      <a:pt x="3263" y="739"/>
                      <a:pt x="2537" y="1"/>
                      <a:pt x="1632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60" name="Google Shape;2207;p41">
                <a:extLst>
                  <a:ext uri="{FF2B5EF4-FFF2-40B4-BE49-F238E27FC236}">
                    <a16:creationId xmlns:a16="http://schemas.microsoft.com/office/drawing/2014/main" id="{34A7AB67-D5C9-FD0C-52BF-51EFB86AABB5}"/>
                  </a:ext>
                </a:extLst>
              </p:cNvPr>
              <p:cNvSpPr/>
              <p:nvPr/>
            </p:nvSpPr>
            <p:spPr>
              <a:xfrm>
                <a:off x="5537425" y="2411975"/>
                <a:ext cx="509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37" h="2049" extrusionOk="0">
                    <a:moveTo>
                      <a:pt x="1025" y="1"/>
                    </a:moveTo>
                    <a:cubicBezTo>
                      <a:pt x="453" y="1"/>
                      <a:pt x="1" y="465"/>
                      <a:pt x="1" y="1025"/>
                    </a:cubicBezTo>
                    <a:cubicBezTo>
                      <a:pt x="1" y="1584"/>
                      <a:pt x="453" y="2049"/>
                      <a:pt x="1025" y="2049"/>
                    </a:cubicBezTo>
                    <a:cubicBezTo>
                      <a:pt x="1584" y="2049"/>
                      <a:pt x="2037" y="1584"/>
                      <a:pt x="2037" y="1025"/>
                    </a:cubicBezTo>
                    <a:cubicBezTo>
                      <a:pt x="2037" y="465"/>
                      <a:pt x="1584" y="1"/>
                      <a:pt x="1025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61" name="Google Shape;2208;p41">
                <a:extLst>
                  <a:ext uri="{FF2B5EF4-FFF2-40B4-BE49-F238E27FC236}">
                    <a16:creationId xmlns:a16="http://schemas.microsoft.com/office/drawing/2014/main" id="{F27C4987-A4A3-166D-8B27-19499ED31198}"/>
                  </a:ext>
                </a:extLst>
              </p:cNvPr>
              <p:cNvSpPr/>
              <p:nvPr/>
            </p:nvSpPr>
            <p:spPr>
              <a:xfrm>
                <a:off x="5522250" y="2462275"/>
                <a:ext cx="8157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1633" extrusionOk="0">
                    <a:moveTo>
                      <a:pt x="1632" y="1"/>
                    </a:moveTo>
                    <a:cubicBezTo>
                      <a:pt x="727" y="1"/>
                      <a:pt x="1" y="739"/>
                      <a:pt x="1" y="1632"/>
                    </a:cubicBezTo>
                    <a:lnTo>
                      <a:pt x="3263" y="1632"/>
                    </a:lnTo>
                    <a:cubicBezTo>
                      <a:pt x="3263" y="739"/>
                      <a:pt x="2525" y="1"/>
                      <a:pt x="1632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62" name="Google Shape;2209;p41">
                <a:extLst>
                  <a:ext uri="{FF2B5EF4-FFF2-40B4-BE49-F238E27FC236}">
                    <a16:creationId xmlns:a16="http://schemas.microsoft.com/office/drawing/2014/main" id="{62032AEA-D8EE-FA8F-CBDD-AF43B1858E7B}"/>
                  </a:ext>
                </a:extLst>
              </p:cNvPr>
              <p:cNvSpPr/>
              <p:nvPr/>
            </p:nvSpPr>
            <p:spPr>
              <a:xfrm>
                <a:off x="5421050" y="2362875"/>
                <a:ext cx="5152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3692" extrusionOk="0">
                    <a:moveTo>
                      <a:pt x="1941" y="0"/>
                    </a:moveTo>
                    <a:cubicBezTo>
                      <a:pt x="1882" y="0"/>
                      <a:pt x="1822" y="48"/>
                      <a:pt x="1822" y="119"/>
                    </a:cubicBezTo>
                    <a:lnTo>
                      <a:pt x="1822" y="2203"/>
                    </a:lnTo>
                    <a:lnTo>
                      <a:pt x="72" y="3477"/>
                    </a:lnTo>
                    <a:cubicBezTo>
                      <a:pt x="13" y="3525"/>
                      <a:pt x="1" y="3596"/>
                      <a:pt x="48" y="3644"/>
                    </a:cubicBezTo>
                    <a:cubicBezTo>
                      <a:pt x="60" y="3679"/>
                      <a:pt x="96" y="3691"/>
                      <a:pt x="132" y="3691"/>
                    </a:cubicBezTo>
                    <a:cubicBezTo>
                      <a:pt x="155" y="3691"/>
                      <a:pt x="179" y="3679"/>
                      <a:pt x="203" y="3667"/>
                    </a:cubicBezTo>
                    <a:lnTo>
                      <a:pt x="2060" y="2322"/>
                    </a:lnTo>
                    <a:lnTo>
                      <a:pt x="2060" y="119"/>
                    </a:lnTo>
                    <a:cubicBezTo>
                      <a:pt x="2060" y="48"/>
                      <a:pt x="2001" y="0"/>
                      <a:pt x="1941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63" name="Google Shape;2210;p41">
                <a:extLst>
                  <a:ext uri="{FF2B5EF4-FFF2-40B4-BE49-F238E27FC236}">
                    <a16:creationId xmlns:a16="http://schemas.microsoft.com/office/drawing/2014/main" id="{07998EC0-D7AA-ED97-E7E0-E59C854232B7}"/>
                  </a:ext>
                </a:extLst>
              </p:cNvPr>
              <p:cNvSpPr/>
              <p:nvPr/>
            </p:nvSpPr>
            <p:spPr>
              <a:xfrm>
                <a:off x="5466300" y="2416550"/>
                <a:ext cx="51800" cy="38625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545" extrusionOk="0">
                    <a:moveTo>
                      <a:pt x="133" y="0"/>
                    </a:moveTo>
                    <a:cubicBezTo>
                      <a:pt x="95" y="0"/>
                      <a:pt x="58" y="19"/>
                      <a:pt x="36" y="56"/>
                    </a:cubicBezTo>
                    <a:cubicBezTo>
                      <a:pt x="0" y="104"/>
                      <a:pt x="12" y="175"/>
                      <a:pt x="60" y="211"/>
                    </a:cubicBezTo>
                    <a:lnTo>
                      <a:pt x="1870" y="1520"/>
                    </a:lnTo>
                    <a:cubicBezTo>
                      <a:pt x="1893" y="1532"/>
                      <a:pt x="1917" y="1544"/>
                      <a:pt x="1941" y="1544"/>
                    </a:cubicBezTo>
                    <a:cubicBezTo>
                      <a:pt x="1977" y="1544"/>
                      <a:pt x="2013" y="1532"/>
                      <a:pt x="2024" y="1497"/>
                    </a:cubicBezTo>
                    <a:cubicBezTo>
                      <a:pt x="2072" y="1449"/>
                      <a:pt x="2060" y="1378"/>
                      <a:pt x="2001" y="1330"/>
                    </a:cubicBezTo>
                    <a:lnTo>
                      <a:pt x="203" y="20"/>
                    </a:lnTo>
                    <a:cubicBezTo>
                      <a:pt x="180" y="7"/>
                      <a:pt x="156" y="0"/>
                      <a:pt x="133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sp>
          <p:nvSpPr>
            <p:cNvPr id="52" name="Google Shape;2211;p41">
              <a:extLst>
                <a:ext uri="{FF2B5EF4-FFF2-40B4-BE49-F238E27FC236}">
                  <a16:creationId xmlns:a16="http://schemas.microsoft.com/office/drawing/2014/main" id="{BFCFF4D6-CC66-A648-5257-959D9C6F76C6}"/>
                </a:ext>
              </a:extLst>
            </p:cNvPr>
            <p:cNvSpPr txBox="1"/>
            <p:nvPr/>
          </p:nvSpPr>
          <p:spPr>
            <a:xfrm>
              <a:off x="4865500" y="2651025"/>
              <a:ext cx="1178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Step 3</a:t>
              </a:r>
              <a:endParaRPr sz="2400" dirty="0">
                <a:solidFill>
                  <a:srgbClr val="FFFFFF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3" name="Google Shape;2212;p41">
              <a:extLst>
                <a:ext uri="{FF2B5EF4-FFF2-40B4-BE49-F238E27FC236}">
                  <a16:creationId xmlns:a16="http://schemas.microsoft.com/office/drawing/2014/main" id="{581945A0-6C90-8377-69B3-CDB65A4D8485}"/>
                </a:ext>
              </a:extLst>
            </p:cNvPr>
            <p:cNvSpPr txBox="1"/>
            <p:nvPr/>
          </p:nvSpPr>
          <p:spPr>
            <a:xfrm>
              <a:off x="4597000" y="3072920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5EB2FC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Test</a:t>
              </a:r>
              <a:endParaRPr sz="2000" dirty="0">
                <a:solidFill>
                  <a:srgbClr val="5EB2FC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4" name="Google Shape;2213;p41">
              <a:extLst>
                <a:ext uri="{FF2B5EF4-FFF2-40B4-BE49-F238E27FC236}">
                  <a16:creationId xmlns:a16="http://schemas.microsoft.com/office/drawing/2014/main" id="{2129FB72-C440-3E76-62A1-2433CF78D720}"/>
                </a:ext>
              </a:extLst>
            </p:cNvPr>
            <p:cNvSpPr txBox="1"/>
            <p:nvPr/>
          </p:nvSpPr>
          <p:spPr>
            <a:xfrm>
              <a:off x="4597000" y="3290408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5EB2FC"/>
                  </a:solidFill>
                  <a:latin typeface="+mj-lt"/>
                  <a:ea typeface="Roboto"/>
                  <a:cs typeface="Roboto"/>
                  <a:sym typeface="Roboto"/>
                </a:rPr>
                <a:t>Test the application</a:t>
              </a:r>
              <a:endParaRPr sz="1600" dirty="0">
                <a:solidFill>
                  <a:srgbClr val="5EB2FC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6" name="Google Shape;2214;p41">
            <a:extLst>
              <a:ext uri="{FF2B5EF4-FFF2-40B4-BE49-F238E27FC236}">
                <a16:creationId xmlns:a16="http://schemas.microsoft.com/office/drawing/2014/main" id="{097AA568-5B0D-8DDE-D94D-023C3EBB8424}"/>
              </a:ext>
            </a:extLst>
          </p:cNvPr>
          <p:cNvGrpSpPr/>
          <p:nvPr/>
        </p:nvGrpSpPr>
        <p:grpSpPr>
          <a:xfrm>
            <a:off x="3458969" y="2414721"/>
            <a:ext cx="4034398" cy="3814915"/>
            <a:chOff x="2844412" y="1948924"/>
            <a:chExt cx="2631738" cy="2263751"/>
          </a:xfrm>
        </p:grpSpPr>
        <p:grpSp>
          <p:nvGrpSpPr>
            <p:cNvPr id="197" name="Google Shape;2215;p41">
              <a:extLst>
                <a:ext uri="{FF2B5EF4-FFF2-40B4-BE49-F238E27FC236}">
                  <a16:creationId xmlns:a16="http://schemas.microsoft.com/office/drawing/2014/main" id="{FA7F66D5-E961-C6AB-F9FA-B1C18EF5771F}"/>
                </a:ext>
              </a:extLst>
            </p:cNvPr>
            <p:cNvGrpSpPr/>
            <p:nvPr/>
          </p:nvGrpSpPr>
          <p:grpSpPr>
            <a:xfrm rot="10800000" flipH="1">
              <a:off x="3579750" y="3694875"/>
              <a:ext cx="1896400" cy="517800"/>
              <a:chOff x="5343650" y="1295775"/>
              <a:chExt cx="1896400" cy="517800"/>
            </a:xfrm>
          </p:grpSpPr>
          <p:sp>
            <p:nvSpPr>
              <p:cNvPr id="216" name="Google Shape;2216;p41">
                <a:extLst>
                  <a:ext uri="{FF2B5EF4-FFF2-40B4-BE49-F238E27FC236}">
                    <a16:creationId xmlns:a16="http://schemas.microsoft.com/office/drawing/2014/main" id="{B91F0D01-CD33-1D82-0122-895CFC5DDF49}"/>
                  </a:ext>
                </a:extLst>
              </p:cNvPr>
              <p:cNvSpPr/>
              <p:nvPr/>
            </p:nvSpPr>
            <p:spPr>
              <a:xfrm>
                <a:off x="7206375" y="1404575"/>
                <a:ext cx="33675" cy="4090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6360" extrusionOk="0">
                    <a:moveTo>
                      <a:pt x="1" y="1"/>
                    </a:moveTo>
                    <a:lnTo>
                      <a:pt x="1" y="16360"/>
                    </a:lnTo>
                    <a:lnTo>
                      <a:pt x="1346" y="16360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  <p:sp>
            <p:nvSpPr>
              <p:cNvPr id="217" name="Google Shape;2217;p41">
                <a:extLst>
                  <a:ext uri="{FF2B5EF4-FFF2-40B4-BE49-F238E27FC236}">
                    <a16:creationId xmlns:a16="http://schemas.microsoft.com/office/drawing/2014/main" id="{A1E1BFF7-92FF-F986-94A3-2BB3FFCD4C6E}"/>
                  </a:ext>
                </a:extLst>
              </p:cNvPr>
              <p:cNvSpPr/>
              <p:nvPr/>
            </p:nvSpPr>
            <p:spPr>
              <a:xfrm>
                <a:off x="5343650" y="1295775"/>
                <a:ext cx="1896400" cy="289050"/>
              </a:xfrm>
              <a:custGeom>
                <a:avLst/>
                <a:gdLst/>
                <a:ahLst/>
                <a:cxnLst/>
                <a:rect l="l" t="t" r="r" b="b"/>
                <a:pathLst>
                  <a:path w="75856" h="11562" extrusionOk="0">
                    <a:moveTo>
                      <a:pt x="4466" y="1274"/>
                    </a:moveTo>
                    <a:cubicBezTo>
                      <a:pt x="6204" y="1274"/>
                      <a:pt x="7633" y="2703"/>
                      <a:pt x="7633" y="4441"/>
                    </a:cubicBezTo>
                    <a:cubicBezTo>
                      <a:pt x="7633" y="6192"/>
                      <a:pt x="6204" y="7620"/>
                      <a:pt x="4466" y="7620"/>
                    </a:cubicBezTo>
                    <a:cubicBezTo>
                      <a:pt x="2716" y="7620"/>
                      <a:pt x="1299" y="6192"/>
                      <a:pt x="1299" y="4441"/>
                    </a:cubicBezTo>
                    <a:cubicBezTo>
                      <a:pt x="1299" y="2703"/>
                      <a:pt x="2716" y="1274"/>
                      <a:pt x="4466" y="1274"/>
                    </a:cubicBezTo>
                    <a:close/>
                    <a:moveTo>
                      <a:pt x="4466" y="0"/>
                    </a:moveTo>
                    <a:cubicBezTo>
                      <a:pt x="2001" y="0"/>
                      <a:pt x="1" y="1989"/>
                      <a:pt x="1" y="4453"/>
                    </a:cubicBezTo>
                    <a:cubicBezTo>
                      <a:pt x="1" y="6644"/>
                      <a:pt x="1585" y="8466"/>
                      <a:pt x="3668" y="8835"/>
                    </a:cubicBezTo>
                    <a:lnTo>
                      <a:pt x="3668" y="11561"/>
                    </a:lnTo>
                    <a:lnTo>
                      <a:pt x="5156" y="11561"/>
                    </a:lnTo>
                    <a:lnTo>
                      <a:pt x="5156" y="8847"/>
                    </a:lnTo>
                    <a:cubicBezTo>
                      <a:pt x="7097" y="8537"/>
                      <a:pt x="8633" y="6954"/>
                      <a:pt x="8883" y="5013"/>
                    </a:cubicBezTo>
                    <a:lnTo>
                      <a:pt x="75856" y="5013"/>
                    </a:lnTo>
                    <a:lnTo>
                      <a:pt x="75856" y="3679"/>
                    </a:lnTo>
                    <a:lnTo>
                      <a:pt x="8847" y="3679"/>
                    </a:lnTo>
                    <a:cubicBezTo>
                      <a:pt x="8478" y="1596"/>
                      <a:pt x="6657" y="0"/>
                      <a:pt x="4466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</p:grpSp>
        <p:sp>
          <p:nvSpPr>
            <p:cNvPr id="198" name="Google Shape;2218;p41">
              <a:extLst>
                <a:ext uri="{FF2B5EF4-FFF2-40B4-BE49-F238E27FC236}">
                  <a16:creationId xmlns:a16="http://schemas.microsoft.com/office/drawing/2014/main" id="{07BA998C-90E8-86CC-73B9-D5CF6AD2A2F0}"/>
                </a:ext>
              </a:extLst>
            </p:cNvPr>
            <p:cNvSpPr/>
            <p:nvPr/>
          </p:nvSpPr>
          <p:spPr>
            <a:xfrm>
              <a:off x="2981175" y="2567050"/>
              <a:ext cx="1435600" cy="823350"/>
            </a:xfrm>
            <a:custGeom>
              <a:avLst/>
              <a:gdLst/>
              <a:ahLst/>
              <a:cxnLst/>
              <a:rect l="l" t="t" r="r" b="b"/>
              <a:pathLst>
                <a:path w="57424" h="32934" extrusionOk="0">
                  <a:moveTo>
                    <a:pt x="6441" y="1"/>
                  </a:moveTo>
                  <a:lnTo>
                    <a:pt x="0" y="7061"/>
                  </a:lnTo>
                  <a:lnTo>
                    <a:pt x="6441" y="14288"/>
                  </a:lnTo>
                  <a:lnTo>
                    <a:pt x="18288" y="14288"/>
                  </a:lnTo>
                  <a:cubicBezTo>
                    <a:pt x="17205" y="16074"/>
                    <a:pt x="16585" y="18277"/>
                    <a:pt x="16585" y="20575"/>
                  </a:cubicBezTo>
                  <a:cubicBezTo>
                    <a:pt x="16585" y="27397"/>
                    <a:pt x="22122" y="32934"/>
                    <a:pt x="28944" y="32934"/>
                  </a:cubicBezTo>
                  <a:cubicBezTo>
                    <a:pt x="35778" y="32934"/>
                    <a:pt x="41315" y="27397"/>
                    <a:pt x="41315" y="20563"/>
                  </a:cubicBezTo>
                  <a:cubicBezTo>
                    <a:pt x="41315" y="18277"/>
                    <a:pt x="40684" y="16086"/>
                    <a:pt x="39600" y="14300"/>
                  </a:cubicBezTo>
                  <a:lnTo>
                    <a:pt x="50995" y="14300"/>
                  </a:lnTo>
                  <a:lnTo>
                    <a:pt x="57424" y="7299"/>
                  </a:lnTo>
                  <a:lnTo>
                    <a:pt x="50995" y="1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199" name="Google Shape;2219;p41">
              <a:extLst>
                <a:ext uri="{FF2B5EF4-FFF2-40B4-BE49-F238E27FC236}">
                  <a16:creationId xmlns:a16="http://schemas.microsoft.com/office/drawing/2014/main" id="{27130F11-BF8E-7B9C-073D-9F246FDC5667}"/>
                </a:ext>
              </a:extLst>
            </p:cNvPr>
            <p:cNvSpPr/>
            <p:nvPr/>
          </p:nvSpPr>
          <p:spPr>
            <a:xfrm>
              <a:off x="3466350" y="2841800"/>
              <a:ext cx="481025" cy="481025"/>
            </a:xfrm>
            <a:custGeom>
              <a:avLst/>
              <a:gdLst/>
              <a:ahLst/>
              <a:cxnLst/>
              <a:rect l="l" t="t" r="r" b="b"/>
              <a:pathLst>
                <a:path w="19241" h="19241" extrusionOk="0">
                  <a:moveTo>
                    <a:pt x="9621" y="0"/>
                  </a:moveTo>
                  <a:cubicBezTo>
                    <a:pt x="4310" y="0"/>
                    <a:pt x="0" y="4310"/>
                    <a:pt x="0" y="9621"/>
                  </a:cubicBezTo>
                  <a:cubicBezTo>
                    <a:pt x="0" y="14931"/>
                    <a:pt x="4310" y="19241"/>
                    <a:pt x="9621" y="19241"/>
                  </a:cubicBezTo>
                  <a:cubicBezTo>
                    <a:pt x="14931" y="19241"/>
                    <a:pt x="19241" y="14931"/>
                    <a:pt x="19241" y="9621"/>
                  </a:cubicBezTo>
                  <a:cubicBezTo>
                    <a:pt x="19241" y="4310"/>
                    <a:pt x="14931" y="0"/>
                    <a:pt x="9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sp>
          <p:nvSpPr>
            <p:cNvPr id="200" name="Google Shape;2220;p41">
              <a:extLst>
                <a:ext uri="{FF2B5EF4-FFF2-40B4-BE49-F238E27FC236}">
                  <a16:creationId xmlns:a16="http://schemas.microsoft.com/office/drawing/2014/main" id="{D11F1783-568A-12AF-8DF9-DA5E2AFFA9E3}"/>
                </a:ext>
              </a:extLst>
            </p:cNvPr>
            <p:cNvSpPr/>
            <p:nvPr/>
          </p:nvSpPr>
          <p:spPr>
            <a:xfrm>
              <a:off x="3503850" y="2879300"/>
              <a:ext cx="406025" cy="406025"/>
            </a:xfrm>
            <a:custGeom>
              <a:avLst/>
              <a:gdLst/>
              <a:ahLst/>
              <a:cxnLst/>
              <a:rect l="l" t="t" r="r" b="b"/>
              <a:pathLst>
                <a:path w="16241" h="16241" extrusionOk="0">
                  <a:moveTo>
                    <a:pt x="8121" y="441"/>
                  </a:moveTo>
                  <a:cubicBezTo>
                    <a:pt x="12359" y="441"/>
                    <a:pt x="15800" y="3882"/>
                    <a:pt x="15800" y="8121"/>
                  </a:cubicBezTo>
                  <a:cubicBezTo>
                    <a:pt x="15800" y="12359"/>
                    <a:pt x="12359" y="15812"/>
                    <a:pt x="8121" y="15812"/>
                  </a:cubicBezTo>
                  <a:cubicBezTo>
                    <a:pt x="3882" y="15812"/>
                    <a:pt x="429" y="12359"/>
                    <a:pt x="429" y="8121"/>
                  </a:cubicBezTo>
                  <a:cubicBezTo>
                    <a:pt x="429" y="3882"/>
                    <a:pt x="3882" y="441"/>
                    <a:pt x="8121" y="441"/>
                  </a:cubicBezTo>
                  <a:close/>
                  <a:moveTo>
                    <a:pt x="8121" y="1"/>
                  </a:moveTo>
                  <a:cubicBezTo>
                    <a:pt x="3644" y="1"/>
                    <a:pt x="0" y="3644"/>
                    <a:pt x="0" y="8121"/>
                  </a:cubicBezTo>
                  <a:cubicBezTo>
                    <a:pt x="0" y="12597"/>
                    <a:pt x="3644" y="16241"/>
                    <a:pt x="8121" y="16241"/>
                  </a:cubicBezTo>
                  <a:cubicBezTo>
                    <a:pt x="12597" y="16241"/>
                    <a:pt x="16241" y="12597"/>
                    <a:pt x="16241" y="8121"/>
                  </a:cubicBezTo>
                  <a:cubicBezTo>
                    <a:pt x="16241" y="3644"/>
                    <a:pt x="12597" y="1"/>
                    <a:pt x="8121" y="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grpSp>
          <p:nvGrpSpPr>
            <p:cNvPr id="201" name="Google Shape;2221;p41">
              <a:extLst>
                <a:ext uri="{FF2B5EF4-FFF2-40B4-BE49-F238E27FC236}">
                  <a16:creationId xmlns:a16="http://schemas.microsoft.com/office/drawing/2014/main" id="{CC2D2E84-2BB7-F3F5-C9CD-88CBC3BFCC37}"/>
                </a:ext>
              </a:extLst>
            </p:cNvPr>
            <p:cNvGrpSpPr/>
            <p:nvPr/>
          </p:nvGrpSpPr>
          <p:grpSpPr>
            <a:xfrm>
              <a:off x="3177025" y="2957575"/>
              <a:ext cx="1032600" cy="533725"/>
              <a:chOff x="3177025" y="2957575"/>
              <a:chExt cx="1032600" cy="533725"/>
            </a:xfrm>
          </p:grpSpPr>
          <p:sp>
            <p:nvSpPr>
              <p:cNvPr id="214" name="Google Shape;2222;p41">
                <a:extLst>
                  <a:ext uri="{FF2B5EF4-FFF2-40B4-BE49-F238E27FC236}">
                    <a16:creationId xmlns:a16="http://schemas.microsoft.com/office/drawing/2014/main" id="{E733C9D1-F5D4-B678-B082-65F0768CC19F}"/>
                  </a:ext>
                </a:extLst>
              </p:cNvPr>
              <p:cNvSpPr/>
              <p:nvPr/>
            </p:nvSpPr>
            <p:spPr>
              <a:xfrm>
                <a:off x="3177025" y="2979600"/>
                <a:ext cx="993600" cy="511700"/>
              </a:xfrm>
              <a:custGeom>
                <a:avLst/>
                <a:gdLst/>
                <a:ahLst/>
                <a:cxnLst/>
                <a:rect l="l" t="t" r="r" b="b"/>
                <a:pathLst>
                  <a:path w="39744" h="20468" extrusionOk="0">
                    <a:moveTo>
                      <a:pt x="36719" y="1"/>
                    </a:moveTo>
                    <a:lnTo>
                      <a:pt x="36767" y="239"/>
                    </a:lnTo>
                    <a:cubicBezTo>
                      <a:pt x="37041" y="1442"/>
                      <a:pt x="37184" y="2668"/>
                      <a:pt x="37184" y="3894"/>
                    </a:cubicBezTo>
                    <a:cubicBezTo>
                      <a:pt x="37184" y="12824"/>
                      <a:pt x="29933" y="20075"/>
                      <a:pt x="21003" y="20075"/>
                    </a:cubicBezTo>
                    <a:cubicBezTo>
                      <a:pt x="12085" y="20075"/>
                      <a:pt x="4834" y="12824"/>
                      <a:pt x="4834" y="3894"/>
                    </a:cubicBezTo>
                    <a:cubicBezTo>
                      <a:pt x="4834" y="2680"/>
                      <a:pt x="4965" y="1465"/>
                      <a:pt x="5239" y="287"/>
                    </a:cubicBezTo>
                    <a:lnTo>
                      <a:pt x="5287" y="37"/>
                    </a:lnTo>
                    <a:lnTo>
                      <a:pt x="0" y="37"/>
                    </a:lnTo>
                    <a:lnTo>
                      <a:pt x="0" y="442"/>
                    </a:lnTo>
                    <a:lnTo>
                      <a:pt x="4799" y="442"/>
                    </a:lnTo>
                    <a:cubicBezTo>
                      <a:pt x="4560" y="1573"/>
                      <a:pt x="4441" y="2728"/>
                      <a:pt x="4441" y="3894"/>
                    </a:cubicBezTo>
                    <a:cubicBezTo>
                      <a:pt x="4441" y="13038"/>
                      <a:pt x="11871" y="20468"/>
                      <a:pt x="21003" y="20468"/>
                    </a:cubicBezTo>
                    <a:cubicBezTo>
                      <a:pt x="30147" y="20468"/>
                      <a:pt x="37577" y="13038"/>
                      <a:pt x="37577" y="3894"/>
                    </a:cubicBezTo>
                    <a:cubicBezTo>
                      <a:pt x="37577" y="2716"/>
                      <a:pt x="37457" y="1537"/>
                      <a:pt x="37207" y="394"/>
                    </a:cubicBezTo>
                    <a:lnTo>
                      <a:pt x="39743" y="394"/>
                    </a:lnTo>
                    <a:lnTo>
                      <a:pt x="39743" y="1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  <p:sp>
            <p:nvSpPr>
              <p:cNvPr id="215" name="Google Shape;2223;p41">
                <a:extLst>
                  <a:ext uri="{FF2B5EF4-FFF2-40B4-BE49-F238E27FC236}">
                    <a16:creationId xmlns:a16="http://schemas.microsoft.com/office/drawing/2014/main" id="{B5D4DF9A-FDAF-F2B8-6224-CD1652BCB38B}"/>
                  </a:ext>
                </a:extLst>
              </p:cNvPr>
              <p:cNvSpPr/>
              <p:nvPr/>
            </p:nvSpPr>
            <p:spPr>
              <a:xfrm>
                <a:off x="4162850" y="2957575"/>
                <a:ext cx="4677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2156" extrusionOk="0">
                    <a:moveTo>
                      <a:pt x="1" y="1"/>
                    </a:moveTo>
                    <a:lnTo>
                      <a:pt x="1" y="2156"/>
                    </a:lnTo>
                    <a:lnTo>
                      <a:pt x="1870" y="10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sp>
          <p:nvSpPr>
            <p:cNvPr id="202" name="Google Shape;2224;p41">
              <a:extLst>
                <a:ext uri="{FF2B5EF4-FFF2-40B4-BE49-F238E27FC236}">
                  <a16:creationId xmlns:a16="http://schemas.microsoft.com/office/drawing/2014/main" id="{42DA43CB-9218-0148-AC98-3A44CBAEEBE8}"/>
                </a:ext>
              </a:extLst>
            </p:cNvPr>
            <p:cNvSpPr/>
            <p:nvPr/>
          </p:nvSpPr>
          <p:spPr>
            <a:xfrm>
              <a:off x="3663100" y="3584150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39"/>
                    <a:pt x="500" y="2239"/>
                    <a:pt x="1119" y="2239"/>
                  </a:cubicBezTo>
                  <a:cubicBezTo>
                    <a:pt x="1739" y="2239"/>
                    <a:pt x="2239" y="1739"/>
                    <a:pt x="2239" y="1120"/>
                  </a:cubicBezTo>
                  <a:cubicBezTo>
                    <a:pt x="2239" y="501"/>
                    <a:pt x="1739" y="1"/>
                    <a:pt x="1119" y="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203" name="Google Shape;2225;p41">
              <a:extLst>
                <a:ext uri="{FF2B5EF4-FFF2-40B4-BE49-F238E27FC236}">
                  <a16:creationId xmlns:a16="http://schemas.microsoft.com/office/drawing/2014/main" id="{637DF5B5-68F9-79A6-84D2-F923C215B030}"/>
                </a:ext>
              </a:extLst>
            </p:cNvPr>
            <p:cNvSpPr/>
            <p:nvPr/>
          </p:nvSpPr>
          <p:spPr>
            <a:xfrm>
              <a:off x="3663100" y="3706200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0"/>
                  </a:moveTo>
                  <a:cubicBezTo>
                    <a:pt x="500" y="0"/>
                    <a:pt x="0" y="500"/>
                    <a:pt x="0" y="1119"/>
                  </a:cubicBezTo>
                  <a:cubicBezTo>
                    <a:pt x="0" y="1738"/>
                    <a:pt x="500" y="2238"/>
                    <a:pt x="1119" y="2238"/>
                  </a:cubicBezTo>
                  <a:cubicBezTo>
                    <a:pt x="1739" y="2238"/>
                    <a:pt x="2239" y="1738"/>
                    <a:pt x="2239" y="1119"/>
                  </a:cubicBezTo>
                  <a:cubicBezTo>
                    <a:pt x="2239" y="500"/>
                    <a:pt x="1739" y="0"/>
                    <a:pt x="1119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204" name="Google Shape;2226;p41">
              <a:extLst>
                <a:ext uri="{FF2B5EF4-FFF2-40B4-BE49-F238E27FC236}">
                  <a16:creationId xmlns:a16="http://schemas.microsoft.com/office/drawing/2014/main" id="{2572E1E8-7E06-A616-C800-BE9201470611}"/>
                </a:ext>
              </a:extLst>
            </p:cNvPr>
            <p:cNvSpPr/>
            <p:nvPr/>
          </p:nvSpPr>
          <p:spPr>
            <a:xfrm>
              <a:off x="3663100" y="3828225"/>
              <a:ext cx="55975" cy="55975"/>
            </a:xfrm>
            <a:custGeom>
              <a:avLst/>
              <a:gdLst/>
              <a:ahLst/>
              <a:cxnLst/>
              <a:rect l="l" t="t" r="r" b="b"/>
              <a:pathLst>
                <a:path w="2239" h="2239" extrusionOk="0"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39"/>
                    <a:pt x="500" y="2239"/>
                    <a:pt x="1119" y="2239"/>
                  </a:cubicBezTo>
                  <a:cubicBezTo>
                    <a:pt x="1739" y="2239"/>
                    <a:pt x="2239" y="1739"/>
                    <a:pt x="2239" y="1120"/>
                  </a:cubicBezTo>
                  <a:cubicBezTo>
                    <a:pt x="2239" y="501"/>
                    <a:pt x="1739" y="1"/>
                    <a:pt x="1119" y="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sp>
          <p:nvSpPr>
            <p:cNvPr id="205" name="Google Shape;2227;p41">
              <a:extLst>
                <a:ext uri="{FF2B5EF4-FFF2-40B4-BE49-F238E27FC236}">
                  <a16:creationId xmlns:a16="http://schemas.microsoft.com/office/drawing/2014/main" id="{EA267BA1-5647-5708-C28F-C9B7A52E93DD}"/>
                </a:ext>
              </a:extLst>
            </p:cNvPr>
            <p:cNvSpPr/>
            <p:nvPr/>
          </p:nvSpPr>
          <p:spPr>
            <a:xfrm>
              <a:off x="3652075" y="4062475"/>
              <a:ext cx="78300" cy="78025"/>
            </a:xfrm>
            <a:custGeom>
              <a:avLst/>
              <a:gdLst/>
              <a:ahLst/>
              <a:cxnLst/>
              <a:rect l="l" t="t" r="r" b="b"/>
              <a:pathLst>
                <a:path w="3132" h="3121" extrusionOk="0">
                  <a:moveTo>
                    <a:pt x="1560" y="1"/>
                  </a:moveTo>
                  <a:cubicBezTo>
                    <a:pt x="703" y="1"/>
                    <a:pt x="1" y="691"/>
                    <a:pt x="1" y="1561"/>
                  </a:cubicBezTo>
                  <a:cubicBezTo>
                    <a:pt x="1" y="2418"/>
                    <a:pt x="703" y="3120"/>
                    <a:pt x="1560" y="3120"/>
                  </a:cubicBezTo>
                  <a:cubicBezTo>
                    <a:pt x="2430" y="3120"/>
                    <a:pt x="3132" y="2418"/>
                    <a:pt x="3132" y="1561"/>
                  </a:cubicBezTo>
                  <a:cubicBezTo>
                    <a:pt x="3132" y="691"/>
                    <a:pt x="2430" y="1"/>
                    <a:pt x="1560" y="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grpSp>
          <p:nvGrpSpPr>
            <p:cNvPr id="206" name="Google Shape;2228;p41">
              <a:extLst>
                <a:ext uri="{FF2B5EF4-FFF2-40B4-BE49-F238E27FC236}">
                  <a16:creationId xmlns:a16="http://schemas.microsoft.com/office/drawing/2014/main" id="{30B8D015-1A3C-8C1D-6BE8-C4B1C858F6DE}"/>
                </a:ext>
              </a:extLst>
            </p:cNvPr>
            <p:cNvGrpSpPr/>
            <p:nvPr/>
          </p:nvGrpSpPr>
          <p:grpSpPr>
            <a:xfrm>
              <a:off x="3594925" y="2968900"/>
              <a:ext cx="225650" cy="225350"/>
              <a:chOff x="3594925" y="2968900"/>
              <a:chExt cx="225650" cy="225350"/>
            </a:xfrm>
          </p:grpSpPr>
          <p:sp>
            <p:nvSpPr>
              <p:cNvPr id="210" name="Google Shape;2229;p41">
                <a:extLst>
                  <a:ext uri="{FF2B5EF4-FFF2-40B4-BE49-F238E27FC236}">
                    <a16:creationId xmlns:a16="http://schemas.microsoft.com/office/drawing/2014/main" id="{DD1C0AAD-419A-0692-F189-0C4EEB1863AF}"/>
                  </a:ext>
                </a:extLst>
              </p:cNvPr>
              <p:cNvSpPr/>
              <p:nvPr/>
            </p:nvSpPr>
            <p:spPr>
              <a:xfrm>
                <a:off x="3594925" y="2968900"/>
                <a:ext cx="225650" cy="225350"/>
              </a:xfrm>
              <a:custGeom>
                <a:avLst/>
                <a:gdLst/>
                <a:ahLst/>
                <a:cxnLst/>
                <a:rect l="l" t="t" r="r" b="b"/>
                <a:pathLst>
                  <a:path w="9026" h="9014" extrusionOk="0">
                    <a:moveTo>
                      <a:pt x="4513" y="584"/>
                    </a:moveTo>
                    <a:cubicBezTo>
                      <a:pt x="6680" y="584"/>
                      <a:pt x="8442" y="2346"/>
                      <a:pt x="8442" y="4501"/>
                    </a:cubicBezTo>
                    <a:cubicBezTo>
                      <a:pt x="8442" y="6668"/>
                      <a:pt x="6680" y="8430"/>
                      <a:pt x="4513" y="8430"/>
                    </a:cubicBezTo>
                    <a:cubicBezTo>
                      <a:pt x="2346" y="8430"/>
                      <a:pt x="584" y="6668"/>
                      <a:pt x="584" y="4501"/>
                    </a:cubicBezTo>
                    <a:cubicBezTo>
                      <a:pt x="584" y="2346"/>
                      <a:pt x="2346" y="584"/>
                      <a:pt x="4513" y="584"/>
                    </a:cubicBezTo>
                    <a:close/>
                    <a:moveTo>
                      <a:pt x="4513" y="0"/>
                    </a:moveTo>
                    <a:cubicBezTo>
                      <a:pt x="2025" y="0"/>
                      <a:pt x="1" y="2024"/>
                      <a:pt x="1" y="4501"/>
                    </a:cubicBezTo>
                    <a:cubicBezTo>
                      <a:pt x="1" y="6989"/>
                      <a:pt x="2025" y="9013"/>
                      <a:pt x="4513" y="9013"/>
                    </a:cubicBezTo>
                    <a:cubicBezTo>
                      <a:pt x="7002" y="9013"/>
                      <a:pt x="9026" y="6989"/>
                      <a:pt x="9026" y="4501"/>
                    </a:cubicBezTo>
                    <a:cubicBezTo>
                      <a:pt x="9026" y="2024"/>
                      <a:pt x="7002" y="0"/>
                      <a:pt x="4513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11" name="Google Shape;2230;p41">
                <a:extLst>
                  <a:ext uri="{FF2B5EF4-FFF2-40B4-BE49-F238E27FC236}">
                    <a16:creationId xmlns:a16="http://schemas.microsoft.com/office/drawing/2014/main" id="{F6CC1427-6421-C877-1AF3-4FB4A59E5B8A}"/>
                  </a:ext>
                </a:extLst>
              </p:cNvPr>
              <p:cNvSpPr/>
              <p:nvPr/>
            </p:nvSpPr>
            <p:spPr>
              <a:xfrm>
                <a:off x="3661900" y="2968900"/>
                <a:ext cx="92000" cy="225350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9014" extrusionOk="0">
                    <a:moveTo>
                      <a:pt x="1834" y="584"/>
                    </a:moveTo>
                    <a:cubicBezTo>
                      <a:pt x="2358" y="584"/>
                      <a:pt x="3096" y="2072"/>
                      <a:pt x="3096" y="4501"/>
                    </a:cubicBezTo>
                    <a:cubicBezTo>
                      <a:pt x="3096" y="6942"/>
                      <a:pt x="2358" y="8430"/>
                      <a:pt x="1834" y="8430"/>
                    </a:cubicBezTo>
                    <a:cubicBezTo>
                      <a:pt x="1310" y="8430"/>
                      <a:pt x="584" y="6942"/>
                      <a:pt x="584" y="4501"/>
                    </a:cubicBezTo>
                    <a:cubicBezTo>
                      <a:pt x="584" y="2072"/>
                      <a:pt x="1310" y="584"/>
                      <a:pt x="1834" y="584"/>
                    </a:cubicBezTo>
                    <a:close/>
                    <a:moveTo>
                      <a:pt x="1834" y="0"/>
                    </a:moveTo>
                    <a:cubicBezTo>
                      <a:pt x="644" y="0"/>
                      <a:pt x="1" y="2322"/>
                      <a:pt x="1" y="4501"/>
                    </a:cubicBezTo>
                    <a:cubicBezTo>
                      <a:pt x="1" y="6692"/>
                      <a:pt x="644" y="9013"/>
                      <a:pt x="1834" y="9013"/>
                    </a:cubicBezTo>
                    <a:cubicBezTo>
                      <a:pt x="3037" y="9013"/>
                      <a:pt x="3680" y="6692"/>
                      <a:pt x="3680" y="4501"/>
                    </a:cubicBezTo>
                    <a:cubicBezTo>
                      <a:pt x="3680" y="2322"/>
                      <a:pt x="3037" y="0"/>
                      <a:pt x="1834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12" name="Google Shape;2231;p41">
                <a:extLst>
                  <a:ext uri="{FF2B5EF4-FFF2-40B4-BE49-F238E27FC236}">
                    <a16:creationId xmlns:a16="http://schemas.microsoft.com/office/drawing/2014/main" id="{FC2F24DD-B293-144E-9356-5220555B05DA}"/>
                  </a:ext>
                </a:extLst>
              </p:cNvPr>
              <p:cNvSpPr/>
              <p:nvPr/>
            </p:nvSpPr>
            <p:spPr>
              <a:xfrm>
                <a:off x="3611600" y="3032300"/>
                <a:ext cx="1935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84" extrusionOk="0">
                    <a:moveTo>
                      <a:pt x="1" y="0"/>
                    </a:moveTo>
                    <a:lnTo>
                      <a:pt x="1" y="584"/>
                    </a:lnTo>
                    <a:lnTo>
                      <a:pt x="7740" y="584"/>
                    </a:lnTo>
                    <a:lnTo>
                      <a:pt x="774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13" name="Google Shape;2232;p41">
                <a:extLst>
                  <a:ext uri="{FF2B5EF4-FFF2-40B4-BE49-F238E27FC236}">
                    <a16:creationId xmlns:a16="http://schemas.microsoft.com/office/drawing/2014/main" id="{033F3EC8-732C-E7E1-5CA7-FA7BEF73B890}"/>
                  </a:ext>
                </a:extLst>
              </p:cNvPr>
              <p:cNvSpPr/>
              <p:nvPr/>
            </p:nvSpPr>
            <p:spPr>
              <a:xfrm>
                <a:off x="3611600" y="3116825"/>
                <a:ext cx="193500" cy="14625"/>
              </a:xfrm>
              <a:custGeom>
                <a:avLst/>
                <a:gdLst/>
                <a:ahLst/>
                <a:cxnLst/>
                <a:rect l="l" t="t" r="r" b="b"/>
                <a:pathLst>
                  <a:path w="7740" h="585" extrusionOk="0">
                    <a:moveTo>
                      <a:pt x="1" y="1"/>
                    </a:moveTo>
                    <a:lnTo>
                      <a:pt x="1" y="584"/>
                    </a:lnTo>
                    <a:lnTo>
                      <a:pt x="7740" y="584"/>
                    </a:lnTo>
                    <a:lnTo>
                      <a:pt x="7740" y="1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sp>
          <p:nvSpPr>
            <p:cNvPr id="207" name="Google Shape;2233;p41">
              <a:extLst>
                <a:ext uri="{FF2B5EF4-FFF2-40B4-BE49-F238E27FC236}">
                  <a16:creationId xmlns:a16="http://schemas.microsoft.com/office/drawing/2014/main" id="{2BFAE0EF-9BAE-7290-6223-216020311C9C}"/>
                </a:ext>
              </a:extLst>
            </p:cNvPr>
            <p:cNvSpPr txBox="1"/>
            <p:nvPr/>
          </p:nvSpPr>
          <p:spPr>
            <a:xfrm>
              <a:off x="2844412" y="1948924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Build</a:t>
              </a:r>
              <a:endParaRPr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8" name="Google Shape;2234;p41">
              <a:extLst>
                <a:ext uri="{FF2B5EF4-FFF2-40B4-BE49-F238E27FC236}">
                  <a16:creationId xmlns:a16="http://schemas.microsoft.com/office/drawing/2014/main" id="{82071345-F5C8-56ED-15CF-BF25F2D15D76}"/>
                </a:ext>
              </a:extLst>
            </p:cNvPr>
            <p:cNvSpPr txBox="1"/>
            <p:nvPr/>
          </p:nvSpPr>
          <p:spPr>
            <a:xfrm>
              <a:off x="2844412" y="2182798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j-lt"/>
                  <a:ea typeface="Roboto"/>
                  <a:cs typeface="Roboto"/>
                  <a:sym typeface="Roboto"/>
                </a:rPr>
                <a:t>Build the application</a:t>
              </a:r>
              <a:endParaRPr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235;p41">
              <a:extLst>
                <a:ext uri="{FF2B5EF4-FFF2-40B4-BE49-F238E27FC236}">
                  <a16:creationId xmlns:a16="http://schemas.microsoft.com/office/drawing/2014/main" id="{002C7DCC-9A12-873B-764A-A680EDBF90C1}"/>
                </a:ext>
              </a:extLst>
            </p:cNvPr>
            <p:cNvSpPr txBox="1"/>
            <p:nvPr/>
          </p:nvSpPr>
          <p:spPr>
            <a:xfrm>
              <a:off x="3105175" y="2569250"/>
              <a:ext cx="1178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Step 2</a:t>
              </a:r>
              <a:endParaRPr sz="2400" dirty="0">
                <a:solidFill>
                  <a:srgbClr val="FFFFFF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8" name="Google Shape;2236;p41">
            <a:extLst>
              <a:ext uri="{FF2B5EF4-FFF2-40B4-BE49-F238E27FC236}">
                <a16:creationId xmlns:a16="http://schemas.microsoft.com/office/drawing/2014/main" id="{F3FA5B12-48E2-B5EC-CEC7-B4B8ACAB59D0}"/>
              </a:ext>
            </a:extLst>
          </p:cNvPr>
          <p:cNvGrpSpPr/>
          <p:nvPr/>
        </p:nvGrpSpPr>
        <p:grpSpPr>
          <a:xfrm>
            <a:off x="743452" y="1515927"/>
            <a:ext cx="4061762" cy="3837704"/>
            <a:chOff x="1070687" y="1295775"/>
            <a:chExt cx="2649588" cy="2277275"/>
          </a:xfrm>
        </p:grpSpPr>
        <p:grpSp>
          <p:nvGrpSpPr>
            <p:cNvPr id="219" name="Google Shape;2237;p41">
              <a:extLst>
                <a:ext uri="{FF2B5EF4-FFF2-40B4-BE49-F238E27FC236}">
                  <a16:creationId xmlns:a16="http://schemas.microsoft.com/office/drawing/2014/main" id="{C5016FBF-1BD4-3175-679A-F2071E53A5BA}"/>
                </a:ext>
              </a:extLst>
            </p:cNvPr>
            <p:cNvGrpSpPr/>
            <p:nvPr/>
          </p:nvGrpSpPr>
          <p:grpSpPr>
            <a:xfrm>
              <a:off x="1823875" y="1295775"/>
              <a:ext cx="1896400" cy="517800"/>
              <a:chOff x="5343650" y="1295775"/>
              <a:chExt cx="1896400" cy="517800"/>
            </a:xfrm>
          </p:grpSpPr>
          <p:sp>
            <p:nvSpPr>
              <p:cNvPr id="248" name="Google Shape;2238;p41">
                <a:extLst>
                  <a:ext uri="{FF2B5EF4-FFF2-40B4-BE49-F238E27FC236}">
                    <a16:creationId xmlns:a16="http://schemas.microsoft.com/office/drawing/2014/main" id="{31310039-63F0-6EFC-6E1C-A7B01F681F77}"/>
                  </a:ext>
                </a:extLst>
              </p:cNvPr>
              <p:cNvSpPr/>
              <p:nvPr/>
            </p:nvSpPr>
            <p:spPr>
              <a:xfrm>
                <a:off x="7206375" y="1404575"/>
                <a:ext cx="33675" cy="4090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6360" extrusionOk="0">
                    <a:moveTo>
                      <a:pt x="1" y="1"/>
                    </a:moveTo>
                    <a:lnTo>
                      <a:pt x="1" y="16360"/>
                    </a:lnTo>
                    <a:lnTo>
                      <a:pt x="1346" y="16360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9" name="Google Shape;2239;p41">
                <a:extLst>
                  <a:ext uri="{FF2B5EF4-FFF2-40B4-BE49-F238E27FC236}">
                    <a16:creationId xmlns:a16="http://schemas.microsoft.com/office/drawing/2014/main" id="{ED2967B1-2778-F38E-0AE5-DC0EE4D8CD7D}"/>
                  </a:ext>
                </a:extLst>
              </p:cNvPr>
              <p:cNvSpPr/>
              <p:nvPr/>
            </p:nvSpPr>
            <p:spPr>
              <a:xfrm>
                <a:off x="5343650" y="1295775"/>
                <a:ext cx="1896400" cy="289050"/>
              </a:xfrm>
              <a:custGeom>
                <a:avLst/>
                <a:gdLst/>
                <a:ahLst/>
                <a:cxnLst/>
                <a:rect l="l" t="t" r="r" b="b"/>
                <a:pathLst>
                  <a:path w="75856" h="11562" extrusionOk="0">
                    <a:moveTo>
                      <a:pt x="4466" y="1274"/>
                    </a:moveTo>
                    <a:cubicBezTo>
                      <a:pt x="6204" y="1274"/>
                      <a:pt x="7633" y="2703"/>
                      <a:pt x="7633" y="4441"/>
                    </a:cubicBezTo>
                    <a:cubicBezTo>
                      <a:pt x="7633" y="6192"/>
                      <a:pt x="6204" y="7620"/>
                      <a:pt x="4466" y="7620"/>
                    </a:cubicBezTo>
                    <a:cubicBezTo>
                      <a:pt x="2716" y="7620"/>
                      <a:pt x="1299" y="6192"/>
                      <a:pt x="1299" y="4441"/>
                    </a:cubicBezTo>
                    <a:cubicBezTo>
                      <a:pt x="1299" y="2703"/>
                      <a:pt x="2716" y="1274"/>
                      <a:pt x="4466" y="1274"/>
                    </a:cubicBezTo>
                    <a:close/>
                    <a:moveTo>
                      <a:pt x="4466" y="0"/>
                    </a:moveTo>
                    <a:cubicBezTo>
                      <a:pt x="2001" y="0"/>
                      <a:pt x="1" y="1989"/>
                      <a:pt x="1" y="4453"/>
                    </a:cubicBezTo>
                    <a:cubicBezTo>
                      <a:pt x="1" y="6644"/>
                      <a:pt x="1585" y="8466"/>
                      <a:pt x="3668" y="8835"/>
                    </a:cubicBezTo>
                    <a:lnTo>
                      <a:pt x="3668" y="11561"/>
                    </a:lnTo>
                    <a:lnTo>
                      <a:pt x="5156" y="11561"/>
                    </a:lnTo>
                    <a:lnTo>
                      <a:pt x="5156" y="8847"/>
                    </a:lnTo>
                    <a:cubicBezTo>
                      <a:pt x="7097" y="8537"/>
                      <a:pt x="8633" y="6954"/>
                      <a:pt x="8883" y="5013"/>
                    </a:cubicBezTo>
                    <a:lnTo>
                      <a:pt x="75856" y="5013"/>
                    </a:lnTo>
                    <a:lnTo>
                      <a:pt x="75856" y="3679"/>
                    </a:lnTo>
                    <a:lnTo>
                      <a:pt x="8847" y="3679"/>
                    </a:lnTo>
                    <a:cubicBezTo>
                      <a:pt x="8478" y="1596"/>
                      <a:pt x="6657" y="0"/>
                      <a:pt x="4466" y="0"/>
                    </a:cubicBez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</p:grpSp>
        <p:sp>
          <p:nvSpPr>
            <p:cNvPr id="220" name="Google Shape;2240;p41">
              <a:extLst>
                <a:ext uri="{FF2B5EF4-FFF2-40B4-BE49-F238E27FC236}">
                  <a16:creationId xmlns:a16="http://schemas.microsoft.com/office/drawing/2014/main" id="{1DFCE4EB-C0A6-96E4-5492-C9AAE9A89F51}"/>
                </a:ext>
              </a:extLst>
            </p:cNvPr>
            <p:cNvSpPr/>
            <p:nvPr/>
          </p:nvSpPr>
          <p:spPr>
            <a:xfrm>
              <a:off x="1216075" y="2101525"/>
              <a:ext cx="1435600" cy="822750"/>
            </a:xfrm>
            <a:custGeom>
              <a:avLst/>
              <a:gdLst/>
              <a:ahLst/>
              <a:cxnLst/>
              <a:rect l="l" t="t" r="r" b="b"/>
              <a:pathLst>
                <a:path w="57424" h="32910" extrusionOk="0">
                  <a:moveTo>
                    <a:pt x="28944" y="1"/>
                  </a:moveTo>
                  <a:cubicBezTo>
                    <a:pt x="22122" y="1"/>
                    <a:pt x="16585" y="5513"/>
                    <a:pt x="16585" y="12347"/>
                  </a:cubicBezTo>
                  <a:cubicBezTo>
                    <a:pt x="16585" y="14645"/>
                    <a:pt x="17216" y="16836"/>
                    <a:pt x="18300" y="18622"/>
                  </a:cubicBezTo>
                  <a:lnTo>
                    <a:pt x="6441" y="18622"/>
                  </a:lnTo>
                  <a:lnTo>
                    <a:pt x="0" y="25861"/>
                  </a:lnTo>
                  <a:lnTo>
                    <a:pt x="6441" y="32909"/>
                  </a:lnTo>
                  <a:lnTo>
                    <a:pt x="50994" y="32909"/>
                  </a:lnTo>
                  <a:lnTo>
                    <a:pt x="57424" y="25623"/>
                  </a:lnTo>
                  <a:lnTo>
                    <a:pt x="50994" y="18622"/>
                  </a:lnTo>
                  <a:lnTo>
                    <a:pt x="39588" y="18622"/>
                  </a:lnTo>
                  <a:cubicBezTo>
                    <a:pt x="40672" y="16836"/>
                    <a:pt x="41303" y="14645"/>
                    <a:pt x="41303" y="12347"/>
                  </a:cubicBezTo>
                  <a:cubicBezTo>
                    <a:pt x="41303" y="5525"/>
                    <a:pt x="35778" y="1"/>
                    <a:pt x="28944" y="1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solidFill>
                  <a:srgbClr val="434343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2" name="Google Shape;2241;p41">
              <a:extLst>
                <a:ext uri="{FF2B5EF4-FFF2-40B4-BE49-F238E27FC236}">
                  <a16:creationId xmlns:a16="http://schemas.microsoft.com/office/drawing/2014/main" id="{02DD80B1-8FE2-96D6-9021-23FB92E80536}"/>
                </a:ext>
              </a:extLst>
            </p:cNvPr>
            <p:cNvSpPr/>
            <p:nvPr/>
          </p:nvSpPr>
          <p:spPr>
            <a:xfrm>
              <a:off x="1699150" y="2170275"/>
              <a:ext cx="481050" cy="480750"/>
            </a:xfrm>
            <a:custGeom>
              <a:avLst/>
              <a:gdLst/>
              <a:ahLst/>
              <a:cxnLst/>
              <a:rect l="l" t="t" r="r" b="b"/>
              <a:pathLst>
                <a:path w="19242" h="19230" extrusionOk="0">
                  <a:moveTo>
                    <a:pt x="9621" y="1"/>
                  </a:moveTo>
                  <a:cubicBezTo>
                    <a:pt x="4311" y="1"/>
                    <a:pt x="1" y="4311"/>
                    <a:pt x="1" y="9621"/>
                  </a:cubicBezTo>
                  <a:cubicBezTo>
                    <a:pt x="1" y="14931"/>
                    <a:pt x="4311" y="19230"/>
                    <a:pt x="9621" y="19230"/>
                  </a:cubicBezTo>
                  <a:cubicBezTo>
                    <a:pt x="14931" y="19230"/>
                    <a:pt x="19241" y="14931"/>
                    <a:pt x="19241" y="9621"/>
                  </a:cubicBezTo>
                  <a:cubicBezTo>
                    <a:pt x="19241" y="4311"/>
                    <a:pt x="14931" y="1"/>
                    <a:pt x="9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sp>
          <p:nvSpPr>
            <p:cNvPr id="223" name="Google Shape;2242;p41">
              <a:extLst>
                <a:ext uri="{FF2B5EF4-FFF2-40B4-BE49-F238E27FC236}">
                  <a16:creationId xmlns:a16="http://schemas.microsoft.com/office/drawing/2014/main" id="{E72C33ED-E9BD-AB77-3EB7-28E6CABCA52D}"/>
                </a:ext>
              </a:extLst>
            </p:cNvPr>
            <p:cNvSpPr/>
            <p:nvPr/>
          </p:nvSpPr>
          <p:spPr>
            <a:xfrm>
              <a:off x="1736675" y="2207800"/>
              <a:ext cx="406025" cy="405725"/>
            </a:xfrm>
            <a:custGeom>
              <a:avLst/>
              <a:gdLst/>
              <a:ahLst/>
              <a:cxnLst/>
              <a:rect l="l" t="t" r="r" b="b"/>
              <a:pathLst>
                <a:path w="16241" h="16229" extrusionOk="0">
                  <a:moveTo>
                    <a:pt x="8120" y="429"/>
                  </a:moveTo>
                  <a:cubicBezTo>
                    <a:pt x="12359" y="429"/>
                    <a:pt x="15812" y="3882"/>
                    <a:pt x="15812" y="8120"/>
                  </a:cubicBezTo>
                  <a:cubicBezTo>
                    <a:pt x="15812" y="12359"/>
                    <a:pt x="12359" y="15800"/>
                    <a:pt x="8120" y="15800"/>
                  </a:cubicBezTo>
                  <a:cubicBezTo>
                    <a:pt x="3881" y="15800"/>
                    <a:pt x="429" y="12359"/>
                    <a:pt x="429" y="8120"/>
                  </a:cubicBezTo>
                  <a:cubicBezTo>
                    <a:pt x="429" y="3882"/>
                    <a:pt x="3881" y="429"/>
                    <a:pt x="8120" y="429"/>
                  </a:cubicBezTo>
                  <a:close/>
                  <a:moveTo>
                    <a:pt x="8120" y="0"/>
                  </a:moveTo>
                  <a:cubicBezTo>
                    <a:pt x="3643" y="0"/>
                    <a:pt x="0" y="3643"/>
                    <a:pt x="0" y="8120"/>
                  </a:cubicBezTo>
                  <a:cubicBezTo>
                    <a:pt x="0" y="12597"/>
                    <a:pt x="3643" y="16228"/>
                    <a:pt x="8120" y="16228"/>
                  </a:cubicBezTo>
                  <a:cubicBezTo>
                    <a:pt x="12597" y="16228"/>
                    <a:pt x="16240" y="12597"/>
                    <a:pt x="16240" y="8120"/>
                  </a:cubicBezTo>
                  <a:cubicBezTo>
                    <a:pt x="16240" y="3643"/>
                    <a:pt x="12597" y="0"/>
                    <a:pt x="8120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grpSp>
          <p:nvGrpSpPr>
            <p:cNvPr id="224" name="Google Shape;2243;p41">
              <a:extLst>
                <a:ext uri="{FF2B5EF4-FFF2-40B4-BE49-F238E27FC236}">
                  <a16:creationId xmlns:a16="http://schemas.microsoft.com/office/drawing/2014/main" id="{DECBAE2F-496A-894F-9F97-8657104A0A5D}"/>
                </a:ext>
              </a:extLst>
            </p:cNvPr>
            <p:cNvGrpSpPr/>
            <p:nvPr/>
          </p:nvGrpSpPr>
          <p:grpSpPr>
            <a:xfrm>
              <a:off x="1409550" y="1996450"/>
              <a:ext cx="1037350" cy="533725"/>
              <a:chOff x="1409550" y="1996450"/>
              <a:chExt cx="1037350" cy="533725"/>
            </a:xfrm>
          </p:grpSpPr>
          <p:sp>
            <p:nvSpPr>
              <p:cNvPr id="246" name="Google Shape;2244;p41">
                <a:extLst>
                  <a:ext uri="{FF2B5EF4-FFF2-40B4-BE49-F238E27FC236}">
                    <a16:creationId xmlns:a16="http://schemas.microsoft.com/office/drawing/2014/main" id="{78BC3D0D-ABB1-315E-AD3B-FFE38D93622E}"/>
                  </a:ext>
                </a:extLst>
              </p:cNvPr>
              <p:cNvSpPr/>
              <p:nvPr/>
            </p:nvSpPr>
            <p:spPr>
              <a:xfrm>
                <a:off x="1409550" y="1996450"/>
                <a:ext cx="1003400" cy="511700"/>
              </a:xfrm>
              <a:custGeom>
                <a:avLst/>
                <a:gdLst/>
                <a:ahLst/>
                <a:cxnLst/>
                <a:rect l="l" t="t" r="r" b="b"/>
                <a:pathLst>
                  <a:path w="40136" h="20468" extrusionOk="0">
                    <a:moveTo>
                      <a:pt x="21205" y="1"/>
                    </a:moveTo>
                    <a:cubicBezTo>
                      <a:pt x="12073" y="1"/>
                      <a:pt x="4632" y="7430"/>
                      <a:pt x="4632" y="16574"/>
                    </a:cubicBezTo>
                    <a:cubicBezTo>
                      <a:pt x="4632" y="17741"/>
                      <a:pt x="4751" y="18896"/>
                      <a:pt x="5001" y="20027"/>
                    </a:cubicBezTo>
                    <a:lnTo>
                      <a:pt x="191" y="20027"/>
                    </a:lnTo>
                    <a:cubicBezTo>
                      <a:pt x="83" y="20027"/>
                      <a:pt x="0" y="20122"/>
                      <a:pt x="0" y="20229"/>
                    </a:cubicBezTo>
                    <a:cubicBezTo>
                      <a:pt x="0" y="20337"/>
                      <a:pt x="83" y="20432"/>
                      <a:pt x="191" y="20432"/>
                    </a:cubicBezTo>
                    <a:lnTo>
                      <a:pt x="5239" y="20432"/>
                    </a:lnTo>
                    <a:cubicBezTo>
                      <a:pt x="5298" y="20432"/>
                      <a:pt x="5358" y="20396"/>
                      <a:pt x="5394" y="20348"/>
                    </a:cubicBezTo>
                    <a:cubicBezTo>
                      <a:pt x="5429" y="20301"/>
                      <a:pt x="5453" y="20241"/>
                      <a:pt x="5429" y="20182"/>
                    </a:cubicBezTo>
                    <a:cubicBezTo>
                      <a:pt x="5167" y="19003"/>
                      <a:pt x="5025" y="17789"/>
                      <a:pt x="5025" y="16574"/>
                    </a:cubicBezTo>
                    <a:cubicBezTo>
                      <a:pt x="5025" y="7645"/>
                      <a:pt x="12287" y="394"/>
                      <a:pt x="21205" y="394"/>
                    </a:cubicBezTo>
                    <a:cubicBezTo>
                      <a:pt x="30123" y="394"/>
                      <a:pt x="37386" y="7645"/>
                      <a:pt x="37386" y="16574"/>
                    </a:cubicBezTo>
                    <a:cubicBezTo>
                      <a:pt x="37386" y="17801"/>
                      <a:pt x="37243" y="19039"/>
                      <a:pt x="36969" y="20229"/>
                    </a:cubicBezTo>
                    <a:cubicBezTo>
                      <a:pt x="36957" y="20277"/>
                      <a:pt x="36969" y="20348"/>
                      <a:pt x="37005" y="20396"/>
                    </a:cubicBezTo>
                    <a:cubicBezTo>
                      <a:pt x="37040" y="20444"/>
                      <a:pt x="37100" y="20468"/>
                      <a:pt x="37159" y="20468"/>
                    </a:cubicBezTo>
                    <a:lnTo>
                      <a:pt x="39946" y="20468"/>
                    </a:lnTo>
                    <a:cubicBezTo>
                      <a:pt x="40053" y="20468"/>
                      <a:pt x="40136" y="20372"/>
                      <a:pt x="40136" y="20265"/>
                    </a:cubicBezTo>
                    <a:cubicBezTo>
                      <a:pt x="40136" y="20158"/>
                      <a:pt x="40053" y="20075"/>
                      <a:pt x="39946" y="20075"/>
                    </a:cubicBezTo>
                    <a:lnTo>
                      <a:pt x="37410" y="20075"/>
                    </a:lnTo>
                    <a:cubicBezTo>
                      <a:pt x="37648" y="18932"/>
                      <a:pt x="37779" y="17753"/>
                      <a:pt x="37779" y="16574"/>
                    </a:cubicBezTo>
                    <a:cubicBezTo>
                      <a:pt x="37779" y="7430"/>
                      <a:pt x="30337" y="1"/>
                      <a:pt x="21205" y="1"/>
                    </a:cubicBez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  <p:sp>
            <p:nvSpPr>
              <p:cNvPr id="247" name="Google Shape;2245;p41">
                <a:extLst>
                  <a:ext uri="{FF2B5EF4-FFF2-40B4-BE49-F238E27FC236}">
                    <a16:creationId xmlns:a16="http://schemas.microsoft.com/office/drawing/2014/main" id="{09823B0E-7F6C-ADB3-B66D-3EE852961CD2}"/>
                  </a:ext>
                </a:extLst>
              </p:cNvPr>
              <p:cNvSpPr/>
              <p:nvPr/>
            </p:nvSpPr>
            <p:spPr>
              <a:xfrm>
                <a:off x="2400150" y="2476275"/>
                <a:ext cx="46750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2156" extrusionOk="0">
                    <a:moveTo>
                      <a:pt x="0" y="1"/>
                    </a:moveTo>
                    <a:lnTo>
                      <a:pt x="0" y="2156"/>
                    </a:lnTo>
                    <a:lnTo>
                      <a:pt x="1869" y="10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sp>
          <p:nvSpPr>
            <p:cNvPr id="225" name="Google Shape;2246;p41">
              <a:extLst>
                <a:ext uri="{FF2B5EF4-FFF2-40B4-BE49-F238E27FC236}">
                  <a16:creationId xmlns:a16="http://schemas.microsoft.com/office/drawing/2014/main" id="{9730783F-BFF1-14B0-0067-E3481A1D413B}"/>
                </a:ext>
              </a:extLst>
            </p:cNvPr>
            <p:cNvSpPr/>
            <p:nvPr/>
          </p:nvSpPr>
          <p:spPr>
            <a:xfrm>
              <a:off x="1911675" y="1868175"/>
              <a:ext cx="56000" cy="55975"/>
            </a:xfrm>
            <a:custGeom>
              <a:avLst/>
              <a:gdLst/>
              <a:ahLst/>
              <a:cxnLst/>
              <a:rect l="l" t="t" r="r" b="b"/>
              <a:pathLst>
                <a:path w="2240" h="2239" extrusionOk="0">
                  <a:moveTo>
                    <a:pt x="1120" y="0"/>
                  </a:moveTo>
                  <a:cubicBezTo>
                    <a:pt x="501" y="0"/>
                    <a:pt x="1" y="500"/>
                    <a:pt x="1" y="1119"/>
                  </a:cubicBezTo>
                  <a:cubicBezTo>
                    <a:pt x="1" y="1738"/>
                    <a:pt x="501" y="2239"/>
                    <a:pt x="1120" y="2239"/>
                  </a:cubicBezTo>
                  <a:cubicBezTo>
                    <a:pt x="1739" y="2239"/>
                    <a:pt x="2239" y="1738"/>
                    <a:pt x="2239" y="1119"/>
                  </a:cubicBezTo>
                  <a:cubicBezTo>
                    <a:pt x="2239" y="500"/>
                    <a:pt x="1739" y="0"/>
                    <a:pt x="1120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226" name="Google Shape;2247;p41">
              <a:extLst>
                <a:ext uri="{FF2B5EF4-FFF2-40B4-BE49-F238E27FC236}">
                  <a16:creationId xmlns:a16="http://schemas.microsoft.com/office/drawing/2014/main" id="{C863F929-DD5D-F461-BB85-BA662E38068D}"/>
                </a:ext>
              </a:extLst>
            </p:cNvPr>
            <p:cNvSpPr/>
            <p:nvPr/>
          </p:nvSpPr>
          <p:spPr>
            <a:xfrm>
              <a:off x="1911675" y="1746125"/>
              <a:ext cx="56000" cy="55975"/>
            </a:xfrm>
            <a:custGeom>
              <a:avLst/>
              <a:gdLst/>
              <a:ahLst/>
              <a:cxnLst/>
              <a:rect l="l" t="t" r="r" b="b"/>
              <a:pathLst>
                <a:path w="2240" h="2239" extrusionOk="0">
                  <a:moveTo>
                    <a:pt x="1120" y="1"/>
                  </a:moveTo>
                  <a:cubicBezTo>
                    <a:pt x="501" y="1"/>
                    <a:pt x="1" y="501"/>
                    <a:pt x="1" y="1120"/>
                  </a:cubicBezTo>
                  <a:cubicBezTo>
                    <a:pt x="1" y="1739"/>
                    <a:pt x="501" y="2239"/>
                    <a:pt x="1120" y="2239"/>
                  </a:cubicBezTo>
                  <a:cubicBezTo>
                    <a:pt x="1739" y="2239"/>
                    <a:pt x="2239" y="1739"/>
                    <a:pt x="2239" y="1120"/>
                  </a:cubicBezTo>
                  <a:cubicBezTo>
                    <a:pt x="2239" y="501"/>
                    <a:pt x="1739" y="1"/>
                    <a:pt x="1120" y="1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227" name="Google Shape;2248;p41">
              <a:extLst>
                <a:ext uri="{FF2B5EF4-FFF2-40B4-BE49-F238E27FC236}">
                  <a16:creationId xmlns:a16="http://schemas.microsoft.com/office/drawing/2014/main" id="{E8407A66-9F87-6F45-4642-4AD7A4B41410}"/>
                </a:ext>
              </a:extLst>
            </p:cNvPr>
            <p:cNvSpPr/>
            <p:nvPr/>
          </p:nvSpPr>
          <p:spPr>
            <a:xfrm>
              <a:off x="1911675" y="1624100"/>
              <a:ext cx="56000" cy="55975"/>
            </a:xfrm>
            <a:custGeom>
              <a:avLst/>
              <a:gdLst/>
              <a:ahLst/>
              <a:cxnLst/>
              <a:rect l="l" t="t" r="r" b="b"/>
              <a:pathLst>
                <a:path w="2240" h="2239" extrusionOk="0">
                  <a:moveTo>
                    <a:pt x="1120" y="0"/>
                  </a:moveTo>
                  <a:cubicBezTo>
                    <a:pt x="501" y="0"/>
                    <a:pt x="1" y="500"/>
                    <a:pt x="1" y="1119"/>
                  </a:cubicBezTo>
                  <a:cubicBezTo>
                    <a:pt x="1" y="1738"/>
                    <a:pt x="501" y="2238"/>
                    <a:pt x="1120" y="2238"/>
                  </a:cubicBezTo>
                  <a:cubicBezTo>
                    <a:pt x="1739" y="2238"/>
                    <a:pt x="2239" y="1738"/>
                    <a:pt x="2239" y="1119"/>
                  </a:cubicBezTo>
                  <a:cubicBezTo>
                    <a:pt x="2239" y="500"/>
                    <a:pt x="1739" y="0"/>
                    <a:pt x="1120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sp>
          <p:nvSpPr>
            <p:cNvPr id="228" name="Google Shape;2249;p41">
              <a:extLst>
                <a:ext uri="{FF2B5EF4-FFF2-40B4-BE49-F238E27FC236}">
                  <a16:creationId xmlns:a16="http://schemas.microsoft.com/office/drawing/2014/main" id="{6C9A0377-BC44-0F1B-D720-6D2993B4DCC5}"/>
                </a:ext>
              </a:extLst>
            </p:cNvPr>
            <p:cNvSpPr/>
            <p:nvPr/>
          </p:nvSpPr>
          <p:spPr>
            <a:xfrm>
              <a:off x="1894875" y="1368400"/>
              <a:ext cx="78000" cy="78325"/>
            </a:xfrm>
            <a:custGeom>
              <a:avLst/>
              <a:gdLst/>
              <a:ahLst/>
              <a:cxnLst/>
              <a:rect l="l" t="t" r="r" b="b"/>
              <a:pathLst>
                <a:path w="3120" h="3133" extrusionOk="0">
                  <a:moveTo>
                    <a:pt x="1560" y="1"/>
                  </a:moveTo>
                  <a:cubicBezTo>
                    <a:pt x="703" y="1"/>
                    <a:pt x="0" y="703"/>
                    <a:pt x="0" y="1560"/>
                  </a:cubicBezTo>
                  <a:cubicBezTo>
                    <a:pt x="0" y="2430"/>
                    <a:pt x="703" y="3132"/>
                    <a:pt x="1560" y="3132"/>
                  </a:cubicBezTo>
                  <a:cubicBezTo>
                    <a:pt x="2429" y="3132"/>
                    <a:pt x="3120" y="2430"/>
                    <a:pt x="3120" y="1560"/>
                  </a:cubicBezTo>
                  <a:cubicBezTo>
                    <a:pt x="3120" y="703"/>
                    <a:pt x="2429" y="1"/>
                    <a:pt x="1560" y="1"/>
                  </a:cubicBezTo>
                  <a:close/>
                </a:path>
              </a:pathLst>
            </a:custGeom>
            <a:solidFill>
              <a:srgbClr val="80B894"/>
            </a:solidFill>
            <a:ln>
              <a:solidFill>
                <a:srgbClr val="80B89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latin typeface="+mj-lt"/>
              </a:endParaRPr>
            </a:p>
          </p:txBody>
        </p:sp>
        <p:sp>
          <p:nvSpPr>
            <p:cNvPr id="229" name="Google Shape;2250;p41">
              <a:extLst>
                <a:ext uri="{FF2B5EF4-FFF2-40B4-BE49-F238E27FC236}">
                  <a16:creationId xmlns:a16="http://schemas.microsoft.com/office/drawing/2014/main" id="{22D5FF38-BAD5-CE5E-CA2D-846B036CB7D3}"/>
                </a:ext>
              </a:extLst>
            </p:cNvPr>
            <p:cNvSpPr/>
            <p:nvPr/>
          </p:nvSpPr>
          <p:spPr>
            <a:xfrm>
              <a:off x="1827450" y="2503650"/>
              <a:ext cx="224450" cy="15525"/>
            </a:xfrm>
            <a:custGeom>
              <a:avLst/>
              <a:gdLst/>
              <a:ahLst/>
              <a:cxnLst/>
              <a:rect l="l" t="t" r="r" b="b"/>
              <a:pathLst>
                <a:path w="8978" h="621" extrusionOk="0">
                  <a:moveTo>
                    <a:pt x="286" y="1"/>
                  </a:moveTo>
                  <a:cubicBezTo>
                    <a:pt x="131" y="1"/>
                    <a:pt x="0" y="132"/>
                    <a:pt x="0" y="287"/>
                  </a:cubicBezTo>
                  <a:lnTo>
                    <a:pt x="0" y="334"/>
                  </a:lnTo>
                  <a:cubicBezTo>
                    <a:pt x="0" y="489"/>
                    <a:pt x="131" y="620"/>
                    <a:pt x="286" y="620"/>
                  </a:cubicBezTo>
                  <a:lnTo>
                    <a:pt x="8692" y="620"/>
                  </a:lnTo>
                  <a:cubicBezTo>
                    <a:pt x="8847" y="620"/>
                    <a:pt x="8978" y="489"/>
                    <a:pt x="8978" y="334"/>
                  </a:cubicBezTo>
                  <a:lnTo>
                    <a:pt x="8978" y="287"/>
                  </a:lnTo>
                  <a:cubicBezTo>
                    <a:pt x="8978" y="132"/>
                    <a:pt x="8847" y="1"/>
                    <a:pt x="8692" y="1"/>
                  </a:cubicBez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+mj-lt"/>
              </a:endParaRPr>
            </a:p>
          </p:txBody>
        </p:sp>
        <p:grpSp>
          <p:nvGrpSpPr>
            <p:cNvPr id="230" name="Google Shape;2251;p41">
              <a:extLst>
                <a:ext uri="{FF2B5EF4-FFF2-40B4-BE49-F238E27FC236}">
                  <a16:creationId xmlns:a16="http://schemas.microsoft.com/office/drawing/2014/main" id="{83226D9D-CABB-B8F8-7341-9077324795D4}"/>
                </a:ext>
              </a:extLst>
            </p:cNvPr>
            <p:cNvGrpSpPr/>
            <p:nvPr/>
          </p:nvGrpSpPr>
          <p:grpSpPr>
            <a:xfrm>
              <a:off x="1830425" y="2282800"/>
              <a:ext cx="218500" cy="224150"/>
              <a:chOff x="1830425" y="2282800"/>
              <a:chExt cx="218500" cy="224150"/>
            </a:xfrm>
          </p:grpSpPr>
          <p:sp>
            <p:nvSpPr>
              <p:cNvPr id="234" name="Google Shape;2252;p41">
                <a:extLst>
                  <a:ext uri="{FF2B5EF4-FFF2-40B4-BE49-F238E27FC236}">
                    <a16:creationId xmlns:a16="http://schemas.microsoft.com/office/drawing/2014/main" id="{6D83E8BC-1068-208F-3578-37A4D67AFDED}"/>
                  </a:ext>
                </a:extLst>
              </p:cNvPr>
              <p:cNvSpPr/>
              <p:nvPr/>
            </p:nvSpPr>
            <p:spPr>
              <a:xfrm>
                <a:off x="1868225" y="2384000"/>
                <a:ext cx="1700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490" extrusionOk="0">
                    <a:moveTo>
                      <a:pt x="1" y="1"/>
                    </a:moveTo>
                    <a:lnTo>
                      <a:pt x="1" y="3489"/>
                    </a:lnTo>
                    <a:lnTo>
                      <a:pt x="679" y="3489"/>
                    </a:ln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  <p:sp>
            <p:nvSpPr>
              <p:cNvPr id="235" name="Google Shape;2253;p41">
                <a:extLst>
                  <a:ext uri="{FF2B5EF4-FFF2-40B4-BE49-F238E27FC236}">
                    <a16:creationId xmlns:a16="http://schemas.microsoft.com/office/drawing/2014/main" id="{63CB2027-262D-9579-AB02-EE39ED745E3C}"/>
                  </a:ext>
                </a:extLst>
              </p:cNvPr>
              <p:cNvSpPr/>
              <p:nvPr/>
            </p:nvSpPr>
            <p:spPr>
              <a:xfrm>
                <a:off x="1856325" y="2366450"/>
                <a:ext cx="408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882" extrusionOk="0">
                    <a:moveTo>
                      <a:pt x="0" y="0"/>
                    </a:moveTo>
                    <a:lnTo>
                      <a:pt x="0" y="881"/>
                    </a:lnTo>
                    <a:lnTo>
                      <a:pt x="1632" y="881"/>
                    </a:lnTo>
                    <a:lnTo>
                      <a:pt x="1632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36" name="Google Shape;2254;p41">
                <a:extLst>
                  <a:ext uri="{FF2B5EF4-FFF2-40B4-BE49-F238E27FC236}">
                    <a16:creationId xmlns:a16="http://schemas.microsoft.com/office/drawing/2014/main" id="{E599EADB-8978-D4CB-2005-C34297592948}"/>
                  </a:ext>
                </a:extLst>
              </p:cNvPr>
              <p:cNvSpPr/>
              <p:nvPr/>
            </p:nvSpPr>
            <p:spPr>
              <a:xfrm>
                <a:off x="1856325" y="2464975"/>
                <a:ext cx="408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882" extrusionOk="0">
                    <a:moveTo>
                      <a:pt x="0" y="0"/>
                    </a:moveTo>
                    <a:lnTo>
                      <a:pt x="0" y="881"/>
                    </a:lnTo>
                    <a:lnTo>
                      <a:pt x="1632" y="881"/>
                    </a:lnTo>
                    <a:lnTo>
                      <a:pt x="1632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37" name="Google Shape;2255;p41">
                <a:extLst>
                  <a:ext uri="{FF2B5EF4-FFF2-40B4-BE49-F238E27FC236}">
                    <a16:creationId xmlns:a16="http://schemas.microsoft.com/office/drawing/2014/main" id="{44CD23E5-024A-02FE-6732-3D147B2E8605}"/>
                  </a:ext>
                </a:extLst>
              </p:cNvPr>
              <p:cNvSpPr/>
              <p:nvPr/>
            </p:nvSpPr>
            <p:spPr>
              <a:xfrm>
                <a:off x="1931325" y="2384000"/>
                <a:ext cx="1670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490" extrusionOk="0">
                    <a:moveTo>
                      <a:pt x="1" y="1"/>
                    </a:moveTo>
                    <a:lnTo>
                      <a:pt x="1" y="3489"/>
                    </a:lnTo>
                    <a:lnTo>
                      <a:pt x="667" y="3489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38" name="Google Shape;2256;p41">
                <a:extLst>
                  <a:ext uri="{FF2B5EF4-FFF2-40B4-BE49-F238E27FC236}">
                    <a16:creationId xmlns:a16="http://schemas.microsoft.com/office/drawing/2014/main" id="{95616DCD-19C1-8B7D-C1DD-1CD536FA4460}"/>
                  </a:ext>
                </a:extLst>
              </p:cNvPr>
              <p:cNvSpPr/>
              <p:nvPr/>
            </p:nvSpPr>
            <p:spPr>
              <a:xfrm>
                <a:off x="1919125" y="2366450"/>
                <a:ext cx="411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882" extrusionOk="0">
                    <a:moveTo>
                      <a:pt x="1" y="0"/>
                    </a:moveTo>
                    <a:lnTo>
                      <a:pt x="1" y="881"/>
                    </a:lnTo>
                    <a:lnTo>
                      <a:pt x="1644" y="881"/>
                    </a:lnTo>
                    <a:lnTo>
                      <a:pt x="1644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39" name="Google Shape;2257;p41">
                <a:extLst>
                  <a:ext uri="{FF2B5EF4-FFF2-40B4-BE49-F238E27FC236}">
                    <a16:creationId xmlns:a16="http://schemas.microsoft.com/office/drawing/2014/main" id="{229A200F-2CF5-3F0E-6F9F-81BF37390336}"/>
                  </a:ext>
                </a:extLst>
              </p:cNvPr>
              <p:cNvSpPr/>
              <p:nvPr/>
            </p:nvSpPr>
            <p:spPr>
              <a:xfrm>
                <a:off x="1919125" y="2464975"/>
                <a:ext cx="411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882" extrusionOk="0">
                    <a:moveTo>
                      <a:pt x="1" y="0"/>
                    </a:moveTo>
                    <a:lnTo>
                      <a:pt x="1" y="881"/>
                    </a:lnTo>
                    <a:lnTo>
                      <a:pt x="1644" y="881"/>
                    </a:lnTo>
                    <a:lnTo>
                      <a:pt x="1644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0" name="Google Shape;2258;p41">
                <a:extLst>
                  <a:ext uri="{FF2B5EF4-FFF2-40B4-BE49-F238E27FC236}">
                    <a16:creationId xmlns:a16="http://schemas.microsoft.com/office/drawing/2014/main" id="{ECDA5625-E0E2-7D8D-FF76-815E02049FBA}"/>
                  </a:ext>
                </a:extLst>
              </p:cNvPr>
              <p:cNvSpPr/>
              <p:nvPr/>
            </p:nvSpPr>
            <p:spPr>
              <a:xfrm>
                <a:off x="1994125" y="2384000"/>
                <a:ext cx="1700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490" extrusionOk="0">
                    <a:moveTo>
                      <a:pt x="1" y="1"/>
                    </a:moveTo>
                    <a:lnTo>
                      <a:pt x="1" y="3489"/>
                    </a:lnTo>
                    <a:lnTo>
                      <a:pt x="680" y="3489"/>
                    </a:lnTo>
                    <a:lnTo>
                      <a:pt x="680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latin typeface="+mj-lt"/>
                </a:endParaRPr>
              </a:p>
            </p:txBody>
          </p:sp>
          <p:sp>
            <p:nvSpPr>
              <p:cNvPr id="241" name="Google Shape;2259;p41">
                <a:extLst>
                  <a:ext uri="{FF2B5EF4-FFF2-40B4-BE49-F238E27FC236}">
                    <a16:creationId xmlns:a16="http://schemas.microsoft.com/office/drawing/2014/main" id="{FD529B20-13A8-7CBC-C53C-037E535CBB5A}"/>
                  </a:ext>
                </a:extLst>
              </p:cNvPr>
              <p:cNvSpPr/>
              <p:nvPr/>
            </p:nvSpPr>
            <p:spPr>
              <a:xfrm>
                <a:off x="1982225" y="2366450"/>
                <a:ext cx="408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882" extrusionOk="0">
                    <a:moveTo>
                      <a:pt x="1" y="0"/>
                    </a:moveTo>
                    <a:lnTo>
                      <a:pt x="1" y="881"/>
                    </a:lnTo>
                    <a:lnTo>
                      <a:pt x="1632" y="881"/>
                    </a:lnTo>
                    <a:lnTo>
                      <a:pt x="1632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2" name="Google Shape;2260;p41">
                <a:extLst>
                  <a:ext uri="{FF2B5EF4-FFF2-40B4-BE49-F238E27FC236}">
                    <a16:creationId xmlns:a16="http://schemas.microsoft.com/office/drawing/2014/main" id="{C68F79AC-57FB-6C6F-472D-FC6C7F835447}"/>
                  </a:ext>
                </a:extLst>
              </p:cNvPr>
              <p:cNvSpPr/>
              <p:nvPr/>
            </p:nvSpPr>
            <p:spPr>
              <a:xfrm>
                <a:off x="1982225" y="2464975"/>
                <a:ext cx="408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882" extrusionOk="0">
                    <a:moveTo>
                      <a:pt x="1" y="0"/>
                    </a:moveTo>
                    <a:lnTo>
                      <a:pt x="1" y="881"/>
                    </a:lnTo>
                    <a:lnTo>
                      <a:pt x="1632" y="881"/>
                    </a:lnTo>
                    <a:lnTo>
                      <a:pt x="1632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3" name="Google Shape;2261;p41">
                <a:extLst>
                  <a:ext uri="{FF2B5EF4-FFF2-40B4-BE49-F238E27FC236}">
                    <a16:creationId xmlns:a16="http://schemas.microsoft.com/office/drawing/2014/main" id="{E1A7DF33-32C4-306F-3239-E3371B9DEA09}"/>
                  </a:ext>
                </a:extLst>
              </p:cNvPr>
              <p:cNvSpPr/>
              <p:nvPr/>
            </p:nvSpPr>
            <p:spPr>
              <a:xfrm>
                <a:off x="1830425" y="2282800"/>
                <a:ext cx="2185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8740" h="3168" extrusionOk="0">
                    <a:moveTo>
                      <a:pt x="4370" y="1"/>
                    </a:moveTo>
                    <a:lnTo>
                      <a:pt x="1" y="3168"/>
                    </a:lnTo>
                    <a:lnTo>
                      <a:pt x="8740" y="3168"/>
                    </a:lnTo>
                    <a:lnTo>
                      <a:pt x="4370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4" name="Google Shape;2262;p41">
                <a:extLst>
                  <a:ext uri="{FF2B5EF4-FFF2-40B4-BE49-F238E27FC236}">
                    <a16:creationId xmlns:a16="http://schemas.microsoft.com/office/drawing/2014/main" id="{70CE178C-9A37-E268-62A2-FFB48A53760A}"/>
                  </a:ext>
                </a:extLst>
              </p:cNvPr>
              <p:cNvSpPr/>
              <p:nvPr/>
            </p:nvSpPr>
            <p:spPr>
              <a:xfrm>
                <a:off x="1840550" y="2487000"/>
                <a:ext cx="1982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798" extrusionOk="0">
                    <a:moveTo>
                      <a:pt x="0" y="0"/>
                    </a:moveTo>
                    <a:lnTo>
                      <a:pt x="0" y="798"/>
                    </a:lnTo>
                    <a:lnTo>
                      <a:pt x="7930" y="798"/>
                    </a:lnTo>
                    <a:lnTo>
                      <a:pt x="7930" y="0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solidFill>
                  <a:srgbClr val="80B894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  <p:sp>
            <p:nvSpPr>
              <p:cNvPr id="245" name="Google Shape;2263;p41">
                <a:extLst>
                  <a:ext uri="{FF2B5EF4-FFF2-40B4-BE49-F238E27FC236}">
                    <a16:creationId xmlns:a16="http://schemas.microsoft.com/office/drawing/2014/main" id="{EDEBC250-2288-7F93-96E7-E29C18A1D7DA}"/>
                  </a:ext>
                </a:extLst>
              </p:cNvPr>
              <p:cNvSpPr/>
              <p:nvPr/>
            </p:nvSpPr>
            <p:spPr>
              <a:xfrm>
                <a:off x="1840550" y="2361975"/>
                <a:ext cx="19825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406" extrusionOk="0">
                    <a:moveTo>
                      <a:pt x="0" y="1"/>
                    </a:moveTo>
                    <a:lnTo>
                      <a:pt x="0" y="405"/>
                    </a:lnTo>
                    <a:lnTo>
                      <a:pt x="7930" y="405"/>
                    </a:lnTo>
                    <a:lnTo>
                      <a:pt x="7930" y="1"/>
                    </a:lnTo>
                    <a:close/>
                  </a:path>
                </a:pathLst>
              </a:custGeom>
              <a:solidFill>
                <a:srgbClr val="80B8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+mj-lt"/>
                </a:endParaRPr>
              </a:p>
            </p:txBody>
          </p:sp>
        </p:grpSp>
        <p:sp>
          <p:nvSpPr>
            <p:cNvPr id="231" name="Google Shape;2264;p41">
              <a:extLst>
                <a:ext uri="{FF2B5EF4-FFF2-40B4-BE49-F238E27FC236}">
                  <a16:creationId xmlns:a16="http://schemas.microsoft.com/office/drawing/2014/main" id="{9B8C4A22-9086-DE23-D63C-E64E97AF5DC1}"/>
                </a:ext>
              </a:extLst>
            </p:cNvPr>
            <p:cNvSpPr txBox="1"/>
            <p:nvPr/>
          </p:nvSpPr>
          <p:spPr>
            <a:xfrm>
              <a:off x="1350625" y="2651025"/>
              <a:ext cx="1178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FFFFFF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Step 1</a:t>
              </a:r>
              <a:endParaRPr sz="2400" dirty="0">
                <a:solidFill>
                  <a:srgbClr val="FFFFFF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2" name="Google Shape;2265;p41">
              <a:extLst>
                <a:ext uri="{FF2B5EF4-FFF2-40B4-BE49-F238E27FC236}">
                  <a16:creationId xmlns:a16="http://schemas.microsoft.com/office/drawing/2014/main" id="{BD565B56-2234-256F-B0D7-D0F67ED1695E}"/>
                </a:ext>
              </a:extLst>
            </p:cNvPr>
            <p:cNvSpPr txBox="1"/>
            <p:nvPr/>
          </p:nvSpPr>
          <p:spPr>
            <a:xfrm>
              <a:off x="1070687" y="3052050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80B894"/>
                  </a:solidFill>
                  <a:latin typeface="+mj-lt"/>
                  <a:ea typeface="Fira Sans Extra Condensed Medium"/>
                  <a:cs typeface="Fira Sans Extra Condensed Medium"/>
                  <a:sym typeface="Fira Sans Extra Condensed Medium"/>
                </a:rPr>
                <a:t>Requirements</a:t>
              </a:r>
              <a:endParaRPr sz="2000" dirty="0">
                <a:solidFill>
                  <a:srgbClr val="80B894"/>
                </a:solidFill>
                <a:latin typeface="+mj-lt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3" name="Google Shape;2266;p41">
              <a:extLst>
                <a:ext uri="{FF2B5EF4-FFF2-40B4-BE49-F238E27FC236}">
                  <a16:creationId xmlns:a16="http://schemas.microsoft.com/office/drawing/2014/main" id="{B72AE45A-F09B-732F-B7A7-10A1F07A086D}"/>
                </a:ext>
              </a:extLst>
            </p:cNvPr>
            <p:cNvSpPr txBox="1"/>
            <p:nvPr/>
          </p:nvSpPr>
          <p:spPr>
            <a:xfrm>
              <a:off x="1070687" y="3331250"/>
              <a:ext cx="17151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80B894"/>
                  </a:solidFill>
                  <a:latin typeface="+mj-lt"/>
                  <a:ea typeface="Roboto"/>
                  <a:cs typeface="Roboto"/>
                  <a:sym typeface="Roboto"/>
                </a:rPr>
                <a:t>Understand business requirements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854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0563-8A24-1912-3E8E-81520F93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9C1746-7A1A-B892-847C-E8B277E92282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B567EC-E801-3E28-2B35-98470917394E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Security Best Practices for Sovereign Bank</a:t>
            </a:r>
            <a:br>
              <a:rPr lang="en-US" sz="4000" dirty="0">
                <a:solidFill>
                  <a:schemeClr val="accent6"/>
                </a:solidFill>
              </a:rPr>
            </a:br>
            <a:r>
              <a:rPr lang="en-US" sz="4000" dirty="0">
                <a:solidFill>
                  <a:schemeClr val="accent6"/>
                </a:solidFill>
              </a:rPr>
              <a:t>- Scoped application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0BBD1-1E62-51F3-1250-2E67AE99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grpSp>
        <p:nvGrpSpPr>
          <p:cNvPr id="10" name="Google Shape;161;p29">
            <a:extLst>
              <a:ext uri="{FF2B5EF4-FFF2-40B4-BE49-F238E27FC236}">
                <a16:creationId xmlns:a16="http://schemas.microsoft.com/office/drawing/2014/main" id="{E7E1E1DF-8F72-1A39-96C4-E1C7A5694999}"/>
              </a:ext>
            </a:extLst>
          </p:cNvPr>
          <p:cNvGrpSpPr/>
          <p:nvPr/>
        </p:nvGrpSpPr>
        <p:grpSpPr>
          <a:xfrm>
            <a:off x="3890077" y="1887756"/>
            <a:ext cx="3539556" cy="3777869"/>
            <a:chOff x="196269" y="-35131"/>
            <a:chExt cx="4117010" cy="5284424"/>
          </a:xfrm>
        </p:grpSpPr>
        <p:grpSp>
          <p:nvGrpSpPr>
            <p:cNvPr id="11" name="Google Shape;162;p29">
              <a:extLst>
                <a:ext uri="{FF2B5EF4-FFF2-40B4-BE49-F238E27FC236}">
                  <a16:creationId xmlns:a16="http://schemas.microsoft.com/office/drawing/2014/main" id="{0FD23E1E-714C-5A05-7622-C5E3ADB84664}"/>
                </a:ext>
              </a:extLst>
            </p:cNvPr>
            <p:cNvGrpSpPr/>
            <p:nvPr/>
          </p:nvGrpSpPr>
          <p:grpSpPr>
            <a:xfrm>
              <a:off x="196269" y="-35131"/>
              <a:ext cx="4117010" cy="4393434"/>
              <a:chOff x="43869" y="-35131"/>
              <a:chExt cx="4117010" cy="4393434"/>
            </a:xfrm>
          </p:grpSpPr>
          <p:sp>
            <p:nvSpPr>
              <p:cNvPr id="20" name="Google Shape;163;p29">
                <a:extLst>
                  <a:ext uri="{FF2B5EF4-FFF2-40B4-BE49-F238E27FC236}">
                    <a16:creationId xmlns:a16="http://schemas.microsoft.com/office/drawing/2014/main" id="{49B6B59F-6A4B-2642-BA17-BE125489087E}"/>
                  </a:ext>
                </a:extLst>
              </p:cNvPr>
              <p:cNvSpPr/>
              <p:nvPr/>
            </p:nvSpPr>
            <p:spPr>
              <a:xfrm>
                <a:off x="3778000" y="1055743"/>
                <a:ext cx="227152" cy="22569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1"/>
                    </a:moveTo>
                    <a:cubicBezTo>
                      <a:pt x="788" y="1"/>
                      <a:pt x="361" y="285"/>
                      <a:pt x="181" y="723"/>
                    </a:cubicBezTo>
                    <a:cubicBezTo>
                      <a:pt x="0" y="1158"/>
                      <a:pt x="100" y="1661"/>
                      <a:pt x="434" y="1994"/>
                    </a:cubicBezTo>
                    <a:cubicBezTo>
                      <a:pt x="657" y="2217"/>
                      <a:pt x="956" y="2336"/>
                      <a:pt x="1259" y="2336"/>
                    </a:cubicBezTo>
                    <a:cubicBezTo>
                      <a:pt x="1410" y="2336"/>
                      <a:pt x="1562" y="2307"/>
                      <a:pt x="1707" y="2247"/>
                    </a:cubicBezTo>
                    <a:cubicBezTo>
                      <a:pt x="2143" y="2067"/>
                      <a:pt x="2427" y="1640"/>
                      <a:pt x="2427" y="1168"/>
                    </a:cubicBezTo>
                    <a:cubicBezTo>
                      <a:pt x="2427" y="524"/>
                      <a:pt x="1904" y="1"/>
                      <a:pt x="126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" name="Google Shape;164;p29">
                <a:extLst>
                  <a:ext uri="{FF2B5EF4-FFF2-40B4-BE49-F238E27FC236}">
                    <a16:creationId xmlns:a16="http://schemas.microsoft.com/office/drawing/2014/main" id="{9D14348F-6F5B-CA45-B10E-F7A419445350}"/>
                  </a:ext>
                </a:extLst>
              </p:cNvPr>
              <p:cNvGrpSpPr/>
              <p:nvPr/>
            </p:nvGrpSpPr>
            <p:grpSpPr>
              <a:xfrm>
                <a:off x="43869" y="-35131"/>
                <a:ext cx="4117010" cy="4393434"/>
                <a:chOff x="-6861500" y="-774675"/>
                <a:chExt cx="4221275" cy="4504700"/>
              </a:xfrm>
            </p:grpSpPr>
            <p:sp>
              <p:nvSpPr>
                <p:cNvPr id="22" name="Google Shape;165;p29">
                  <a:extLst>
                    <a:ext uri="{FF2B5EF4-FFF2-40B4-BE49-F238E27FC236}">
                      <a16:creationId xmlns:a16="http://schemas.microsoft.com/office/drawing/2014/main" id="{7EE059E1-B7BF-E750-3D0D-1AE97F13E5A8}"/>
                    </a:ext>
                  </a:extLst>
                </p:cNvPr>
                <p:cNvSpPr/>
                <p:nvPr/>
              </p:nvSpPr>
              <p:spPr>
                <a:xfrm>
                  <a:off x="-5567850" y="2977775"/>
                  <a:ext cx="2509100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644" extrusionOk="0">
                      <a:moveTo>
                        <a:pt x="7924" y="0"/>
                      </a:moveTo>
                      <a:lnTo>
                        <a:pt x="1" y="7643"/>
                      </a:lnTo>
                      <a:lnTo>
                        <a:pt x="100364" y="7643"/>
                      </a:lnTo>
                      <a:lnTo>
                        <a:pt x="924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166;p29">
                  <a:extLst>
                    <a:ext uri="{FF2B5EF4-FFF2-40B4-BE49-F238E27FC236}">
                      <a16:creationId xmlns:a16="http://schemas.microsoft.com/office/drawing/2014/main" id="{1B4F3B0B-898D-FA2B-776A-6A220A5D1BA7}"/>
                    </a:ext>
                  </a:extLst>
                </p:cNvPr>
                <p:cNvSpPr/>
                <p:nvPr/>
              </p:nvSpPr>
              <p:spPr>
                <a:xfrm>
                  <a:off x="-5576575" y="2971225"/>
                  <a:ext cx="2526575" cy="2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63" h="8166" extrusionOk="0">
                      <a:moveTo>
                        <a:pt x="92685" y="523"/>
                      </a:moveTo>
                      <a:lnTo>
                        <a:pt x="100069" y="7645"/>
                      </a:lnTo>
                      <a:lnTo>
                        <a:pt x="994" y="7645"/>
                      </a:lnTo>
                      <a:lnTo>
                        <a:pt x="8378" y="523"/>
                      </a:lnTo>
                      <a:close/>
                      <a:moveTo>
                        <a:pt x="8273" y="1"/>
                      </a:moveTo>
                      <a:cubicBezTo>
                        <a:pt x="8206" y="1"/>
                        <a:pt x="8141" y="27"/>
                        <a:pt x="8092" y="75"/>
                      </a:cubicBezTo>
                      <a:lnTo>
                        <a:pt x="170" y="7718"/>
                      </a:lnTo>
                      <a:cubicBezTo>
                        <a:pt x="0" y="7881"/>
                        <a:pt x="115" y="8166"/>
                        <a:pt x="350" y="8166"/>
                      </a:cubicBezTo>
                      <a:lnTo>
                        <a:pt x="100713" y="8166"/>
                      </a:lnTo>
                      <a:cubicBezTo>
                        <a:pt x="100948" y="8166"/>
                        <a:pt x="101063" y="7880"/>
                        <a:pt x="100893" y="7718"/>
                      </a:cubicBezTo>
                      <a:lnTo>
                        <a:pt x="92971" y="75"/>
                      </a:lnTo>
                      <a:cubicBezTo>
                        <a:pt x="92922" y="27"/>
                        <a:pt x="92857" y="1"/>
                        <a:pt x="9279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167;p29">
                  <a:extLst>
                    <a:ext uri="{FF2B5EF4-FFF2-40B4-BE49-F238E27FC236}">
                      <a16:creationId xmlns:a16="http://schemas.microsoft.com/office/drawing/2014/main" id="{F583710C-3183-C849-3C2D-FFFA51121F9D}"/>
                    </a:ext>
                  </a:extLst>
                </p:cNvPr>
                <p:cNvSpPr/>
                <p:nvPr/>
              </p:nvSpPr>
              <p:spPr>
                <a:xfrm>
                  <a:off x="-5367125" y="2980250"/>
                  <a:ext cx="2029575" cy="1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83" h="5698" extrusionOk="0">
                      <a:moveTo>
                        <a:pt x="40592" y="0"/>
                      </a:moveTo>
                      <a:cubicBezTo>
                        <a:pt x="18173" y="0"/>
                        <a:pt x="0" y="1276"/>
                        <a:pt x="0" y="2849"/>
                      </a:cubicBezTo>
                      <a:cubicBezTo>
                        <a:pt x="0" y="4421"/>
                        <a:pt x="18173" y="5698"/>
                        <a:pt x="40592" y="5698"/>
                      </a:cubicBezTo>
                      <a:cubicBezTo>
                        <a:pt x="63009" y="5698"/>
                        <a:pt x="81183" y="4423"/>
                        <a:pt x="81183" y="2849"/>
                      </a:cubicBezTo>
                      <a:cubicBezTo>
                        <a:pt x="81183" y="1276"/>
                        <a:pt x="63009" y="0"/>
                        <a:pt x="40592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" name="Google Shape;168;p29">
                  <a:extLst>
                    <a:ext uri="{FF2B5EF4-FFF2-40B4-BE49-F238E27FC236}">
                      <a16:creationId xmlns:a16="http://schemas.microsoft.com/office/drawing/2014/main" id="{4B3533D2-4394-AE83-14E8-D6AB948F0DCD}"/>
                    </a:ext>
                  </a:extLst>
                </p:cNvPr>
                <p:cNvSpPr/>
                <p:nvPr/>
              </p:nvSpPr>
              <p:spPr>
                <a:xfrm>
                  <a:off x="-5567850" y="3168850"/>
                  <a:ext cx="2509100" cy="17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086" extrusionOk="0">
                      <a:moveTo>
                        <a:pt x="1" y="0"/>
                      </a:moveTo>
                      <a:lnTo>
                        <a:pt x="1" y="7085"/>
                      </a:lnTo>
                      <a:lnTo>
                        <a:pt x="100364" y="7085"/>
                      </a:lnTo>
                      <a:lnTo>
                        <a:pt x="100364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169;p29">
                  <a:extLst>
                    <a:ext uri="{FF2B5EF4-FFF2-40B4-BE49-F238E27FC236}">
                      <a16:creationId xmlns:a16="http://schemas.microsoft.com/office/drawing/2014/main" id="{6D81AE72-437F-4ADB-D75A-ADD62F58F2EC}"/>
                    </a:ext>
                  </a:extLst>
                </p:cNvPr>
                <p:cNvSpPr/>
                <p:nvPr/>
              </p:nvSpPr>
              <p:spPr>
                <a:xfrm>
                  <a:off x="-5574350" y="3162350"/>
                  <a:ext cx="2522125" cy="19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85" h="7606" extrusionOk="0">
                      <a:moveTo>
                        <a:pt x="100364" y="521"/>
                      </a:moveTo>
                      <a:lnTo>
                        <a:pt x="100364" y="7085"/>
                      </a:lnTo>
                      <a:lnTo>
                        <a:pt x="521" y="7085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0"/>
                      </a:cubicBezTo>
                      <a:lnTo>
                        <a:pt x="1" y="7345"/>
                      </a:lnTo>
                      <a:cubicBezTo>
                        <a:pt x="1" y="7488"/>
                        <a:pt x="117" y="7606"/>
                        <a:pt x="261" y="7606"/>
                      </a:cubicBezTo>
                      <a:lnTo>
                        <a:pt x="100624" y="7606"/>
                      </a:lnTo>
                      <a:cubicBezTo>
                        <a:pt x="100768" y="7606"/>
                        <a:pt x="100884" y="7488"/>
                        <a:pt x="100884" y="7345"/>
                      </a:cubicBezTo>
                      <a:lnTo>
                        <a:pt x="100884" y="260"/>
                      </a:lnTo>
                      <a:cubicBezTo>
                        <a:pt x="100884" y="116"/>
                        <a:pt x="100768" y="0"/>
                        <a:pt x="1006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170;p29">
                  <a:extLst>
                    <a:ext uri="{FF2B5EF4-FFF2-40B4-BE49-F238E27FC236}">
                      <a16:creationId xmlns:a16="http://schemas.microsoft.com/office/drawing/2014/main" id="{D4D776A0-632B-E733-EB54-0DE680BF5487}"/>
                    </a:ext>
                  </a:extLst>
                </p:cNvPr>
                <p:cNvSpPr/>
                <p:nvPr/>
              </p:nvSpPr>
              <p:spPr>
                <a:xfrm>
                  <a:off x="-5745350" y="3345975"/>
                  <a:ext cx="2864125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65" h="7644" extrusionOk="0">
                      <a:moveTo>
                        <a:pt x="7101" y="0"/>
                      </a:moveTo>
                      <a:lnTo>
                        <a:pt x="0" y="7644"/>
                      </a:lnTo>
                      <a:lnTo>
                        <a:pt x="114565" y="7644"/>
                      </a:lnTo>
                      <a:lnTo>
                        <a:pt x="1074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171;p29">
                  <a:extLst>
                    <a:ext uri="{FF2B5EF4-FFF2-40B4-BE49-F238E27FC236}">
                      <a16:creationId xmlns:a16="http://schemas.microsoft.com/office/drawing/2014/main" id="{D08CA2C2-97D3-5513-85CB-06CF8A0A200C}"/>
                    </a:ext>
                  </a:extLst>
                </p:cNvPr>
                <p:cNvSpPr/>
                <p:nvPr/>
              </p:nvSpPr>
              <p:spPr>
                <a:xfrm>
                  <a:off x="-5753975" y="3339475"/>
                  <a:ext cx="2881375" cy="2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5" h="8164" extrusionOk="0">
                      <a:moveTo>
                        <a:pt x="107696" y="521"/>
                      </a:moveTo>
                      <a:lnTo>
                        <a:pt x="114313" y="7643"/>
                      </a:lnTo>
                      <a:lnTo>
                        <a:pt x="943" y="7643"/>
                      </a:lnTo>
                      <a:lnTo>
                        <a:pt x="7559" y="521"/>
                      </a:lnTo>
                      <a:close/>
                      <a:moveTo>
                        <a:pt x="7446" y="0"/>
                      </a:moveTo>
                      <a:cubicBezTo>
                        <a:pt x="7373" y="0"/>
                        <a:pt x="7304" y="30"/>
                        <a:pt x="7255" y="84"/>
                      </a:cubicBezTo>
                      <a:lnTo>
                        <a:pt x="155" y="7727"/>
                      </a:lnTo>
                      <a:cubicBezTo>
                        <a:pt x="0" y="7893"/>
                        <a:pt x="119" y="8164"/>
                        <a:pt x="345" y="8164"/>
                      </a:cubicBezTo>
                      <a:lnTo>
                        <a:pt x="114910" y="8164"/>
                      </a:lnTo>
                      <a:cubicBezTo>
                        <a:pt x="115136" y="8164"/>
                        <a:pt x="115255" y="7894"/>
                        <a:pt x="115100" y="7727"/>
                      </a:cubicBezTo>
                      <a:lnTo>
                        <a:pt x="108000" y="84"/>
                      </a:lnTo>
                      <a:cubicBezTo>
                        <a:pt x="107951" y="30"/>
                        <a:pt x="107882" y="0"/>
                        <a:pt x="10780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172;p29">
                  <a:extLst>
                    <a:ext uri="{FF2B5EF4-FFF2-40B4-BE49-F238E27FC236}">
                      <a16:creationId xmlns:a16="http://schemas.microsoft.com/office/drawing/2014/main" id="{DE234231-BB0C-8412-C9AF-E38541ECF2C8}"/>
                    </a:ext>
                  </a:extLst>
                </p:cNvPr>
                <p:cNvSpPr/>
                <p:nvPr/>
              </p:nvSpPr>
              <p:spPr>
                <a:xfrm>
                  <a:off x="-5744850" y="3537050"/>
                  <a:ext cx="2863125" cy="1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25" h="7459" extrusionOk="0">
                      <a:moveTo>
                        <a:pt x="1" y="1"/>
                      </a:moveTo>
                      <a:lnTo>
                        <a:pt x="1" y="7459"/>
                      </a:lnTo>
                      <a:lnTo>
                        <a:pt x="114524" y="7459"/>
                      </a:lnTo>
                      <a:lnTo>
                        <a:pt x="1145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173;p29">
                  <a:extLst>
                    <a:ext uri="{FF2B5EF4-FFF2-40B4-BE49-F238E27FC236}">
                      <a16:creationId xmlns:a16="http://schemas.microsoft.com/office/drawing/2014/main" id="{BC69462E-AF92-C3E3-3A3E-E4F3CD4997B0}"/>
                    </a:ext>
                  </a:extLst>
                </p:cNvPr>
                <p:cNvSpPr/>
                <p:nvPr/>
              </p:nvSpPr>
              <p:spPr>
                <a:xfrm>
                  <a:off x="-5751350" y="3530550"/>
                  <a:ext cx="2876125" cy="19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45" h="7979" extrusionOk="0">
                      <a:moveTo>
                        <a:pt x="114524" y="521"/>
                      </a:moveTo>
                      <a:lnTo>
                        <a:pt x="114524" y="7458"/>
                      </a:lnTo>
                      <a:lnTo>
                        <a:pt x="521" y="7458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1"/>
                      </a:cubicBezTo>
                      <a:lnTo>
                        <a:pt x="1" y="7719"/>
                      </a:lnTo>
                      <a:cubicBezTo>
                        <a:pt x="1" y="7861"/>
                        <a:pt x="117" y="7979"/>
                        <a:pt x="261" y="7979"/>
                      </a:cubicBezTo>
                      <a:lnTo>
                        <a:pt x="114784" y="7979"/>
                      </a:lnTo>
                      <a:cubicBezTo>
                        <a:pt x="114928" y="7979"/>
                        <a:pt x="115044" y="7861"/>
                        <a:pt x="115044" y="7719"/>
                      </a:cubicBezTo>
                      <a:lnTo>
                        <a:pt x="115044" y="261"/>
                      </a:lnTo>
                      <a:cubicBezTo>
                        <a:pt x="115044" y="116"/>
                        <a:pt x="114928" y="0"/>
                        <a:pt x="11478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174;p29">
                  <a:extLst>
                    <a:ext uri="{FF2B5EF4-FFF2-40B4-BE49-F238E27FC236}">
                      <a16:creationId xmlns:a16="http://schemas.microsoft.com/office/drawing/2014/main" id="{7DDAE419-29D5-A1A4-0635-64F0AEB1653D}"/>
                    </a:ext>
                  </a:extLst>
                </p:cNvPr>
                <p:cNvSpPr/>
                <p:nvPr/>
              </p:nvSpPr>
              <p:spPr>
                <a:xfrm>
                  <a:off x="-4347575" y="-413325"/>
                  <a:ext cx="466400" cy="169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6" h="67703" extrusionOk="0">
                      <a:moveTo>
                        <a:pt x="18135" y="0"/>
                      </a:moveTo>
                      <a:lnTo>
                        <a:pt x="18135" y="19792"/>
                      </a:lnTo>
                      <a:lnTo>
                        <a:pt x="0" y="19792"/>
                      </a:lnTo>
                      <a:lnTo>
                        <a:pt x="0" y="67703"/>
                      </a:lnTo>
                      <a:lnTo>
                        <a:pt x="521" y="67703"/>
                      </a:lnTo>
                      <a:lnTo>
                        <a:pt x="521" y="20313"/>
                      </a:lnTo>
                      <a:lnTo>
                        <a:pt x="18655" y="20313"/>
                      </a:lnTo>
                      <a:lnTo>
                        <a:pt x="18655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175;p29">
                  <a:extLst>
                    <a:ext uri="{FF2B5EF4-FFF2-40B4-BE49-F238E27FC236}">
                      <a16:creationId xmlns:a16="http://schemas.microsoft.com/office/drawing/2014/main" id="{9DBCF63F-B3E9-B144-16F0-1AFD6FF40F94}"/>
                    </a:ext>
                  </a:extLst>
                </p:cNvPr>
                <p:cNvSpPr/>
                <p:nvPr/>
              </p:nvSpPr>
              <p:spPr>
                <a:xfrm>
                  <a:off x="-4170425" y="-413325"/>
                  <a:ext cx="13050" cy="49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19828" extrusionOk="0">
                      <a:moveTo>
                        <a:pt x="0" y="0"/>
                      </a:moveTo>
                      <a:lnTo>
                        <a:pt x="0" y="19828"/>
                      </a:lnTo>
                      <a:lnTo>
                        <a:pt x="521" y="19828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176;p29">
                  <a:extLst>
                    <a:ext uri="{FF2B5EF4-FFF2-40B4-BE49-F238E27FC236}">
                      <a16:creationId xmlns:a16="http://schemas.microsoft.com/office/drawing/2014/main" id="{6AE40875-436F-F90B-11EB-C9B150AEF8BE}"/>
                    </a:ext>
                  </a:extLst>
                </p:cNvPr>
                <p:cNvSpPr/>
                <p:nvPr/>
              </p:nvSpPr>
              <p:spPr>
                <a:xfrm>
                  <a:off x="-6823850" y="1135200"/>
                  <a:ext cx="2414425" cy="33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7" h="13207" extrusionOk="0">
                      <a:moveTo>
                        <a:pt x="1" y="1"/>
                      </a:moveTo>
                      <a:lnTo>
                        <a:pt x="1" y="521"/>
                      </a:lnTo>
                      <a:lnTo>
                        <a:pt x="16928" y="521"/>
                      </a:lnTo>
                      <a:lnTo>
                        <a:pt x="16928" y="13207"/>
                      </a:lnTo>
                      <a:lnTo>
                        <a:pt x="96576" y="13207"/>
                      </a:lnTo>
                      <a:lnTo>
                        <a:pt x="96576" y="12686"/>
                      </a:lnTo>
                      <a:lnTo>
                        <a:pt x="17449" y="12686"/>
                      </a:lnTo>
                      <a:lnTo>
                        <a:pt x="1744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177;p29">
                  <a:extLst>
                    <a:ext uri="{FF2B5EF4-FFF2-40B4-BE49-F238E27FC236}">
                      <a16:creationId xmlns:a16="http://schemas.microsoft.com/office/drawing/2014/main" id="{424404B2-4C43-3C8A-66DA-79F74ECB520B}"/>
                    </a:ext>
                  </a:extLst>
                </p:cNvPr>
                <p:cNvSpPr/>
                <p:nvPr/>
              </p:nvSpPr>
              <p:spPr>
                <a:xfrm>
                  <a:off x="-5009350" y="-730475"/>
                  <a:ext cx="330175" cy="169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7" h="67932" extrusionOk="0">
                      <a:moveTo>
                        <a:pt x="10232" y="1"/>
                      </a:moveTo>
                      <a:lnTo>
                        <a:pt x="10232" y="17747"/>
                      </a:lnTo>
                      <a:lnTo>
                        <a:pt x="1" y="17747"/>
                      </a:lnTo>
                      <a:lnTo>
                        <a:pt x="1" y="29725"/>
                      </a:lnTo>
                      <a:lnTo>
                        <a:pt x="12686" y="29725"/>
                      </a:lnTo>
                      <a:lnTo>
                        <a:pt x="12686" y="67931"/>
                      </a:lnTo>
                      <a:lnTo>
                        <a:pt x="13207" y="67931"/>
                      </a:lnTo>
                      <a:lnTo>
                        <a:pt x="13207" y="29204"/>
                      </a:lnTo>
                      <a:lnTo>
                        <a:pt x="522" y="29204"/>
                      </a:lnTo>
                      <a:lnTo>
                        <a:pt x="522" y="18267"/>
                      </a:lnTo>
                      <a:lnTo>
                        <a:pt x="10752" y="18267"/>
                      </a:lnTo>
                      <a:lnTo>
                        <a:pt x="10752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78;p29">
                  <a:extLst>
                    <a:ext uri="{FF2B5EF4-FFF2-40B4-BE49-F238E27FC236}">
                      <a16:creationId xmlns:a16="http://schemas.microsoft.com/office/drawing/2014/main" id="{41BA83E9-823B-8A3C-72B2-B1FCACEC4164}"/>
                    </a:ext>
                  </a:extLst>
                </p:cNvPr>
                <p:cNvSpPr/>
                <p:nvPr/>
              </p:nvSpPr>
              <p:spPr>
                <a:xfrm>
                  <a:off x="-3352000" y="-327750"/>
                  <a:ext cx="323675" cy="92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7" h="37091" extrusionOk="0">
                      <a:moveTo>
                        <a:pt x="6957" y="1"/>
                      </a:moveTo>
                      <a:lnTo>
                        <a:pt x="6957" y="11049"/>
                      </a:lnTo>
                      <a:lnTo>
                        <a:pt x="0" y="11049"/>
                      </a:lnTo>
                      <a:lnTo>
                        <a:pt x="0" y="37090"/>
                      </a:lnTo>
                      <a:lnTo>
                        <a:pt x="521" y="37090"/>
                      </a:lnTo>
                      <a:lnTo>
                        <a:pt x="521" y="11569"/>
                      </a:lnTo>
                      <a:lnTo>
                        <a:pt x="7477" y="11569"/>
                      </a:lnTo>
                      <a:lnTo>
                        <a:pt x="7477" y="521"/>
                      </a:lnTo>
                      <a:lnTo>
                        <a:pt x="12947" y="521"/>
                      </a:lnTo>
                      <a:lnTo>
                        <a:pt x="12947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79;p29">
                  <a:extLst>
                    <a:ext uri="{FF2B5EF4-FFF2-40B4-BE49-F238E27FC236}">
                      <a16:creationId xmlns:a16="http://schemas.microsoft.com/office/drawing/2014/main" id="{53491605-C005-B258-EC0B-7090E10DE6E7}"/>
                    </a:ext>
                  </a:extLst>
                </p:cNvPr>
                <p:cNvSpPr/>
                <p:nvPr/>
              </p:nvSpPr>
              <p:spPr>
                <a:xfrm>
                  <a:off x="-5602700" y="-454250"/>
                  <a:ext cx="156250" cy="9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0" h="39695" extrusionOk="0">
                      <a:moveTo>
                        <a:pt x="0" y="0"/>
                      </a:moveTo>
                      <a:lnTo>
                        <a:pt x="0" y="14432"/>
                      </a:lnTo>
                      <a:lnTo>
                        <a:pt x="5730" y="20160"/>
                      </a:lnTo>
                      <a:lnTo>
                        <a:pt x="5730" y="39695"/>
                      </a:lnTo>
                      <a:lnTo>
                        <a:pt x="6249" y="39695"/>
                      </a:lnTo>
                      <a:lnTo>
                        <a:pt x="6249" y="19945"/>
                      </a:lnTo>
                      <a:lnTo>
                        <a:pt x="521" y="14216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80;p29">
                  <a:extLst>
                    <a:ext uri="{FF2B5EF4-FFF2-40B4-BE49-F238E27FC236}">
                      <a16:creationId xmlns:a16="http://schemas.microsoft.com/office/drawing/2014/main" id="{A706D4C9-5393-F496-F643-CEBDF81F6779}"/>
                    </a:ext>
                  </a:extLst>
                </p:cNvPr>
                <p:cNvSpPr/>
                <p:nvPr/>
              </p:nvSpPr>
              <p:spPr>
                <a:xfrm>
                  <a:off x="-6721550" y="603225"/>
                  <a:ext cx="910525" cy="3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1" h="12388" extrusionOk="0">
                      <a:moveTo>
                        <a:pt x="0" y="0"/>
                      </a:moveTo>
                      <a:lnTo>
                        <a:pt x="0" y="521"/>
                      </a:lnTo>
                      <a:lnTo>
                        <a:pt x="21020" y="521"/>
                      </a:lnTo>
                      <a:lnTo>
                        <a:pt x="21020" y="12388"/>
                      </a:lnTo>
                      <a:lnTo>
                        <a:pt x="36421" y="12388"/>
                      </a:lnTo>
                      <a:lnTo>
                        <a:pt x="36421" y="11867"/>
                      </a:lnTo>
                      <a:lnTo>
                        <a:pt x="21540" y="11867"/>
                      </a:lnTo>
                      <a:lnTo>
                        <a:pt x="21540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181;p29">
                  <a:extLst>
                    <a:ext uri="{FF2B5EF4-FFF2-40B4-BE49-F238E27FC236}">
                      <a16:creationId xmlns:a16="http://schemas.microsoft.com/office/drawing/2014/main" id="{C8D2663D-104D-D695-19A4-3ACFFE39517C}"/>
                    </a:ext>
                  </a:extLst>
                </p:cNvPr>
                <p:cNvSpPr/>
                <p:nvPr/>
              </p:nvSpPr>
              <p:spPr>
                <a:xfrm>
                  <a:off x="-6138425" y="2512600"/>
                  <a:ext cx="681750" cy="56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0" h="22768" extrusionOk="0">
                      <a:moveTo>
                        <a:pt x="26750" y="1"/>
                      </a:moveTo>
                      <a:lnTo>
                        <a:pt x="26750" y="10379"/>
                      </a:lnTo>
                      <a:lnTo>
                        <a:pt x="19792" y="10379"/>
                      </a:lnTo>
                      <a:lnTo>
                        <a:pt x="19792" y="22247"/>
                      </a:lnTo>
                      <a:lnTo>
                        <a:pt x="1" y="22247"/>
                      </a:lnTo>
                      <a:lnTo>
                        <a:pt x="1" y="22768"/>
                      </a:lnTo>
                      <a:lnTo>
                        <a:pt x="20313" y="22768"/>
                      </a:lnTo>
                      <a:lnTo>
                        <a:pt x="20313" y="10900"/>
                      </a:lnTo>
                      <a:lnTo>
                        <a:pt x="27269" y="10900"/>
                      </a:lnTo>
                      <a:lnTo>
                        <a:pt x="2726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182;p29">
                  <a:extLst>
                    <a:ext uri="{FF2B5EF4-FFF2-40B4-BE49-F238E27FC236}">
                      <a16:creationId xmlns:a16="http://schemas.microsoft.com/office/drawing/2014/main" id="{42C9C19B-87FA-750F-23E9-46CB42F4DA2F}"/>
                    </a:ext>
                  </a:extLst>
                </p:cNvPr>
                <p:cNvSpPr/>
                <p:nvPr/>
              </p:nvSpPr>
              <p:spPr>
                <a:xfrm>
                  <a:off x="-3556625" y="2553500"/>
                  <a:ext cx="865900" cy="4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6" h="16221" extrusionOk="0">
                      <a:moveTo>
                        <a:pt x="1" y="0"/>
                      </a:moveTo>
                      <a:lnTo>
                        <a:pt x="1" y="11310"/>
                      </a:lnTo>
                      <a:lnTo>
                        <a:pt x="16481" y="11310"/>
                      </a:lnTo>
                      <a:lnTo>
                        <a:pt x="16481" y="6809"/>
                      </a:lnTo>
                      <a:lnTo>
                        <a:pt x="20462" y="6809"/>
                      </a:lnTo>
                      <a:lnTo>
                        <a:pt x="20462" y="16220"/>
                      </a:lnTo>
                      <a:lnTo>
                        <a:pt x="34636" y="16220"/>
                      </a:lnTo>
                      <a:lnTo>
                        <a:pt x="34636" y="15700"/>
                      </a:lnTo>
                      <a:lnTo>
                        <a:pt x="20983" y="15700"/>
                      </a:lnTo>
                      <a:lnTo>
                        <a:pt x="20983" y="6289"/>
                      </a:lnTo>
                      <a:lnTo>
                        <a:pt x="15960" y="6289"/>
                      </a:lnTo>
                      <a:lnTo>
                        <a:pt x="15960" y="10790"/>
                      </a:lnTo>
                      <a:lnTo>
                        <a:pt x="521" y="10790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83;p29">
                  <a:extLst>
                    <a:ext uri="{FF2B5EF4-FFF2-40B4-BE49-F238E27FC236}">
                      <a16:creationId xmlns:a16="http://schemas.microsoft.com/office/drawing/2014/main" id="{396625BA-1EFF-AF14-FCB7-940CB4635462}"/>
                    </a:ext>
                  </a:extLst>
                </p:cNvPr>
                <p:cNvSpPr/>
                <p:nvPr/>
              </p:nvSpPr>
              <p:spPr>
                <a:xfrm>
                  <a:off x="-3919200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1" y="2335"/>
                        <a:pt x="1562" y="2306"/>
                        <a:pt x="1707" y="2246"/>
                      </a:cubicBezTo>
                      <a:cubicBezTo>
                        <a:pt x="2143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84;p29">
                  <a:extLst>
                    <a:ext uri="{FF2B5EF4-FFF2-40B4-BE49-F238E27FC236}">
                      <a16:creationId xmlns:a16="http://schemas.microsoft.com/office/drawing/2014/main" id="{8DAB50F7-0D81-92D6-7DE3-6E6D2025E2C5}"/>
                    </a:ext>
                  </a:extLst>
                </p:cNvPr>
                <p:cNvSpPr/>
                <p:nvPr/>
              </p:nvSpPr>
              <p:spPr>
                <a:xfrm>
                  <a:off x="-3926225" y="-449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1" y="521"/>
                      </a:moveTo>
                      <a:lnTo>
                        <a:pt x="1541" y="523"/>
                      </a:lnTo>
                      <a:cubicBezTo>
                        <a:pt x="2042" y="523"/>
                        <a:pt x="2448" y="928"/>
                        <a:pt x="2448" y="1428"/>
                      </a:cubicBezTo>
                      <a:cubicBezTo>
                        <a:pt x="2448" y="1795"/>
                        <a:pt x="2228" y="2126"/>
                        <a:pt x="1888" y="2266"/>
                      </a:cubicBezTo>
                      <a:cubicBezTo>
                        <a:pt x="1776" y="2313"/>
                        <a:pt x="1658" y="2335"/>
                        <a:pt x="1541" y="2335"/>
                      </a:cubicBezTo>
                      <a:cubicBezTo>
                        <a:pt x="1305" y="2335"/>
                        <a:pt x="1072" y="2243"/>
                        <a:pt x="899" y="2070"/>
                      </a:cubicBezTo>
                      <a:cubicBezTo>
                        <a:pt x="640" y="1811"/>
                        <a:pt x="563" y="1420"/>
                        <a:pt x="703" y="1081"/>
                      </a:cubicBezTo>
                      <a:cubicBezTo>
                        <a:pt x="843" y="743"/>
                        <a:pt x="1174" y="521"/>
                        <a:pt x="1541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1" y="418"/>
                      </a:cubicBezTo>
                      <a:cubicBezTo>
                        <a:pt x="123" y="828"/>
                        <a:pt x="1" y="1442"/>
                        <a:pt x="222" y="1974"/>
                      </a:cubicBezTo>
                      <a:cubicBezTo>
                        <a:pt x="443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9" y="1428"/>
                      </a:cubicBezTo>
                      <a:cubicBezTo>
                        <a:pt x="2969" y="851"/>
                        <a:pt x="2621" y="330"/>
                        <a:pt x="2087" y="110"/>
                      </a:cubicBezTo>
                      <a:cubicBezTo>
                        <a:pt x="1910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85;p29">
                  <a:extLst>
                    <a:ext uri="{FF2B5EF4-FFF2-40B4-BE49-F238E27FC236}">
                      <a16:creationId xmlns:a16="http://schemas.microsoft.com/office/drawing/2014/main" id="{407628CE-869C-27A1-F885-2C5412468CCD}"/>
                    </a:ext>
                  </a:extLst>
                </p:cNvPr>
                <p:cNvSpPr/>
                <p:nvPr/>
              </p:nvSpPr>
              <p:spPr>
                <a:xfrm>
                  <a:off x="-4194325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7" y="2335"/>
                        <a:pt x="1260" y="2335"/>
                      </a:cubicBezTo>
                      <a:cubicBezTo>
                        <a:pt x="1411" y="2335"/>
                        <a:pt x="1563" y="2306"/>
                        <a:pt x="1707" y="2246"/>
                      </a:cubicBezTo>
                      <a:cubicBezTo>
                        <a:pt x="2143" y="2066"/>
                        <a:pt x="2428" y="1640"/>
                        <a:pt x="2428" y="1167"/>
                      </a:cubicBezTo>
                      <a:cubicBezTo>
                        <a:pt x="2428" y="523"/>
                        <a:pt x="1906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86;p29">
                  <a:extLst>
                    <a:ext uri="{FF2B5EF4-FFF2-40B4-BE49-F238E27FC236}">
                      <a16:creationId xmlns:a16="http://schemas.microsoft.com/office/drawing/2014/main" id="{CA4D133B-25CF-3DFA-5C3D-EB0BE2199F85}"/>
                    </a:ext>
                  </a:extLst>
                </p:cNvPr>
                <p:cNvSpPr/>
                <p:nvPr/>
              </p:nvSpPr>
              <p:spPr>
                <a:xfrm>
                  <a:off x="-4201325" y="-449025"/>
                  <a:ext cx="74200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" h="2856" extrusionOk="0">
                      <a:moveTo>
                        <a:pt x="1540" y="521"/>
                      </a:moveTo>
                      <a:lnTo>
                        <a:pt x="1540" y="523"/>
                      </a:lnTo>
                      <a:cubicBezTo>
                        <a:pt x="2042" y="523"/>
                        <a:pt x="2447" y="928"/>
                        <a:pt x="2447" y="1428"/>
                      </a:cubicBezTo>
                      <a:cubicBezTo>
                        <a:pt x="2447" y="1795"/>
                        <a:pt x="2227" y="2126"/>
                        <a:pt x="1888" y="2266"/>
                      </a:cubicBezTo>
                      <a:cubicBezTo>
                        <a:pt x="1775" y="2313"/>
                        <a:pt x="1658" y="2335"/>
                        <a:pt x="1541" y="2335"/>
                      </a:cubicBezTo>
                      <a:cubicBezTo>
                        <a:pt x="1305" y="2335"/>
                        <a:pt x="1073" y="2243"/>
                        <a:pt x="898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3"/>
                        <a:pt x="1173" y="521"/>
                        <a:pt x="1540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0" y="418"/>
                      </a:cubicBezTo>
                      <a:cubicBezTo>
                        <a:pt x="122" y="828"/>
                        <a:pt x="0" y="1442"/>
                        <a:pt x="222" y="1974"/>
                      </a:cubicBezTo>
                      <a:cubicBezTo>
                        <a:pt x="442" y="2508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8"/>
                      </a:cubicBezTo>
                      <a:cubicBezTo>
                        <a:pt x="2968" y="851"/>
                        <a:pt x="2620" y="330"/>
                        <a:pt x="2088" y="110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187;p29">
                  <a:extLst>
                    <a:ext uri="{FF2B5EF4-FFF2-40B4-BE49-F238E27FC236}">
                      <a16:creationId xmlns:a16="http://schemas.microsoft.com/office/drawing/2014/main" id="{A32EEBA1-D0DC-4B10-7D71-4BF43C190200}"/>
                    </a:ext>
                  </a:extLst>
                </p:cNvPr>
                <p:cNvSpPr/>
                <p:nvPr/>
              </p:nvSpPr>
              <p:spPr>
                <a:xfrm>
                  <a:off x="-4778350" y="-7681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59" y="0"/>
                      </a:moveTo>
                      <a:cubicBezTo>
                        <a:pt x="787" y="0"/>
                        <a:pt x="361" y="285"/>
                        <a:pt x="180" y="721"/>
                      </a:cubicBezTo>
                      <a:cubicBezTo>
                        <a:pt x="0" y="1157"/>
                        <a:pt x="99" y="1659"/>
                        <a:pt x="434" y="1993"/>
                      </a:cubicBezTo>
                      <a:cubicBezTo>
                        <a:pt x="657" y="2217"/>
                        <a:pt x="955" y="2335"/>
                        <a:pt x="1259" y="2335"/>
                      </a:cubicBezTo>
                      <a:cubicBezTo>
                        <a:pt x="1410" y="2335"/>
                        <a:pt x="1561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3"/>
                        <a:pt x="1904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88;p29">
                  <a:extLst>
                    <a:ext uri="{FF2B5EF4-FFF2-40B4-BE49-F238E27FC236}">
                      <a16:creationId xmlns:a16="http://schemas.microsoft.com/office/drawing/2014/main" id="{49A433BF-89D2-9D78-2BD6-FD992C05DEC2}"/>
                    </a:ext>
                  </a:extLst>
                </p:cNvPr>
                <p:cNvSpPr/>
                <p:nvPr/>
              </p:nvSpPr>
              <p:spPr>
                <a:xfrm>
                  <a:off x="-4785375" y="-77467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0" y="522"/>
                        <a:pt x="2447" y="927"/>
                        <a:pt x="2447" y="1429"/>
                      </a:cubicBezTo>
                      <a:cubicBezTo>
                        <a:pt x="2447" y="1796"/>
                        <a:pt x="2226" y="2126"/>
                        <a:pt x="1887" y="2267"/>
                      </a:cubicBezTo>
                      <a:cubicBezTo>
                        <a:pt x="1775" y="2313"/>
                        <a:pt x="1657" y="2336"/>
                        <a:pt x="1540" y="2336"/>
                      </a:cubicBezTo>
                      <a:cubicBezTo>
                        <a:pt x="1304" y="2336"/>
                        <a:pt x="1072" y="2244"/>
                        <a:pt x="899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0" y="1"/>
                      </a:moveTo>
                      <a:cubicBezTo>
                        <a:pt x="1168" y="1"/>
                        <a:pt x="803" y="146"/>
                        <a:pt x="530" y="419"/>
                      </a:cubicBezTo>
                      <a:cubicBezTo>
                        <a:pt x="122" y="827"/>
                        <a:pt x="0" y="1442"/>
                        <a:pt x="220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6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10"/>
                      </a:cubicBezTo>
                      <a:cubicBezTo>
                        <a:pt x="1909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189;p29">
                  <a:extLst>
                    <a:ext uri="{FF2B5EF4-FFF2-40B4-BE49-F238E27FC236}">
                      <a16:creationId xmlns:a16="http://schemas.microsoft.com/office/drawing/2014/main" id="{AA57F8FC-DD52-C742-AAD1-E51BC8FDA3FE}"/>
                    </a:ext>
                  </a:extLst>
                </p:cNvPr>
                <p:cNvSpPr/>
                <p:nvPr/>
              </p:nvSpPr>
              <p:spPr>
                <a:xfrm>
                  <a:off x="-5627475" y="-498225"/>
                  <a:ext cx="60700" cy="5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7" extrusionOk="0">
                      <a:moveTo>
                        <a:pt x="1260" y="1"/>
                      </a:moveTo>
                      <a:cubicBezTo>
                        <a:pt x="788" y="1"/>
                        <a:pt x="361" y="286"/>
                        <a:pt x="181" y="721"/>
                      </a:cubicBezTo>
                      <a:cubicBezTo>
                        <a:pt x="1" y="1157"/>
                        <a:pt x="100" y="1660"/>
                        <a:pt x="434" y="1994"/>
                      </a:cubicBezTo>
                      <a:cubicBezTo>
                        <a:pt x="657" y="2218"/>
                        <a:pt x="956" y="2336"/>
                        <a:pt x="1260" y="2336"/>
                      </a:cubicBezTo>
                      <a:cubicBezTo>
                        <a:pt x="1411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1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190;p29">
                  <a:extLst>
                    <a:ext uri="{FF2B5EF4-FFF2-40B4-BE49-F238E27FC236}">
                      <a16:creationId xmlns:a16="http://schemas.microsoft.com/office/drawing/2014/main" id="{07D88684-DF0D-ECB2-5D24-8EAD83B4F6C5}"/>
                    </a:ext>
                  </a:extLst>
                </p:cNvPr>
                <p:cNvSpPr/>
                <p:nvPr/>
              </p:nvSpPr>
              <p:spPr>
                <a:xfrm>
                  <a:off x="-5634475" y="-5047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0" y="521"/>
                      </a:moveTo>
                      <a:cubicBezTo>
                        <a:pt x="2041" y="523"/>
                        <a:pt x="2447" y="928"/>
                        <a:pt x="2448" y="1428"/>
                      </a:cubicBezTo>
                      <a:cubicBezTo>
                        <a:pt x="2448" y="1795"/>
                        <a:pt x="2226" y="2126"/>
                        <a:pt x="1887" y="2266"/>
                      </a:cubicBezTo>
                      <a:cubicBezTo>
                        <a:pt x="1775" y="2313"/>
                        <a:pt x="1657" y="2335"/>
                        <a:pt x="1540" y="2335"/>
                      </a:cubicBezTo>
                      <a:cubicBezTo>
                        <a:pt x="1304" y="2335"/>
                        <a:pt x="1073" y="2243"/>
                        <a:pt x="899" y="2070"/>
                      </a:cubicBezTo>
                      <a:cubicBezTo>
                        <a:pt x="640" y="1810"/>
                        <a:pt x="561" y="1420"/>
                        <a:pt x="702" y="1081"/>
                      </a:cubicBezTo>
                      <a:cubicBezTo>
                        <a:pt x="842" y="742"/>
                        <a:pt x="1173" y="521"/>
                        <a:pt x="1540" y="521"/>
                      </a:cubicBezTo>
                      <a:close/>
                      <a:moveTo>
                        <a:pt x="1540" y="0"/>
                      </a:moveTo>
                      <a:cubicBezTo>
                        <a:pt x="1169" y="0"/>
                        <a:pt x="804" y="146"/>
                        <a:pt x="531" y="418"/>
                      </a:cubicBezTo>
                      <a:cubicBezTo>
                        <a:pt x="122" y="826"/>
                        <a:pt x="1" y="1440"/>
                        <a:pt x="221" y="1974"/>
                      </a:cubicBezTo>
                      <a:cubicBezTo>
                        <a:pt x="442" y="2508"/>
                        <a:pt x="962" y="2856"/>
                        <a:pt x="1540" y="2856"/>
                      </a:cubicBezTo>
                      <a:cubicBezTo>
                        <a:pt x="2328" y="2855"/>
                        <a:pt x="2967" y="2217"/>
                        <a:pt x="2969" y="1428"/>
                      </a:cubicBezTo>
                      <a:cubicBezTo>
                        <a:pt x="2969" y="851"/>
                        <a:pt x="2620" y="330"/>
                        <a:pt x="2087" y="110"/>
                      </a:cubicBezTo>
                      <a:cubicBezTo>
                        <a:pt x="1910" y="36"/>
                        <a:pt x="1724" y="0"/>
                        <a:pt x="154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191;p29">
                  <a:extLst>
                    <a:ext uri="{FF2B5EF4-FFF2-40B4-BE49-F238E27FC236}">
                      <a16:creationId xmlns:a16="http://schemas.microsoft.com/office/drawing/2014/main" id="{1F693758-D448-8EC0-EE08-F865E73BBC4C}"/>
                    </a:ext>
                  </a:extLst>
                </p:cNvPr>
                <p:cNvSpPr/>
                <p:nvPr/>
              </p:nvSpPr>
              <p:spPr>
                <a:xfrm>
                  <a:off x="-6753025" y="580550"/>
                  <a:ext cx="60675" cy="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5" extrusionOk="0">
                      <a:moveTo>
                        <a:pt x="1259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7"/>
                        <a:pt x="101" y="1659"/>
                        <a:pt x="435" y="1992"/>
                      </a:cubicBezTo>
                      <a:cubicBezTo>
                        <a:pt x="657" y="2216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5"/>
                      </a:cubicBezTo>
                      <a:cubicBezTo>
                        <a:pt x="2142" y="2065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192;p29">
                  <a:extLst>
                    <a:ext uri="{FF2B5EF4-FFF2-40B4-BE49-F238E27FC236}">
                      <a16:creationId xmlns:a16="http://schemas.microsoft.com/office/drawing/2014/main" id="{2B3EAB88-6335-B683-0E36-B91F61846555}"/>
                    </a:ext>
                  </a:extLst>
                </p:cNvPr>
                <p:cNvSpPr/>
                <p:nvPr/>
              </p:nvSpPr>
              <p:spPr>
                <a:xfrm>
                  <a:off x="-6760050" y="57402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2" y="522"/>
                        <a:pt x="2447" y="927"/>
                        <a:pt x="2447" y="1429"/>
                      </a:cubicBezTo>
                      <a:cubicBezTo>
                        <a:pt x="2447" y="1796"/>
                        <a:pt x="2227" y="2126"/>
                        <a:pt x="1888" y="2267"/>
                      </a:cubicBezTo>
                      <a:cubicBezTo>
                        <a:pt x="1776" y="2313"/>
                        <a:pt x="1658" y="2336"/>
                        <a:pt x="1541" y="2336"/>
                      </a:cubicBezTo>
                      <a:cubicBezTo>
                        <a:pt x="1305" y="2336"/>
                        <a:pt x="1073" y="2243"/>
                        <a:pt x="899" y="2069"/>
                      </a:cubicBezTo>
                      <a:cubicBezTo>
                        <a:pt x="639" y="1810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0" y="419"/>
                      </a:cubicBezTo>
                      <a:cubicBezTo>
                        <a:pt x="122" y="827"/>
                        <a:pt x="0" y="1441"/>
                        <a:pt x="222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09"/>
                      </a:cubicBezTo>
                      <a:cubicBezTo>
                        <a:pt x="1910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193;p29">
                  <a:extLst>
                    <a:ext uri="{FF2B5EF4-FFF2-40B4-BE49-F238E27FC236}">
                      <a16:creationId xmlns:a16="http://schemas.microsoft.com/office/drawing/2014/main" id="{A22653A1-2899-7F0E-9CD7-6CD608544D43}"/>
                    </a:ext>
                  </a:extLst>
                </p:cNvPr>
                <p:cNvSpPr/>
                <p:nvPr/>
              </p:nvSpPr>
              <p:spPr>
                <a:xfrm>
                  <a:off x="-6854475" y="11116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1" y="721"/>
                      </a:cubicBezTo>
                      <a:cubicBezTo>
                        <a:pt x="0" y="1157"/>
                        <a:pt x="101" y="1659"/>
                        <a:pt x="434" y="1994"/>
                      </a:cubicBezTo>
                      <a:cubicBezTo>
                        <a:pt x="658" y="2217"/>
                        <a:pt x="957" y="2335"/>
                        <a:pt x="1261" y="2335"/>
                      </a:cubicBezTo>
                      <a:cubicBezTo>
                        <a:pt x="1411" y="2335"/>
                        <a:pt x="1562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194;p29">
                  <a:extLst>
                    <a:ext uri="{FF2B5EF4-FFF2-40B4-BE49-F238E27FC236}">
                      <a16:creationId xmlns:a16="http://schemas.microsoft.com/office/drawing/2014/main" id="{CD1F6047-E07B-6C5F-EF8E-AAAA2BCF4D9B}"/>
                    </a:ext>
                  </a:extLst>
                </p:cNvPr>
                <p:cNvSpPr/>
                <p:nvPr/>
              </p:nvSpPr>
              <p:spPr>
                <a:xfrm>
                  <a:off x="-6861500" y="1105125"/>
                  <a:ext cx="74250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0" h="2857" extrusionOk="0">
                      <a:moveTo>
                        <a:pt x="1541" y="521"/>
                      </a:moveTo>
                      <a:cubicBezTo>
                        <a:pt x="2042" y="521"/>
                        <a:pt x="2448" y="927"/>
                        <a:pt x="2448" y="1429"/>
                      </a:cubicBezTo>
                      <a:cubicBezTo>
                        <a:pt x="2448" y="1796"/>
                        <a:pt x="2227" y="2126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1" y="0"/>
                      </a:moveTo>
                      <a:cubicBezTo>
                        <a:pt x="1170" y="0"/>
                        <a:pt x="805" y="145"/>
                        <a:pt x="532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70" y="851"/>
                        <a:pt x="2621" y="330"/>
                        <a:pt x="2088" y="109"/>
                      </a:cubicBezTo>
                      <a:cubicBezTo>
                        <a:pt x="1911" y="36"/>
                        <a:pt x="1725" y="0"/>
                        <a:pt x="154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195;p29">
                  <a:extLst>
                    <a:ext uri="{FF2B5EF4-FFF2-40B4-BE49-F238E27FC236}">
                      <a16:creationId xmlns:a16="http://schemas.microsoft.com/office/drawing/2014/main" id="{CF06BF0F-E466-3A9B-A5CE-51D96F2C620A}"/>
                    </a:ext>
                  </a:extLst>
                </p:cNvPr>
                <p:cNvSpPr/>
                <p:nvPr/>
              </p:nvSpPr>
              <p:spPr>
                <a:xfrm>
                  <a:off x="-6167350" y="304050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8"/>
                        <a:pt x="101" y="1659"/>
                        <a:pt x="435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6"/>
                      </a:cubicBezTo>
                      <a:cubicBezTo>
                        <a:pt x="2142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196;p29">
                  <a:extLst>
                    <a:ext uri="{FF2B5EF4-FFF2-40B4-BE49-F238E27FC236}">
                      <a16:creationId xmlns:a16="http://schemas.microsoft.com/office/drawing/2014/main" id="{043EC27F-35F9-91C3-CF06-93B57DC5F8CB}"/>
                    </a:ext>
                  </a:extLst>
                </p:cNvPr>
                <p:cNvSpPr/>
                <p:nvPr/>
              </p:nvSpPr>
              <p:spPr>
                <a:xfrm>
                  <a:off x="-6174375" y="3034000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1" y="521"/>
                      </a:moveTo>
                      <a:cubicBezTo>
                        <a:pt x="2042" y="522"/>
                        <a:pt x="2448" y="927"/>
                        <a:pt x="2448" y="1427"/>
                      </a:cubicBezTo>
                      <a:cubicBezTo>
                        <a:pt x="2448" y="1794"/>
                        <a:pt x="2227" y="2125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1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8" y="2216"/>
                        <a:pt x="2968" y="1427"/>
                      </a:cubicBezTo>
                      <a:cubicBezTo>
                        <a:pt x="2968" y="850"/>
                        <a:pt x="2621" y="329"/>
                        <a:pt x="2087" y="109"/>
                      </a:cubicBezTo>
                      <a:cubicBezTo>
                        <a:pt x="1911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197;p29">
                  <a:extLst>
                    <a:ext uri="{FF2B5EF4-FFF2-40B4-BE49-F238E27FC236}">
                      <a16:creationId xmlns:a16="http://schemas.microsoft.com/office/drawing/2014/main" id="{CCB6BCBC-0AEC-32D4-2128-5790D196727B}"/>
                    </a:ext>
                  </a:extLst>
                </p:cNvPr>
                <p:cNvSpPr/>
                <p:nvPr/>
              </p:nvSpPr>
              <p:spPr>
                <a:xfrm>
                  <a:off x="-2707425" y="2917525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2" y="285"/>
                        <a:pt x="181" y="722"/>
                      </a:cubicBezTo>
                      <a:cubicBezTo>
                        <a:pt x="1" y="1158"/>
                        <a:pt x="100" y="1659"/>
                        <a:pt x="434" y="1994"/>
                      </a:cubicBezTo>
                      <a:cubicBezTo>
                        <a:pt x="658" y="2217"/>
                        <a:pt x="956" y="2336"/>
                        <a:pt x="1260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6"/>
                        <a:pt x="2427" y="1640"/>
                        <a:pt x="2427" y="1169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198;p29">
                  <a:extLst>
                    <a:ext uri="{FF2B5EF4-FFF2-40B4-BE49-F238E27FC236}">
                      <a16:creationId xmlns:a16="http://schemas.microsoft.com/office/drawing/2014/main" id="{FBA0E261-A315-ABEF-3D08-E4A759021F8C}"/>
                    </a:ext>
                  </a:extLst>
                </p:cNvPr>
                <p:cNvSpPr/>
                <p:nvPr/>
              </p:nvSpPr>
              <p:spPr>
                <a:xfrm>
                  <a:off x="-2714450" y="2911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3" y="522"/>
                      </a:moveTo>
                      <a:cubicBezTo>
                        <a:pt x="2042" y="522"/>
                        <a:pt x="2448" y="928"/>
                        <a:pt x="2449" y="1429"/>
                      </a:cubicBezTo>
                      <a:cubicBezTo>
                        <a:pt x="2448" y="1795"/>
                        <a:pt x="2228" y="2125"/>
                        <a:pt x="1889" y="2266"/>
                      </a:cubicBezTo>
                      <a:cubicBezTo>
                        <a:pt x="1777" y="2312"/>
                        <a:pt x="1659" y="2335"/>
                        <a:pt x="1542" y="2335"/>
                      </a:cubicBezTo>
                      <a:cubicBezTo>
                        <a:pt x="1307" y="2335"/>
                        <a:pt x="1075" y="2243"/>
                        <a:pt x="900" y="2070"/>
                      </a:cubicBezTo>
                      <a:cubicBezTo>
                        <a:pt x="641" y="1810"/>
                        <a:pt x="564" y="1421"/>
                        <a:pt x="703" y="1083"/>
                      </a:cubicBezTo>
                      <a:cubicBezTo>
                        <a:pt x="844" y="744"/>
                        <a:pt x="1174" y="522"/>
                        <a:pt x="1541" y="522"/>
                      </a:cubicBezTo>
                      <a:cubicBezTo>
                        <a:pt x="1542" y="522"/>
                        <a:pt x="1543" y="522"/>
                        <a:pt x="1543" y="522"/>
                      </a:cubicBezTo>
                      <a:close/>
                      <a:moveTo>
                        <a:pt x="1541" y="1"/>
                      </a:moveTo>
                      <a:cubicBezTo>
                        <a:pt x="1170" y="1"/>
                        <a:pt x="805" y="145"/>
                        <a:pt x="531" y="419"/>
                      </a:cubicBezTo>
                      <a:cubicBezTo>
                        <a:pt x="123" y="827"/>
                        <a:pt x="1" y="1441"/>
                        <a:pt x="222" y="1974"/>
                      </a:cubicBezTo>
                      <a:cubicBezTo>
                        <a:pt x="443" y="2508"/>
                        <a:pt x="963" y="2855"/>
                        <a:pt x="1541" y="2855"/>
                      </a:cubicBezTo>
                      <a:cubicBezTo>
                        <a:pt x="2328" y="2855"/>
                        <a:pt x="2967" y="2216"/>
                        <a:pt x="2969" y="1429"/>
                      </a:cubicBezTo>
                      <a:cubicBezTo>
                        <a:pt x="2969" y="851"/>
                        <a:pt x="2621" y="331"/>
                        <a:pt x="2087" y="109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199;p29">
                  <a:extLst>
                    <a:ext uri="{FF2B5EF4-FFF2-40B4-BE49-F238E27FC236}">
                      <a16:creationId xmlns:a16="http://schemas.microsoft.com/office/drawing/2014/main" id="{92637725-8544-88BE-5950-EBAE75F47FC3}"/>
                    </a:ext>
                  </a:extLst>
                </p:cNvPr>
                <p:cNvSpPr/>
                <p:nvPr/>
              </p:nvSpPr>
              <p:spPr>
                <a:xfrm>
                  <a:off x="-3040900" y="-35125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1" y="285"/>
                        <a:pt x="181" y="723"/>
                      </a:cubicBezTo>
                      <a:cubicBezTo>
                        <a:pt x="0" y="1158"/>
                        <a:pt x="100" y="1661"/>
                        <a:pt x="434" y="1994"/>
                      </a:cubicBezTo>
                      <a:cubicBezTo>
                        <a:pt x="657" y="2217"/>
                        <a:pt x="956" y="2336"/>
                        <a:pt x="1259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0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200;p29">
                  <a:extLst>
                    <a:ext uri="{FF2B5EF4-FFF2-40B4-BE49-F238E27FC236}">
                      <a16:creationId xmlns:a16="http://schemas.microsoft.com/office/drawing/2014/main" id="{C01D6BB8-5356-2ED4-08E8-33C3C2ABEB60}"/>
                    </a:ext>
                  </a:extLst>
                </p:cNvPr>
                <p:cNvSpPr/>
                <p:nvPr/>
              </p:nvSpPr>
              <p:spPr>
                <a:xfrm>
                  <a:off x="-3047925" y="-357750"/>
                  <a:ext cx="74225" cy="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8" extrusionOk="0">
                      <a:moveTo>
                        <a:pt x="1541" y="521"/>
                      </a:moveTo>
                      <a:cubicBezTo>
                        <a:pt x="2041" y="522"/>
                        <a:pt x="2447" y="928"/>
                        <a:pt x="2448" y="1428"/>
                      </a:cubicBezTo>
                      <a:cubicBezTo>
                        <a:pt x="2448" y="1795"/>
                        <a:pt x="2226" y="2127"/>
                        <a:pt x="1887" y="2267"/>
                      </a:cubicBezTo>
                      <a:cubicBezTo>
                        <a:pt x="1775" y="2314"/>
                        <a:pt x="1658" y="2336"/>
                        <a:pt x="1541" y="2336"/>
                      </a:cubicBezTo>
                      <a:cubicBezTo>
                        <a:pt x="1305" y="2336"/>
                        <a:pt x="1073" y="2244"/>
                        <a:pt x="899" y="2070"/>
                      </a:cubicBezTo>
                      <a:cubicBezTo>
                        <a:pt x="640" y="1811"/>
                        <a:pt x="562" y="1421"/>
                        <a:pt x="703" y="1082"/>
                      </a:cubicBezTo>
                      <a:cubicBezTo>
                        <a:pt x="842" y="743"/>
                        <a:pt x="1174" y="521"/>
                        <a:pt x="1541" y="521"/>
                      </a:cubicBezTo>
                      <a:close/>
                      <a:moveTo>
                        <a:pt x="1540" y="1"/>
                      </a:moveTo>
                      <a:cubicBezTo>
                        <a:pt x="1169" y="1"/>
                        <a:pt x="804" y="146"/>
                        <a:pt x="531" y="419"/>
                      </a:cubicBezTo>
                      <a:cubicBezTo>
                        <a:pt x="123" y="828"/>
                        <a:pt x="1" y="1441"/>
                        <a:pt x="221" y="1976"/>
                      </a:cubicBezTo>
                      <a:cubicBezTo>
                        <a:pt x="442" y="2508"/>
                        <a:pt x="963" y="2857"/>
                        <a:pt x="1541" y="2857"/>
                      </a:cubicBezTo>
                      <a:cubicBezTo>
                        <a:pt x="2328" y="2856"/>
                        <a:pt x="2967" y="2216"/>
                        <a:pt x="2968" y="1428"/>
                      </a:cubicBezTo>
                      <a:cubicBezTo>
                        <a:pt x="2968" y="851"/>
                        <a:pt x="2620" y="330"/>
                        <a:pt x="2087" y="110"/>
                      </a:cubicBezTo>
                      <a:cubicBezTo>
                        <a:pt x="1910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201;p29">
                  <a:extLst>
                    <a:ext uri="{FF2B5EF4-FFF2-40B4-BE49-F238E27FC236}">
                      <a16:creationId xmlns:a16="http://schemas.microsoft.com/office/drawing/2014/main" id="{5CDBD4B5-E894-5EB9-E15B-3D45B76E7AC8}"/>
                    </a:ext>
                  </a:extLst>
                </p:cNvPr>
                <p:cNvSpPr/>
                <p:nvPr/>
              </p:nvSpPr>
              <p:spPr>
                <a:xfrm>
                  <a:off x="-4837450" y="2516525"/>
                  <a:ext cx="992800" cy="5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" h="20937" extrusionOk="0">
                      <a:moveTo>
                        <a:pt x="4582" y="1"/>
                      </a:moveTo>
                      <a:lnTo>
                        <a:pt x="4582" y="10156"/>
                      </a:lnTo>
                      <a:cubicBezTo>
                        <a:pt x="4582" y="13469"/>
                        <a:pt x="3439" y="16685"/>
                        <a:pt x="1338" y="19282"/>
                      </a:cubicBezTo>
                      <a:lnTo>
                        <a:pt x="0" y="20936"/>
                      </a:lnTo>
                      <a:lnTo>
                        <a:pt x="39712" y="20936"/>
                      </a:lnTo>
                      <a:lnTo>
                        <a:pt x="38374" y="19282"/>
                      </a:lnTo>
                      <a:cubicBezTo>
                        <a:pt x="36273" y="16685"/>
                        <a:pt x="35130" y="13469"/>
                        <a:pt x="35130" y="10156"/>
                      </a:cubicBezTo>
                      <a:lnTo>
                        <a:pt x="3513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202;p29">
                  <a:extLst>
                    <a:ext uri="{FF2B5EF4-FFF2-40B4-BE49-F238E27FC236}">
                      <a16:creationId xmlns:a16="http://schemas.microsoft.com/office/drawing/2014/main" id="{E941274C-2761-793F-F126-B81EAF1DBAAF}"/>
                    </a:ext>
                  </a:extLst>
                </p:cNvPr>
                <p:cNvSpPr/>
                <p:nvPr/>
              </p:nvSpPr>
              <p:spPr>
                <a:xfrm>
                  <a:off x="-4845950" y="2510025"/>
                  <a:ext cx="1009825" cy="53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93" h="21457" extrusionOk="0">
                      <a:moveTo>
                        <a:pt x="35209" y="521"/>
                      </a:moveTo>
                      <a:lnTo>
                        <a:pt x="35209" y="10414"/>
                      </a:lnTo>
                      <a:cubicBezTo>
                        <a:pt x="35209" y="13773"/>
                        <a:pt x="36383" y="17073"/>
                        <a:pt x="38512" y="19707"/>
                      </a:cubicBezTo>
                      <a:lnTo>
                        <a:pt x="39507" y="20936"/>
                      </a:lnTo>
                      <a:lnTo>
                        <a:pt x="885" y="20936"/>
                      </a:lnTo>
                      <a:lnTo>
                        <a:pt x="1881" y="19707"/>
                      </a:lnTo>
                      <a:cubicBezTo>
                        <a:pt x="4009" y="17073"/>
                        <a:pt x="5183" y="13773"/>
                        <a:pt x="5183" y="10414"/>
                      </a:cubicBezTo>
                      <a:lnTo>
                        <a:pt x="5183" y="521"/>
                      </a:lnTo>
                      <a:close/>
                      <a:moveTo>
                        <a:pt x="4922" y="1"/>
                      </a:moveTo>
                      <a:cubicBezTo>
                        <a:pt x="4780" y="1"/>
                        <a:pt x="4662" y="117"/>
                        <a:pt x="4663" y="261"/>
                      </a:cubicBezTo>
                      <a:lnTo>
                        <a:pt x="4663" y="10414"/>
                      </a:lnTo>
                      <a:cubicBezTo>
                        <a:pt x="4663" y="13655"/>
                        <a:pt x="3531" y="16838"/>
                        <a:pt x="1476" y="19379"/>
                      </a:cubicBezTo>
                      <a:lnTo>
                        <a:pt x="138" y="21033"/>
                      </a:lnTo>
                      <a:cubicBezTo>
                        <a:pt x="0" y="21203"/>
                        <a:pt x="121" y="21457"/>
                        <a:pt x="340" y="21457"/>
                      </a:cubicBezTo>
                      <a:lnTo>
                        <a:pt x="40052" y="21457"/>
                      </a:lnTo>
                      <a:cubicBezTo>
                        <a:pt x="40270" y="21457"/>
                        <a:pt x="40392" y="21203"/>
                        <a:pt x="40254" y="21033"/>
                      </a:cubicBezTo>
                      <a:lnTo>
                        <a:pt x="38916" y="19379"/>
                      </a:lnTo>
                      <a:cubicBezTo>
                        <a:pt x="36861" y="16838"/>
                        <a:pt x="35730" y="13655"/>
                        <a:pt x="35730" y="10414"/>
                      </a:cubicBezTo>
                      <a:lnTo>
                        <a:pt x="35730" y="261"/>
                      </a:lnTo>
                      <a:cubicBezTo>
                        <a:pt x="35730" y="117"/>
                        <a:pt x="35613" y="1"/>
                        <a:pt x="3547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203;p29">
                  <a:extLst>
                    <a:ext uri="{FF2B5EF4-FFF2-40B4-BE49-F238E27FC236}">
                      <a16:creationId xmlns:a16="http://schemas.microsoft.com/office/drawing/2014/main" id="{D96CAC8F-1BED-86A5-665F-9DD33F4EB0AE}"/>
                    </a:ext>
                  </a:extLst>
                </p:cNvPr>
                <p:cNvSpPr/>
                <p:nvPr/>
              </p:nvSpPr>
              <p:spPr>
                <a:xfrm>
                  <a:off x="-4769800" y="2248925"/>
                  <a:ext cx="857475" cy="43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9" h="17267" extrusionOk="0">
                      <a:moveTo>
                        <a:pt x="1876" y="1"/>
                      </a:moveTo>
                      <a:lnTo>
                        <a:pt x="1876" y="10155"/>
                      </a:lnTo>
                      <a:cubicBezTo>
                        <a:pt x="1875" y="12647"/>
                        <a:pt x="1229" y="15097"/>
                        <a:pt x="1" y="17267"/>
                      </a:cubicBezTo>
                      <a:lnTo>
                        <a:pt x="34298" y="17267"/>
                      </a:lnTo>
                      <a:cubicBezTo>
                        <a:pt x="33072" y="15097"/>
                        <a:pt x="32425" y="12647"/>
                        <a:pt x="32424" y="10155"/>
                      </a:cubicBezTo>
                      <a:lnTo>
                        <a:pt x="324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204;p29">
                  <a:extLst>
                    <a:ext uri="{FF2B5EF4-FFF2-40B4-BE49-F238E27FC236}">
                      <a16:creationId xmlns:a16="http://schemas.microsoft.com/office/drawing/2014/main" id="{46915F0F-15C3-F202-939E-ED03710846A4}"/>
                    </a:ext>
                  </a:extLst>
                </p:cNvPr>
                <p:cNvSpPr/>
                <p:nvPr/>
              </p:nvSpPr>
              <p:spPr>
                <a:xfrm>
                  <a:off x="-5875675" y="342950"/>
                  <a:ext cx="3069250" cy="22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90146" extrusionOk="0">
                      <a:moveTo>
                        <a:pt x="4815" y="0"/>
                      </a:moveTo>
                      <a:cubicBezTo>
                        <a:pt x="2156" y="0"/>
                        <a:pt x="0" y="2155"/>
                        <a:pt x="0" y="4815"/>
                      </a:cubicBezTo>
                      <a:lnTo>
                        <a:pt x="0" y="86110"/>
                      </a:lnTo>
                      <a:cubicBezTo>
                        <a:pt x="0" y="88339"/>
                        <a:pt x="1808" y="90146"/>
                        <a:pt x="4037" y="90146"/>
                      </a:cubicBezTo>
                      <a:lnTo>
                        <a:pt x="118369" y="90146"/>
                      </a:lnTo>
                      <a:cubicBezTo>
                        <a:pt x="120800" y="90146"/>
                        <a:pt x="122770" y="88177"/>
                        <a:pt x="122770" y="85746"/>
                      </a:cubicBezTo>
                      <a:lnTo>
                        <a:pt x="122770" y="5831"/>
                      </a:lnTo>
                      <a:cubicBezTo>
                        <a:pt x="122770" y="4284"/>
                        <a:pt x="122155" y="2801"/>
                        <a:pt x="121061" y="1707"/>
                      </a:cubicBezTo>
                      <a:cubicBezTo>
                        <a:pt x="119968" y="614"/>
                        <a:pt x="118486" y="0"/>
                        <a:pt x="11693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205;p29">
                  <a:extLst>
                    <a:ext uri="{FF2B5EF4-FFF2-40B4-BE49-F238E27FC236}">
                      <a16:creationId xmlns:a16="http://schemas.microsoft.com/office/drawing/2014/main" id="{D8927AE8-F709-77BE-CC3A-93325DFB7908}"/>
                    </a:ext>
                  </a:extLst>
                </p:cNvPr>
                <p:cNvSpPr/>
                <p:nvPr/>
              </p:nvSpPr>
              <p:spPr>
                <a:xfrm>
                  <a:off x="-5882175" y="336425"/>
                  <a:ext cx="3082275" cy="22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90667" extrusionOk="0">
                      <a:moveTo>
                        <a:pt x="118612" y="521"/>
                      </a:moveTo>
                      <a:cubicBezTo>
                        <a:pt x="120905" y="521"/>
                        <a:pt x="122770" y="2386"/>
                        <a:pt x="122770" y="4678"/>
                      </a:cubicBezTo>
                      <a:lnTo>
                        <a:pt x="122770" y="85990"/>
                      </a:lnTo>
                      <a:cubicBezTo>
                        <a:pt x="122770" y="88283"/>
                        <a:pt x="120905" y="90147"/>
                        <a:pt x="118612" y="90147"/>
                      </a:cubicBezTo>
                      <a:lnTo>
                        <a:pt x="4678" y="90147"/>
                      </a:lnTo>
                      <a:cubicBezTo>
                        <a:pt x="2385" y="90147"/>
                        <a:pt x="521" y="88283"/>
                        <a:pt x="521" y="85990"/>
                      </a:cubicBezTo>
                      <a:lnTo>
                        <a:pt x="521" y="4678"/>
                      </a:lnTo>
                      <a:cubicBezTo>
                        <a:pt x="521" y="2386"/>
                        <a:pt x="2385" y="521"/>
                        <a:pt x="4678" y="521"/>
                      </a:cubicBezTo>
                      <a:close/>
                      <a:moveTo>
                        <a:pt x="4678" y="1"/>
                      </a:moveTo>
                      <a:cubicBezTo>
                        <a:pt x="2098" y="1"/>
                        <a:pt x="0" y="2099"/>
                        <a:pt x="0" y="4678"/>
                      </a:cubicBezTo>
                      <a:lnTo>
                        <a:pt x="0" y="85990"/>
                      </a:lnTo>
                      <a:cubicBezTo>
                        <a:pt x="0" y="88570"/>
                        <a:pt x="2098" y="90667"/>
                        <a:pt x="4678" y="90667"/>
                      </a:cubicBezTo>
                      <a:lnTo>
                        <a:pt x="118612" y="90667"/>
                      </a:lnTo>
                      <a:cubicBezTo>
                        <a:pt x="121192" y="90667"/>
                        <a:pt x="123290" y="88570"/>
                        <a:pt x="123290" y="85990"/>
                      </a:cubicBezTo>
                      <a:lnTo>
                        <a:pt x="123290" y="4678"/>
                      </a:lnTo>
                      <a:cubicBezTo>
                        <a:pt x="123290" y="2099"/>
                        <a:pt x="121192" y="1"/>
                        <a:pt x="11861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206;p29">
                  <a:extLst>
                    <a:ext uri="{FF2B5EF4-FFF2-40B4-BE49-F238E27FC236}">
                      <a16:creationId xmlns:a16="http://schemas.microsoft.com/office/drawing/2014/main" id="{A5DA6C98-2BF1-F455-18D7-A085008119EA}"/>
                    </a:ext>
                  </a:extLst>
                </p:cNvPr>
                <p:cNvSpPr/>
                <p:nvPr/>
              </p:nvSpPr>
              <p:spPr>
                <a:xfrm>
                  <a:off x="-5875675" y="2246300"/>
                  <a:ext cx="3069250" cy="3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14012" extrusionOk="0">
                      <a:moveTo>
                        <a:pt x="0" y="0"/>
                      </a:moveTo>
                      <a:lnTo>
                        <a:pt x="0" y="9540"/>
                      </a:lnTo>
                      <a:cubicBezTo>
                        <a:pt x="0" y="12009"/>
                        <a:pt x="2003" y="14012"/>
                        <a:pt x="4473" y="14012"/>
                      </a:cubicBezTo>
                      <a:lnTo>
                        <a:pt x="118438" y="14012"/>
                      </a:lnTo>
                      <a:cubicBezTo>
                        <a:pt x="120830" y="14012"/>
                        <a:pt x="122770" y="12073"/>
                        <a:pt x="122770" y="9680"/>
                      </a:cubicBezTo>
                      <a:lnTo>
                        <a:pt x="1227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207;p29">
                  <a:extLst>
                    <a:ext uri="{FF2B5EF4-FFF2-40B4-BE49-F238E27FC236}">
                      <a16:creationId xmlns:a16="http://schemas.microsoft.com/office/drawing/2014/main" id="{AC49465F-8C43-69F6-2A28-83734A52C8AD}"/>
                    </a:ext>
                  </a:extLst>
                </p:cNvPr>
                <p:cNvSpPr/>
                <p:nvPr/>
              </p:nvSpPr>
              <p:spPr>
                <a:xfrm>
                  <a:off x="-5882175" y="2239775"/>
                  <a:ext cx="3082275" cy="3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14533" extrusionOk="0">
                      <a:moveTo>
                        <a:pt x="122770" y="522"/>
                      </a:moveTo>
                      <a:lnTo>
                        <a:pt x="122770" y="9856"/>
                      </a:lnTo>
                      <a:cubicBezTo>
                        <a:pt x="122770" y="12151"/>
                        <a:pt x="120908" y="14012"/>
                        <a:pt x="118614" y="14012"/>
                      </a:cubicBezTo>
                      <a:lnTo>
                        <a:pt x="4678" y="14012"/>
                      </a:lnTo>
                      <a:cubicBezTo>
                        <a:pt x="2385" y="14012"/>
                        <a:pt x="522" y="12147"/>
                        <a:pt x="522" y="9856"/>
                      </a:cubicBezTo>
                      <a:lnTo>
                        <a:pt x="522" y="522"/>
                      </a:lnTo>
                      <a:close/>
                      <a:moveTo>
                        <a:pt x="260" y="1"/>
                      </a:moveTo>
                      <a:cubicBezTo>
                        <a:pt x="117" y="1"/>
                        <a:pt x="0" y="117"/>
                        <a:pt x="0" y="261"/>
                      </a:cubicBezTo>
                      <a:lnTo>
                        <a:pt x="0" y="9856"/>
                      </a:lnTo>
                      <a:cubicBezTo>
                        <a:pt x="0" y="12439"/>
                        <a:pt x="2094" y="14533"/>
                        <a:pt x="4678" y="14533"/>
                      </a:cubicBezTo>
                      <a:lnTo>
                        <a:pt x="118612" y="14533"/>
                      </a:lnTo>
                      <a:cubicBezTo>
                        <a:pt x="121195" y="14533"/>
                        <a:pt x="123290" y="12439"/>
                        <a:pt x="123290" y="9856"/>
                      </a:cubicBezTo>
                      <a:lnTo>
                        <a:pt x="123290" y="261"/>
                      </a:lnTo>
                      <a:cubicBezTo>
                        <a:pt x="123290" y="117"/>
                        <a:pt x="123173" y="1"/>
                        <a:pt x="12303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208;p29">
                  <a:extLst>
                    <a:ext uri="{FF2B5EF4-FFF2-40B4-BE49-F238E27FC236}">
                      <a16:creationId xmlns:a16="http://schemas.microsoft.com/office/drawing/2014/main" id="{2DB23F36-1B4B-BA36-50FA-CD4C197CFFEB}"/>
                    </a:ext>
                  </a:extLst>
                </p:cNvPr>
                <p:cNvSpPr/>
                <p:nvPr/>
              </p:nvSpPr>
              <p:spPr>
                <a:xfrm>
                  <a:off x="-5721300" y="483125"/>
                  <a:ext cx="2760500" cy="159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0" h="63690" extrusionOk="0">
                      <a:moveTo>
                        <a:pt x="1" y="1"/>
                      </a:moveTo>
                      <a:lnTo>
                        <a:pt x="1" y="63689"/>
                      </a:lnTo>
                      <a:lnTo>
                        <a:pt x="110419" y="63689"/>
                      </a:lnTo>
                      <a:lnTo>
                        <a:pt x="1104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209;p29">
                  <a:extLst>
                    <a:ext uri="{FF2B5EF4-FFF2-40B4-BE49-F238E27FC236}">
                      <a16:creationId xmlns:a16="http://schemas.microsoft.com/office/drawing/2014/main" id="{26591C77-6C22-7598-FB36-64D5D85A002C}"/>
                    </a:ext>
                  </a:extLst>
                </p:cNvPr>
                <p:cNvSpPr/>
                <p:nvPr/>
              </p:nvSpPr>
              <p:spPr>
                <a:xfrm>
                  <a:off x="-4397650" y="2421425"/>
                  <a:ext cx="113200" cy="11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8" h="4435" extrusionOk="0">
                      <a:moveTo>
                        <a:pt x="2263" y="0"/>
                      </a:moveTo>
                      <a:cubicBezTo>
                        <a:pt x="1014" y="0"/>
                        <a:pt x="0" y="993"/>
                        <a:pt x="0" y="2217"/>
                      </a:cubicBezTo>
                      <a:cubicBezTo>
                        <a:pt x="0" y="3442"/>
                        <a:pt x="1014" y="4435"/>
                        <a:pt x="2263" y="4435"/>
                      </a:cubicBezTo>
                      <a:cubicBezTo>
                        <a:pt x="3514" y="4435"/>
                        <a:pt x="4528" y="3442"/>
                        <a:pt x="4528" y="2217"/>
                      </a:cubicBezTo>
                      <a:cubicBezTo>
                        <a:pt x="4528" y="993"/>
                        <a:pt x="3514" y="0"/>
                        <a:pt x="2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210;p29">
                  <a:extLst>
                    <a:ext uri="{FF2B5EF4-FFF2-40B4-BE49-F238E27FC236}">
                      <a16:creationId xmlns:a16="http://schemas.microsoft.com/office/drawing/2014/main" id="{ED481F3E-5607-C098-7D60-8ED72A3F4B6F}"/>
                    </a:ext>
                  </a:extLst>
                </p:cNvPr>
                <p:cNvSpPr/>
                <p:nvPr/>
              </p:nvSpPr>
              <p:spPr>
                <a:xfrm>
                  <a:off x="-4404175" y="2414950"/>
                  <a:ext cx="126250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4" extrusionOk="0">
                      <a:moveTo>
                        <a:pt x="2524" y="520"/>
                      </a:moveTo>
                      <a:cubicBezTo>
                        <a:pt x="3630" y="520"/>
                        <a:pt x="4529" y="1398"/>
                        <a:pt x="4529" y="2476"/>
                      </a:cubicBezTo>
                      <a:cubicBezTo>
                        <a:pt x="4529" y="3555"/>
                        <a:pt x="3630" y="4433"/>
                        <a:pt x="2524" y="4433"/>
                      </a:cubicBezTo>
                      <a:cubicBezTo>
                        <a:pt x="1420" y="4433"/>
                        <a:pt x="520" y="3554"/>
                        <a:pt x="520" y="2476"/>
                      </a:cubicBezTo>
                      <a:cubicBezTo>
                        <a:pt x="520" y="1398"/>
                        <a:pt x="1420" y="520"/>
                        <a:pt x="2524" y="520"/>
                      </a:cubicBezTo>
                      <a:close/>
                      <a:moveTo>
                        <a:pt x="2524" y="0"/>
                      </a:moveTo>
                      <a:cubicBezTo>
                        <a:pt x="1133" y="0"/>
                        <a:pt x="1" y="1111"/>
                        <a:pt x="1" y="2476"/>
                      </a:cubicBezTo>
                      <a:cubicBezTo>
                        <a:pt x="1" y="3842"/>
                        <a:pt x="1132" y="4954"/>
                        <a:pt x="2524" y="4954"/>
                      </a:cubicBezTo>
                      <a:cubicBezTo>
                        <a:pt x="3917" y="4954"/>
                        <a:pt x="5049" y="3842"/>
                        <a:pt x="5049" y="2476"/>
                      </a:cubicBezTo>
                      <a:cubicBezTo>
                        <a:pt x="5049" y="1111"/>
                        <a:pt x="3917" y="0"/>
                        <a:pt x="25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211;p29">
                  <a:extLst>
                    <a:ext uri="{FF2B5EF4-FFF2-40B4-BE49-F238E27FC236}">
                      <a16:creationId xmlns:a16="http://schemas.microsoft.com/office/drawing/2014/main" id="{AA8E943F-EA10-A5F3-1490-7445EEFDF5E8}"/>
                    </a:ext>
                  </a:extLst>
                </p:cNvPr>
                <p:cNvSpPr/>
                <p:nvPr/>
              </p:nvSpPr>
              <p:spPr>
                <a:xfrm>
                  <a:off x="-4837450" y="3039925"/>
                  <a:ext cx="993025" cy="4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21" h="1815" extrusionOk="0">
                      <a:moveTo>
                        <a:pt x="0" y="0"/>
                      </a:moveTo>
                      <a:lnTo>
                        <a:pt x="0" y="1814"/>
                      </a:lnTo>
                      <a:lnTo>
                        <a:pt x="39720" y="1814"/>
                      </a:lnTo>
                      <a:lnTo>
                        <a:pt x="397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212;p29">
                  <a:extLst>
                    <a:ext uri="{FF2B5EF4-FFF2-40B4-BE49-F238E27FC236}">
                      <a16:creationId xmlns:a16="http://schemas.microsoft.com/office/drawing/2014/main" id="{02B2B6C8-CBC7-677A-1BB5-A32E98A78B07}"/>
                    </a:ext>
                  </a:extLst>
                </p:cNvPr>
                <p:cNvSpPr/>
                <p:nvPr/>
              </p:nvSpPr>
              <p:spPr>
                <a:xfrm>
                  <a:off x="-4843950" y="3033400"/>
                  <a:ext cx="100602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1" h="2336" extrusionOk="0">
                      <a:moveTo>
                        <a:pt x="39720" y="522"/>
                      </a:moveTo>
                      <a:lnTo>
                        <a:pt x="39720" y="1815"/>
                      </a:lnTo>
                      <a:lnTo>
                        <a:pt x="521" y="1815"/>
                      </a:lnTo>
                      <a:lnTo>
                        <a:pt x="521" y="522"/>
                      </a:lnTo>
                      <a:close/>
                      <a:moveTo>
                        <a:pt x="260" y="1"/>
                      </a:moveTo>
                      <a:cubicBezTo>
                        <a:pt x="116" y="1"/>
                        <a:pt x="0" y="118"/>
                        <a:pt x="0" y="261"/>
                      </a:cubicBezTo>
                      <a:lnTo>
                        <a:pt x="0" y="2074"/>
                      </a:lnTo>
                      <a:cubicBezTo>
                        <a:pt x="0" y="2218"/>
                        <a:pt x="116" y="2335"/>
                        <a:pt x="260" y="2335"/>
                      </a:cubicBezTo>
                      <a:lnTo>
                        <a:pt x="39980" y="2335"/>
                      </a:lnTo>
                      <a:cubicBezTo>
                        <a:pt x="40123" y="2335"/>
                        <a:pt x="40241" y="2218"/>
                        <a:pt x="40239" y="2074"/>
                      </a:cubicBezTo>
                      <a:lnTo>
                        <a:pt x="40239" y="261"/>
                      </a:lnTo>
                      <a:cubicBezTo>
                        <a:pt x="40239" y="118"/>
                        <a:pt x="40123" y="1"/>
                        <a:pt x="3998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213;p29">
                  <a:extLst>
                    <a:ext uri="{FF2B5EF4-FFF2-40B4-BE49-F238E27FC236}">
                      <a16:creationId xmlns:a16="http://schemas.microsoft.com/office/drawing/2014/main" id="{3C4AE044-C9EA-A545-9273-034DAC03456C}"/>
                    </a:ext>
                  </a:extLst>
                </p:cNvPr>
                <p:cNvSpPr/>
                <p:nvPr/>
              </p:nvSpPr>
              <p:spPr>
                <a:xfrm>
                  <a:off x="-5245425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36345" y="1"/>
                      </a:moveTo>
                      <a:cubicBezTo>
                        <a:pt x="30792" y="5179"/>
                        <a:pt x="16575" y="10405"/>
                        <a:pt x="0" y="21493"/>
                      </a:cubicBezTo>
                      <a:cubicBezTo>
                        <a:pt x="0" y="21493"/>
                        <a:pt x="1035" y="58964"/>
                        <a:pt x="36345" y="79446"/>
                      </a:cubicBezTo>
                      <a:lnTo>
                        <a:pt x="36345" y="1"/>
                      </a:ln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0" name="Google Shape;214;p29">
                  <a:extLst>
                    <a:ext uri="{FF2B5EF4-FFF2-40B4-BE49-F238E27FC236}">
                      <a16:creationId xmlns:a16="http://schemas.microsoft.com/office/drawing/2014/main" id="{95226071-CF72-F611-FF60-3B5086A6CA66}"/>
                    </a:ext>
                  </a:extLst>
                </p:cNvPr>
                <p:cNvSpPr/>
                <p:nvPr/>
              </p:nvSpPr>
              <p:spPr>
                <a:xfrm>
                  <a:off x="-5252000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36348" y="844"/>
                      </a:moveTo>
                      <a:lnTo>
                        <a:pt x="36348" y="79251"/>
                      </a:lnTo>
                      <a:cubicBezTo>
                        <a:pt x="18445" y="68725"/>
                        <a:pt x="9663" y="53734"/>
                        <a:pt x="5445" y="42973"/>
                      </a:cubicBezTo>
                      <a:cubicBezTo>
                        <a:pt x="1147" y="32011"/>
                        <a:pt x="588" y="23112"/>
                        <a:pt x="529" y="21889"/>
                      </a:cubicBezTo>
                      <a:cubicBezTo>
                        <a:pt x="8839" y="16340"/>
                        <a:pt x="16615" y="12231"/>
                        <a:pt x="22871" y="8926"/>
                      </a:cubicBezTo>
                      <a:cubicBezTo>
                        <a:pt x="28780" y="5803"/>
                        <a:pt x="33510" y="3304"/>
                        <a:pt x="36348" y="844"/>
                      </a:cubicBezTo>
                      <a:close/>
                      <a:moveTo>
                        <a:pt x="36607" y="0"/>
                      </a:moveTo>
                      <a:cubicBezTo>
                        <a:pt x="36546" y="0"/>
                        <a:pt x="36483" y="22"/>
                        <a:pt x="36431" y="71"/>
                      </a:cubicBezTo>
                      <a:cubicBezTo>
                        <a:pt x="33706" y="2612"/>
                        <a:pt x="28816" y="5195"/>
                        <a:pt x="22627" y="8466"/>
                      </a:cubicBezTo>
                      <a:cubicBezTo>
                        <a:pt x="16332" y="11792"/>
                        <a:pt x="8496" y="15933"/>
                        <a:pt x="119" y="21538"/>
                      </a:cubicBezTo>
                      <a:cubicBezTo>
                        <a:pt x="44" y="21587"/>
                        <a:pt x="0" y="21672"/>
                        <a:pt x="3" y="21762"/>
                      </a:cubicBezTo>
                      <a:cubicBezTo>
                        <a:pt x="6" y="21855"/>
                        <a:pt x="318" y="31311"/>
                        <a:pt x="4953" y="43145"/>
                      </a:cubicBezTo>
                      <a:cubicBezTo>
                        <a:pt x="9231" y="54065"/>
                        <a:pt x="18173" y="69312"/>
                        <a:pt x="36477" y="79931"/>
                      </a:cubicBezTo>
                      <a:cubicBezTo>
                        <a:pt x="36517" y="79954"/>
                        <a:pt x="36562" y="79966"/>
                        <a:pt x="36608" y="79966"/>
                      </a:cubicBezTo>
                      <a:cubicBezTo>
                        <a:pt x="36752" y="79966"/>
                        <a:pt x="36870" y="79848"/>
                        <a:pt x="36869" y="79706"/>
                      </a:cubicBezTo>
                      <a:lnTo>
                        <a:pt x="36869" y="261"/>
                      </a:lnTo>
                      <a:cubicBezTo>
                        <a:pt x="36869" y="105"/>
                        <a:pt x="36741" y="0"/>
                        <a:pt x="3660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15;p29">
                  <a:extLst>
                    <a:ext uri="{FF2B5EF4-FFF2-40B4-BE49-F238E27FC236}">
                      <a16:creationId xmlns:a16="http://schemas.microsoft.com/office/drawing/2014/main" id="{7D6A8333-A50E-D0D7-E105-D8EF91FF6BBD}"/>
                    </a:ext>
                  </a:extLst>
                </p:cNvPr>
                <p:cNvSpPr/>
                <p:nvPr/>
              </p:nvSpPr>
              <p:spPr>
                <a:xfrm>
                  <a:off x="-4336800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0" y="1"/>
                      </a:moveTo>
                      <a:lnTo>
                        <a:pt x="0" y="79446"/>
                      </a:lnTo>
                      <a:cubicBezTo>
                        <a:pt x="35310" y="58964"/>
                        <a:pt x="36345" y="21493"/>
                        <a:pt x="36345" y="21493"/>
                      </a:cubicBezTo>
                      <a:cubicBezTo>
                        <a:pt x="19771" y="10405"/>
                        <a:pt x="5555" y="5179"/>
                        <a:pt x="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16;p29">
                  <a:extLst>
                    <a:ext uri="{FF2B5EF4-FFF2-40B4-BE49-F238E27FC236}">
                      <a16:creationId xmlns:a16="http://schemas.microsoft.com/office/drawing/2014/main" id="{3E6E6A25-2E60-BADD-BAD0-E6DFE09C028B}"/>
                    </a:ext>
                  </a:extLst>
                </p:cNvPr>
                <p:cNvSpPr/>
                <p:nvPr/>
              </p:nvSpPr>
              <p:spPr>
                <a:xfrm>
                  <a:off x="-4343325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522" y="844"/>
                      </a:moveTo>
                      <a:cubicBezTo>
                        <a:pt x="3360" y="3304"/>
                        <a:pt x="8090" y="5803"/>
                        <a:pt x="13999" y="8925"/>
                      </a:cubicBezTo>
                      <a:cubicBezTo>
                        <a:pt x="20254" y="12231"/>
                        <a:pt x="28031" y="16340"/>
                        <a:pt x="36341" y="21889"/>
                      </a:cubicBezTo>
                      <a:cubicBezTo>
                        <a:pt x="36283" y="23110"/>
                        <a:pt x="35726" y="31995"/>
                        <a:pt x="31432" y="42954"/>
                      </a:cubicBezTo>
                      <a:cubicBezTo>
                        <a:pt x="27215" y="53720"/>
                        <a:pt x="18433" y="68720"/>
                        <a:pt x="522" y="79251"/>
                      </a:cubicBezTo>
                      <a:lnTo>
                        <a:pt x="522" y="844"/>
                      </a:lnTo>
                      <a:close/>
                      <a:moveTo>
                        <a:pt x="263" y="0"/>
                      </a:moveTo>
                      <a:cubicBezTo>
                        <a:pt x="129" y="0"/>
                        <a:pt x="1" y="105"/>
                        <a:pt x="1" y="261"/>
                      </a:cubicBezTo>
                      <a:lnTo>
                        <a:pt x="1" y="79704"/>
                      </a:lnTo>
                      <a:cubicBezTo>
                        <a:pt x="1" y="79848"/>
                        <a:pt x="117" y="79966"/>
                        <a:pt x="261" y="79966"/>
                      </a:cubicBezTo>
                      <a:cubicBezTo>
                        <a:pt x="307" y="79965"/>
                        <a:pt x="352" y="79953"/>
                        <a:pt x="392" y="79931"/>
                      </a:cubicBezTo>
                      <a:cubicBezTo>
                        <a:pt x="18697" y="69312"/>
                        <a:pt x="27638" y="54065"/>
                        <a:pt x="31918" y="43144"/>
                      </a:cubicBezTo>
                      <a:cubicBezTo>
                        <a:pt x="36553" y="31311"/>
                        <a:pt x="36864" y="21855"/>
                        <a:pt x="36867" y="21760"/>
                      </a:cubicBezTo>
                      <a:cubicBezTo>
                        <a:pt x="36869" y="21671"/>
                        <a:pt x="36826" y="21587"/>
                        <a:pt x="36752" y="21538"/>
                      </a:cubicBezTo>
                      <a:cubicBezTo>
                        <a:pt x="28373" y="15932"/>
                        <a:pt x="20538" y="11792"/>
                        <a:pt x="14242" y="8465"/>
                      </a:cubicBezTo>
                      <a:cubicBezTo>
                        <a:pt x="8052" y="5195"/>
                        <a:pt x="3164" y="2611"/>
                        <a:pt x="439" y="71"/>
                      </a:cubicBezTo>
                      <a:cubicBezTo>
                        <a:pt x="387" y="22"/>
                        <a:pt x="324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17;p29">
                  <a:extLst>
                    <a:ext uri="{FF2B5EF4-FFF2-40B4-BE49-F238E27FC236}">
                      <a16:creationId xmlns:a16="http://schemas.microsoft.com/office/drawing/2014/main" id="{88B00872-E2A2-AA40-0A87-F452219CD08A}"/>
                    </a:ext>
                  </a:extLst>
                </p:cNvPr>
                <p:cNvSpPr/>
                <p:nvPr/>
              </p:nvSpPr>
              <p:spPr>
                <a:xfrm>
                  <a:off x="-5178775" y="480375"/>
                  <a:ext cx="1684000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0" h="73064" extrusionOk="0">
                      <a:moveTo>
                        <a:pt x="33679" y="1"/>
                      </a:moveTo>
                      <a:cubicBezTo>
                        <a:pt x="26976" y="4654"/>
                        <a:pt x="15360" y="9088"/>
                        <a:pt x="0" y="19363"/>
                      </a:cubicBezTo>
                      <a:cubicBezTo>
                        <a:pt x="0" y="19363"/>
                        <a:pt x="960" y="54085"/>
                        <a:pt x="33679" y="73064"/>
                      </a:cubicBezTo>
                      <a:cubicBezTo>
                        <a:pt x="66399" y="54085"/>
                        <a:pt x="67359" y="19363"/>
                        <a:pt x="67359" y="19363"/>
                      </a:cubicBezTo>
                      <a:cubicBezTo>
                        <a:pt x="52000" y="9088"/>
                        <a:pt x="40435" y="4654"/>
                        <a:pt x="336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18;p29">
                  <a:extLst>
                    <a:ext uri="{FF2B5EF4-FFF2-40B4-BE49-F238E27FC236}">
                      <a16:creationId xmlns:a16="http://schemas.microsoft.com/office/drawing/2014/main" id="{452233A6-86A7-DD40-5BDD-3AC16338E741}"/>
                    </a:ext>
                  </a:extLst>
                </p:cNvPr>
                <p:cNvSpPr/>
                <p:nvPr/>
              </p:nvSpPr>
              <p:spPr>
                <a:xfrm>
                  <a:off x="-5185350" y="473850"/>
                  <a:ext cx="1697125" cy="18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85" h="73586" extrusionOk="0">
                      <a:moveTo>
                        <a:pt x="33943" y="576"/>
                      </a:moveTo>
                      <a:cubicBezTo>
                        <a:pt x="36735" y="2479"/>
                        <a:pt x="40391" y="4387"/>
                        <a:pt x="44614" y="6590"/>
                      </a:cubicBezTo>
                      <a:cubicBezTo>
                        <a:pt x="50768" y="9800"/>
                        <a:pt x="58419" y="13791"/>
                        <a:pt x="67356" y="19759"/>
                      </a:cubicBezTo>
                      <a:cubicBezTo>
                        <a:pt x="67300" y="20930"/>
                        <a:pt x="66772" y="29156"/>
                        <a:pt x="62803" y="39282"/>
                      </a:cubicBezTo>
                      <a:cubicBezTo>
                        <a:pt x="58876" y="49296"/>
                        <a:pt x="50684" y="63266"/>
                        <a:pt x="33942" y="73025"/>
                      </a:cubicBezTo>
                      <a:cubicBezTo>
                        <a:pt x="17200" y="63266"/>
                        <a:pt x="9009" y="49296"/>
                        <a:pt x="5083" y="39282"/>
                      </a:cubicBezTo>
                      <a:cubicBezTo>
                        <a:pt x="1114" y="29156"/>
                        <a:pt x="586" y="20930"/>
                        <a:pt x="530" y="19759"/>
                      </a:cubicBezTo>
                      <a:cubicBezTo>
                        <a:pt x="9423" y="13820"/>
                        <a:pt x="17060" y="9839"/>
                        <a:pt x="23204" y="6636"/>
                      </a:cubicBezTo>
                      <a:cubicBezTo>
                        <a:pt x="27463" y="4416"/>
                        <a:pt x="31152" y="2492"/>
                        <a:pt x="33943" y="576"/>
                      </a:cubicBezTo>
                      <a:close/>
                      <a:moveTo>
                        <a:pt x="33942" y="1"/>
                      </a:moveTo>
                      <a:cubicBezTo>
                        <a:pt x="33890" y="1"/>
                        <a:pt x="33839" y="16"/>
                        <a:pt x="33795" y="47"/>
                      </a:cubicBezTo>
                      <a:cubicBezTo>
                        <a:pt x="31014" y="1977"/>
                        <a:pt x="27460" y="3830"/>
                        <a:pt x="22962" y="6174"/>
                      </a:cubicBezTo>
                      <a:cubicBezTo>
                        <a:pt x="16780" y="9397"/>
                        <a:pt x="9086" y="13407"/>
                        <a:pt x="118" y="19407"/>
                      </a:cubicBezTo>
                      <a:cubicBezTo>
                        <a:pt x="44" y="19457"/>
                        <a:pt x="1" y="19541"/>
                        <a:pt x="3" y="19631"/>
                      </a:cubicBezTo>
                      <a:cubicBezTo>
                        <a:pt x="6" y="19718"/>
                        <a:pt x="294" y="28484"/>
                        <a:pt x="4590" y="39452"/>
                      </a:cubicBezTo>
                      <a:cubicBezTo>
                        <a:pt x="8556" y="49575"/>
                        <a:pt x="16846" y="63709"/>
                        <a:pt x="33811" y="73550"/>
                      </a:cubicBezTo>
                      <a:cubicBezTo>
                        <a:pt x="33851" y="73573"/>
                        <a:pt x="33896" y="73585"/>
                        <a:pt x="33942" y="73585"/>
                      </a:cubicBezTo>
                      <a:cubicBezTo>
                        <a:pt x="33988" y="73585"/>
                        <a:pt x="34033" y="73574"/>
                        <a:pt x="34073" y="73551"/>
                      </a:cubicBezTo>
                      <a:cubicBezTo>
                        <a:pt x="51040" y="63709"/>
                        <a:pt x="59329" y="49577"/>
                        <a:pt x="63294" y="39452"/>
                      </a:cubicBezTo>
                      <a:cubicBezTo>
                        <a:pt x="67592" y="28484"/>
                        <a:pt x="67880" y="19719"/>
                        <a:pt x="67883" y="19632"/>
                      </a:cubicBezTo>
                      <a:cubicBezTo>
                        <a:pt x="67885" y="19543"/>
                        <a:pt x="67841" y="19458"/>
                        <a:pt x="67766" y="19408"/>
                      </a:cubicBezTo>
                      <a:cubicBezTo>
                        <a:pt x="58755" y="13379"/>
                        <a:pt x="51047" y="9359"/>
                        <a:pt x="44855" y="6128"/>
                      </a:cubicBezTo>
                      <a:cubicBezTo>
                        <a:pt x="40573" y="3894"/>
                        <a:pt x="36874" y="1965"/>
                        <a:pt x="34090" y="47"/>
                      </a:cubicBezTo>
                      <a:cubicBezTo>
                        <a:pt x="34046" y="16"/>
                        <a:pt x="33994" y="1"/>
                        <a:pt x="339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19;p29">
                  <a:extLst>
                    <a:ext uri="{FF2B5EF4-FFF2-40B4-BE49-F238E27FC236}">
                      <a16:creationId xmlns:a16="http://schemas.microsoft.com/office/drawing/2014/main" id="{B5E71AED-7997-A65E-E842-2F46B1BBD951}"/>
                    </a:ext>
                  </a:extLst>
                </p:cNvPr>
                <p:cNvSpPr/>
                <p:nvPr/>
              </p:nvSpPr>
              <p:spPr>
                <a:xfrm>
                  <a:off x="-4336800" y="480375"/>
                  <a:ext cx="842025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81" h="73064" extrusionOk="0">
                      <a:moveTo>
                        <a:pt x="0" y="1"/>
                      </a:moveTo>
                      <a:lnTo>
                        <a:pt x="0" y="73064"/>
                      </a:lnTo>
                      <a:cubicBezTo>
                        <a:pt x="32720" y="54085"/>
                        <a:pt x="33680" y="19363"/>
                        <a:pt x="33680" y="19363"/>
                      </a:cubicBezTo>
                      <a:cubicBezTo>
                        <a:pt x="18321" y="9088"/>
                        <a:pt x="6756" y="4654"/>
                        <a:pt x="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6" name="Google Shape;220;p29">
                  <a:extLst>
                    <a:ext uri="{FF2B5EF4-FFF2-40B4-BE49-F238E27FC236}">
                      <a16:creationId xmlns:a16="http://schemas.microsoft.com/office/drawing/2014/main" id="{A50701EA-8EDC-B6FF-05F8-90B2C972B874}"/>
                    </a:ext>
                  </a:extLst>
                </p:cNvPr>
                <p:cNvSpPr/>
                <p:nvPr/>
              </p:nvSpPr>
              <p:spPr>
                <a:xfrm>
                  <a:off x="-4343325" y="473825"/>
                  <a:ext cx="855100" cy="18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04" h="73587" extrusionOk="0">
                      <a:moveTo>
                        <a:pt x="522" y="753"/>
                      </a:moveTo>
                      <a:cubicBezTo>
                        <a:pt x="3279" y="2597"/>
                        <a:pt x="6840" y="4455"/>
                        <a:pt x="10933" y="6591"/>
                      </a:cubicBezTo>
                      <a:cubicBezTo>
                        <a:pt x="17087" y="9801"/>
                        <a:pt x="24738" y="13792"/>
                        <a:pt x="33675" y="19760"/>
                      </a:cubicBezTo>
                      <a:cubicBezTo>
                        <a:pt x="33619" y="20931"/>
                        <a:pt x="33091" y="29157"/>
                        <a:pt x="29122" y="39283"/>
                      </a:cubicBezTo>
                      <a:cubicBezTo>
                        <a:pt x="25215" y="49245"/>
                        <a:pt x="17088" y="63122"/>
                        <a:pt x="522" y="72873"/>
                      </a:cubicBezTo>
                      <a:lnTo>
                        <a:pt x="522" y="753"/>
                      </a:lnTo>
                      <a:close/>
                      <a:moveTo>
                        <a:pt x="262" y="1"/>
                      </a:moveTo>
                      <a:cubicBezTo>
                        <a:pt x="127" y="1"/>
                        <a:pt x="1" y="108"/>
                        <a:pt x="1" y="261"/>
                      </a:cubicBezTo>
                      <a:lnTo>
                        <a:pt x="1" y="73326"/>
                      </a:lnTo>
                      <a:cubicBezTo>
                        <a:pt x="1" y="73419"/>
                        <a:pt x="51" y="73505"/>
                        <a:pt x="132" y="73552"/>
                      </a:cubicBezTo>
                      <a:cubicBezTo>
                        <a:pt x="170" y="73574"/>
                        <a:pt x="215" y="73586"/>
                        <a:pt x="261" y="73586"/>
                      </a:cubicBezTo>
                      <a:cubicBezTo>
                        <a:pt x="307" y="73586"/>
                        <a:pt x="352" y="73574"/>
                        <a:pt x="392" y="73551"/>
                      </a:cubicBezTo>
                      <a:cubicBezTo>
                        <a:pt x="17359" y="63710"/>
                        <a:pt x="25648" y="49576"/>
                        <a:pt x="29613" y="39453"/>
                      </a:cubicBezTo>
                      <a:cubicBezTo>
                        <a:pt x="33911" y="28485"/>
                        <a:pt x="34199" y="19719"/>
                        <a:pt x="34202" y="19632"/>
                      </a:cubicBezTo>
                      <a:cubicBezTo>
                        <a:pt x="34204" y="19542"/>
                        <a:pt x="34160" y="19459"/>
                        <a:pt x="34085" y="19408"/>
                      </a:cubicBezTo>
                      <a:cubicBezTo>
                        <a:pt x="25074" y="13379"/>
                        <a:pt x="17366" y="9359"/>
                        <a:pt x="11174" y="6129"/>
                      </a:cubicBezTo>
                      <a:cubicBezTo>
                        <a:pt x="6892" y="3895"/>
                        <a:pt x="3193" y="1965"/>
                        <a:pt x="409" y="47"/>
                      </a:cubicBezTo>
                      <a:cubicBezTo>
                        <a:pt x="363" y="15"/>
                        <a:pt x="312" y="1"/>
                        <a:pt x="26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21;p29">
                  <a:extLst>
                    <a:ext uri="{FF2B5EF4-FFF2-40B4-BE49-F238E27FC236}">
                      <a16:creationId xmlns:a16="http://schemas.microsoft.com/office/drawing/2014/main" id="{95A135C7-53B8-EE37-A8CF-82F4F374999F}"/>
                    </a:ext>
                  </a:extLst>
                </p:cNvPr>
                <p:cNvSpPr/>
                <p:nvPr/>
              </p:nvSpPr>
              <p:spPr>
                <a:xfrm>
                  <a:off x="-5885150" y="1423975"/>
                  <a:ext cx="3088200" cy="1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28" h="7996" extrusionOk="0">
                      <a:moveTo>
                        <a:pt x="0" y="0"/>
                      </a:moveTo>
                      <a:lnTo>
                        <a:pt x="0" y="7996"/>
                      </a:lnTo>
                      <a:lnTo>
                        <a:pt x="123528" y="7996"/>
                      </a:lnTo>
                      <a:lnTo>
                        <a:pt x="123528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8" name="Google Shape;222;p29">
                  <a:extLst>
                    <a:ext uri="{FF2B5EF4-FFF2-40B4-BE49-F238E27FC236}">
                      <a16:creationId xmlns:a16="http://schemas.microsoft.com/office/drawing/2014/main" id="{88A951CF-1FBB-456B-7A26-598770A60BEC}"/>
                    </a:ext>
                  </a:extLst>
                </p:cNvPr>
                <p:cNvSpPr/>
                <p:nvPr/>
              </p:nvSpPr>
              <p:spPr>
                <a:xfrm>
                  <a:off x="-5891675" y="1417425"/>
                  <a:ext cx="3101250" cy="21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0" h="8519" extrusionOk="0">
                      <a:moveTo>
                        <a:pt x="123529" y="521"/>
                      </a:moveTo>
                      <a:lnTo>
                        <a:pt x="123529" y="7998"/>
                      </a:lnTo>
                      <a:lnTo>
                        <a:pt x="522" y="7998"/>
                      </a:lnTo>
                      <a:lnTo>
                        <a:pt x="522" y="521"/>
                      </a:lnTo>
                      <a:close/>
                      <a:moveTo>
                        <a:pt x="261" y="1"/>
                      </a:moveTo>
                      <a:cubicBezTo>
                        <a:pt x="117" y="1"/>
                        <a:pt x="1" y="118"/>
                        <a:pt x="1" y="261"/>
                      </a:cubicBezTo>
                      <a:lnTo>
                        <a:pt x="1" y="8258"/>
                      </a:lnTo>
                      <a:cubicBezTo>
                        <a:pt x="1" y="8401"/>
                        <a:pt x="117" y="8518"/>
                        <a:pt x="261" y="8518"/>
                      </a:cubicBezTo>
                      <a:lnTo>
                        <a:pt x="123789" y="8518"/>
                      </a:lnTo>
                      <a:cubicBezTo>
                        <a:pt x="123933" y="8518"/>
                        <a:pt x="124049" y="8401"/>
                        <a:pt x="124049" y="8258"/>
                      </a:cubicBezTo>
                      <a:lnTo>
                        <a:pt x="124049" y="261"/>
                      </a:lnTo>
                      <a:cubicBezTo>
                        <a:pt x="124049" y="118"/>
                        <a:pt x="123933" y="1"/>
                        <a:pt x="12378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23;p29">
                  <a:extLst>
                    <a:ext uri="{FF2B5EF4-FFF2-40B4-BE49-F238E27FC236}">
                      <a16:creationId xmlns:a16="http://schemas.microsoft.com/office/drawing/2014/main" id="{9CD792FA-331B-E6F3-ED1E-62947BF36CBB}"/>
                    </a:ext>
                  </a:extLst>
                </p:cNvPr>
                <p:cNvSpPr/>
                <p:nvPr/>
              </p:nvSpPr>
              <p:spPr>
                <a:xfrm>
                  <a:off x="-586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24;p29">
                  <a:extLst>
                    <a:ext uri="{FF2B5EF4-FFF2-40B4-BE49-F238E27FC236}">
                      <a16:creationId xmlns:a16="http://schemas.microsoft.com/office/drawing/2014/main" id="{6357AC02-5B1A-A548-0F9E-1064AF0F91E8}"/>
                    </a:ext>
                  </a:extLst>
                </p:cNvPr>
                <p:cNvSpPr/>
                <p:nvPr/>
              </p:nvSpPr>
              <p:spPr>
                <a:xfrm>
                  <a:off x="-57846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25;p29">
                  <a:extLst>
                    <a:ext uri="{FF2B5EF4-FFF2-40B4-BE49-F238E27FC236}">
                      <a16:creationId xmlns:a16="http://schemas.microsoft.com/office/drawing/2014/main" id="{DD59EB7E-8D6E-BA4F-44DF-40778B8F7655}"/>
                    </a:ext>
                  </a:extLst>
                </p:cNvPr>
                <p:cNvSpPr/>
                <p:nvPr/>
              </p:nvSpPr>
              <p:spPr>
                <a:xfrm>
                  <a:off x="-57035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26;p29">
                  <a:extLst>
                    <a:ext uri="{FF2B5EF4-FFF2-40B4-BE49-F238E27FC236}">
                      <a16:creationId xmlns:a16="http://schemas.microsoft.com/office/drawing/2014/main" id="{5A2AE0DF-3D86-695A-03BD-91FA50E1CD22}"/>
                    </a:ext>
                  </a:extLst>
                </p:cNvPr>
                <p:cNvSpPr/>
                <p:nvPr/>
              </p:nvSpPr>
              <p:spPr>
                <a:xfrm>
                  <a:off x="-56224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27;p29">
                  <a:extLst>
                    <a:ext uri="{FF2B5EF4-FFF2-40B4-BE49-F238E27FC236}">
                      <a16:creationId xmlns:a16="http://schemas.microsoft.com/office/drawing/2014/main" id="{BB5FFAA0-4927-80B8-2485-C9BFC0FBA2EA}"/>
                    </a:ext>
                  </a:extLst>
                </p:cNvPr>
                <p:cNvSpPr/>
                <p:nvPr/>
              </p:nvSpPr>
              <p:spPr>
                <a:xfrm>
                  <a:off x="-5541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28;p29">
                  <a:extLst>
                    <a:ext uri="{FF2B5EF4-FFF2-40B4-BE49-F238E27FC236}">
                      <a16:creationId xmlns:a16="http://schemas.microsoft.com/office/drawing/2014/main" id="{E913EC80-6991-3B9E-DA31-15478F9B7C2F}"/>
                    </a:ext>
                  </a:extLst>
                </p:cNvPr>
                <p:cNvSpPr/>
                <p:nvPr/>
              </p:nvSpPr>
              <p:spPr>
                <a:xfrm>
                  <a:off x="-54602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29;p29">
                  <a:extLst>
                    <a:ext uri="{FF2B5EF4-FFF2-40B4-BE49-F238E27FC236}">
                      <a16:creationId xmlns:a16="http://schemas.microsoft.com/office/drawing/2014/main" id="{D70840C7-67EF-2399-CEC9-26D924B903D3}"/>
                    </a:ext>
                  </a:extLst>
                </p:cNvPr>
                <p:cNvSpPr/>
                <p:nvPr/>
              </p:nvSpPr>
              <p:spPr>
                <a:xfrm>
                  <a:off x="-537910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30;p29">
                  <a:extLst>
                    <a:ext uri="{FF2B5EF4-FFF2-40B4-BE49-F238E27FC236}">
                      <a16:creationId xmlns:a16="http://schemas.microsoft.com/office/drawing/2014/main" id="{1714B3EC-B99A-DCD0-BF3C-A325840B184E}"/>
                    </a:ext>
                  </a:extLst>
                </p:cNvPr>
                <p:cNvSpPr/>
                <p:nvPr/>
              </p:nvSpPr>
              <p:spPr>
                <a:xfrm>
                  <a:off x="-529795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31;p29">
                  <a:extLst>
                    <a:ext uri="{FF2B5EF4-FFF2-40B4-BE49-F238E27FC236}">
                      <a16:creationId xmlns:a16="http://schemas.microsoft.com/office/drawing/2014/main" id="{414A0167-EE6F-93AC-D774-52047762C8AA}"/>
                    </a:ext>
                  </a:extLst>
                </p:cNvPr>
                <p:cNvSpPr/>
                <p:nvPr/>
              </p:nvSpPr>
              <p:spPr>
                <a:xfrm>
                  <a:off x="-52168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32;p29">
                  <a:extLst>
                    <a:ext uri="{FF2B5EF4-FFF2-40B4-BE49-F238E27FC236}">
                      <a16:creationId xmlns:a16="http://schemas.microsoft.com/office/drawing/2014/main" id="{9767951F-1F60-E3A0-F516-8B66E4C438FF}"/>
                    </a:ext>
                  </a:extLst>
                </p:cNvPr>
                <p:cNvSpPr/>
                <p:nvPr/>
              </p:nvSpPr>
              <p:spPr>
                <a:xfrm>
                  <a:off x="-513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33;p29">
                  <a:extLst>
                    <a:ext uri="{FF2B5EF4-FFF2-40B4-BE49-F238E27FC236}">
                      <a16:creationId xmlns:a16="http://schemas.microsoft.com/office/drawing/2014/main" id="{815F0F06-EE1A-9FA9-1C0C-80FEB1CEE25E}"/>
                    </a:ext>
                  </a:extLst>
                </p:cNvPr>
                <p:cNvSpPr/>
                <p:nvPr/>
              </p:nvSpPr>
              <p:spPr>
                <a:xfrm>
                  <a:off x="-50546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34;p29">
                  <a:extLst>
                    <a:ext uri="{FF2B5EF4-FFF2-40B4-BE49-F238E27FC236}">
                      <a16:creationId xmlns:a16="http://schemas.microsoft.com/office/drawing/2014/main" id="{0E0CC2B4-91A4-2AF6-0CC3-A7CDB5DD4838}"/>
                    </a:ext>
                  </a:extLst>
                </p:cNvPr>
                <p:cNvSpPr/>
                <p:nvPr/>
              </p:nvSpPr>
              <p:spPr>
                <a:xfrm>
                  <a:off x="-49735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35;p29">
                  <a:extLst>
                    <a:ext uri="{FF2B5EF4-FFF2-40B4-BE49-F238E27FC236}">
                      <a16:creationId xmlns:a16="http://schemas.microsoft.com/office/drawing/2014/main" id="{D206A0F0-E85F-471C-3499-BFB5DF982B4B}"/>
                    </a:ext>
                  </a:extLst>
                </p:cNvPr>
                <p:cNvSpPr/>
                <p:nvPr/>
              </p:nvSpPr>
              <p:spPr>
                <a:xfrm>
                  <a:off x="-48924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36;p29">
                  <a:extLst>
                    <a:ext uri="{FF2B5EF4-FFF2-40B4-BE49-F238E27FC236}">
                      <a16:creationId xmlns:a16="http://schemas.microsoft.com/office/drawing/2014/main" id="{E43C9F8C-9494-3553-D1A1-AD672C5C9440}"/>
                    </a:ext>
                  </a:extLst>
                </p:cNvPr>
                <p:cNvSpPr/>
                <p:nvPr/>
              </p:nvSpPr>
              <p:spPr>
                <a:xfrm>
                  <a:off x="-48113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37;p29">
                  <a:extLst>
                    <a:ext uri="{FF2B5EF4-FFF2-40B4-BE49-F238E27FC236}">
                      <a16:creationId xmlns:a16="http://schemas.microsoft.com/office/drawing/2014/main" id="{9435ABA9-B901-21E4-3B2B-48FE12AE0FBA}"/>
                    </a:ext>
                  </a:extLst>
                </p:cNvPr>
                <p:cNvSpPr/>
                <p:nvPr/>
              </p:nvSpPr>
              <p:spPr>
                <a:xfrm>
                  <a:off x="-586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38;p29">
                  <a:extLst>
                    <a:ext uri="{FF2B5EF4-FFF2-40B4-BE49-F238E27FC236}">
                      <a16:creationId xmlns:a16="http://schemas.microsoft.com/office/drawing/2014/main" id="{B3F67DFA-DA81-C8BB-2E2A-9436CAF9E928}"/>
                    </a:ext>
                  </a:extLst>
                </p:cNvPr>
                <p:cNvSpPr/>
                <p:nvPr/>
              </p:nvSpPr>
              <p:spPr>
                <a:xfrm>
                  <a:off x="-57846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39;p29">
                  <a:extLst>
                    <a:ext uri="{FF2B5EF4-FFF2-40B4-BE49-F238E27FC236}">
                      <a16:creationId xmlns:a16="http://schemas.microsoft.com/office/drawing/2014/main" id="{62F83617-3A2D-0A59-8989-3C702FEDC2B7}"/>
                    </a:ext>
                  </a:extLst>
                </p:cNvPr>
                <p:cNvSpPr/>
                <p:nvPr/>
              </p:nvSpPr>
              <p:spPr>
                <a:xfrm>
                  <a:off x="-57035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40;p29">
                  <a:extLst>
                    <a:ext uri="{FF2B5EF4-FFF2-40B4-BE49-F238E27FC236}">
                      <a16:creationId xmlns:a16="http://schemas.microsoft.com/office/drawing/2014/main" id="{84B79BC6-DB20-E46B-B30A-B977C307BAF6}"/>
                    </a:ext>
                  </a:extLst>
                </p:cNvPr>
                <p:cNvSpPr/>
                <p:nvPr/>
              </p:nvSpPr>
              <p:spPr>
                <a:xfrm>
                  <a:off x="-56224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41;p29">
                  <a:extLst>
                    <a:ext uri="{FF2B5EF4-FFF2-40B4-BE49-F238E27FC236}">
                      <a16:creationId xmlns:a16="http://schemas.microsoft.com/office/drawing/2014/main" id="{F25507A4-F5D3-1F84-19C2-DF7458A2BA56}"/>
                    </a:ext>
                  </a:extLst>
                </p:cNvPr>
                <p:cNvSpPr/>
                <p:nvPr/>
              </p:nvSpPr>
              <p:spPr>
                <a:xfrm>
                  <a:off x="-5541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42;p29">
                  <a:extLst>
                    <a:ext uri="{FF2B5EF4-FFF2-40B4-BE49-F238E27FC236}">
                      <a16:creationId xmlns:a16="http://schemas.microsoft.com/office/drawing/2014/main" id="{91EF1A65-FCC4-AC66-1A4B-FFDF50F76B62}"/>
                    </a:ext>
                  </a:extLst>
                </p:cNvPr>
                <p:cNvSpPr/>
                <p:nvPr/>
              </p:nvSpPr>
              <p:spPr>
                <a:xfrm>
                  <a:off x="-54602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43;p29">
                  <a:extLst>
                    <a:ext uri="{FF2B5EF4-FFF2-40B4-BE49-F238E27FC236}">
                      <a16:creationId xmlns:a16="http://schemas.microsoft.com/office/drawing/2014/main" id="{0FBE46C2-3DD3-F9F8-1F9F-4FE14300B4D9}"/>
                    </a:ext>
                  </a:extLst>
                </p:cNvPr>
                <p:cNvSpPr/>
                <p:nvPr/>
              </p:nvSpPr>
              <p:spPr>
                <a:xfrm>
                  <a:off x="-537910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44;p29">
                  <a:extLst>
                    <a:ext uri="{FF2B5EF4-FFF2-40B4-BE49-F238E27FC236}">
                      <a16:creationId xmlns:a16="http://schemas.microsoft.com/office/drawing/2014/main" id="{98F2D9BA-D633-0D49-9430-7921490269C6}"/>
                    </a:ext>
                  </a:extLst>
                </p:cNvPr>
                <p:cNvSpPr/>
                <p:nvPr/>
              </p:nvSpPr>
              <p:spPr>
                <a:xfrm>
                  <a:off x="-529795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45;p29">
                  <a:extLst>
                    <a:ext uri="{FF2B5EF4-FFF2-40B4-BE49-F238E27FC236}">
                      <a16:creationId xmlns:a16="http://schemas.microsoft.com/office/drawing/2014/main" id="{59347EDC-6E30-EBC2-3107-CD53F34FF142}"/>
                    </a:ext>
                  </a:extLst>
                </p:cNvPr>
                <p:cNvSpPr/>
                <p:nvPr/>
              </p:nvSpPr>
              <p:spPr>
                <a:xfrm>
                  <a:off x="-52168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46;p29">
                  <a:extLst>
                    <a:ext uri="{FF2B5EF4-FFF2-40B4-BE49-F238E27FC236}">
                      <a16:creationId xmlns:a16="http://schemas.microsoft.com/office/drawing/2014/main" id="{B049D6C8-93D3-0ADD-AB07-45538424BBB7}"/>
                    </a:ext>
                  </a:extLst>
                </p:cNvPr>
                <p:cNvSpPr/>
                <p:nvPr/>
              </p:nvSpPr>
              <p:spPr>
                <a:xfrm>
                  <a:off x="-513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47;p29">
                  <a:extLst>
                    <a:ext uri="{FF2B5EF4-FFF2-40B4-BE49-F238E27FC236}">
                      <a16:creationId xmlns:a16="http://schemas.microsoft.com/office/drawing/2014/main" id="{5BE2CF70-465B-6B57-41CD-E0123E277CF2}"/>
                    </a:ext>
                  </a:extLst>
                </p:cNvPr>
                <p:cNvSpPr/>
                <p:nvPr/>
              </p:nvSpPr>
              <p:spPr>
                <a:xfrm>
                  <a:off x="-50546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48;p29">
                  <a:extLst>
                    <a:ext uri="{FF2B5EF4-FFF2-40B4-BE49-F238E27FC236}">
                      <a16:creationId xmlns:a16="http://schemas.microsoft.com/office/drawing/2014/main" id="{A7F85968-4260-41C7-F547-413C73E5FE32}"/>
                    </a:ext>
                  </a:extLst>
                </p:cNvPr>
                <p:cNvSpPr/>
                <p:nvPr/>
              </p:nvSpPr>
              <p:spPr>
                <a:xfrm>
                  <a:off x="-49735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49;p29">
                  <a:extLst>
                    <a:ext uri="{FF2B5EF4-FFF2-40B4-BE49-F238E27FC236}">
                      <a16:creationId xmlns:a16="http://schemas.microsoft.com/office/drawing/2014/main" id="{6379B398-6513-ED27-DF42-9DAB242478D7}"/>
                    </a:ext>
                  </a:extLst>
                </p:cNvPr>
                <p:cNvSpPr/>
                <p:nvPr/>
              </p:nvSpPr>
              <p:spPr>
                <a:xfrm>
                  <a:off x="-48924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50;p29">
                  <a:extLst>
                    <a:ext uri="{FF2B5EF4-FFF2-40B4-BE49-F238E27FC236}">
                      <a16:creationId xmlns:a16="http://schemas.microsoft.com/office/drawing/2014/main" id="{EB07F765-165C-3389-8D9B-E1074DA197AB}"/>
                    </a:ext>
                  </a:extLst>
                </p:cNvPr>
                <p:cNvSpPr/>
                <p:nvPr/>
              </p:nvSpPr>
              <p:spPr>
                <a:xfrm>
                  <a:off x="-48113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51;p29">
                  <a:extLst>
                    <a:ext uri="{FF2B5EF4-FFF2-40B4-BE49-F238E27FC236}">
                      <a16:creationId xmlns:a16="http://schemas.microsoft.com/office/drawing/2014/main" id="{CF6F4362-66F8-12B2-BC69-79FE5A691967}"/>
                    </a:ext>
                  </a:extLst>
                </p:cNvPr>
                <p:cNvSpPr/>
                <p:nvPr/>
              </p:nvSpPr>
              <p:spPr>
                <a:xfrm>
                  <a:off x="-39125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52;p29">
                  <a:extLst>
                    <a:ext uri="{FF2B5EF4-FFF2-40B4-BE49-F238E27FC236}">
                      <a16:creationId xmlns:a16="http://schemas.microsoft.com/office/drawing/2014/main" id="{460D1E60-2997-4CD4-27C6-7E41E71F7246}"/>
                    </a:ext>
                  </a:extLst>
                </p:cNvPr>
                <p:cNvSpPr/>
                <p:nvPr/>
              </p:nvSpPr>
              <p:spPr>
                <a:xfrm>
                  <a:off x="-38314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53;p29">
                  <a:extLst>
                    <a:ext uri="{FF2B5EF4-FFF2-40B4-BE49-F238E27FC236}">
                      <a16:creationId xmlns:a16="http://schemas.microsoft.com/office/drawing/2014/main" id="{93E557EA-1A2D-54F7-D2FF-FFE189AC650C}"/>
                    </a:ext>
                  </a:extLst>
                </p:cNvPr>
                <p:cNvSpPr/>
                <p:nvPr/>
              </p:nvSpPr>
              <p:spPr>
                <a:xfrm>
                  <a:off x="-37503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54;p29">
                  <a:extLst>
                    <a:ext uri="{FF2B5EF4-FFF2-40B4-BE49-F238E27FC236}">
                      <a16:creationId xmlns:a16="http://schemas.microsoft.com/office/drawing/2014/main" id="{5B457D43-CB2E-D6E3-2E82-C4454C50AA51}"/>
                    </a:ext>
                  </a:extLst>
                </p:cNvPr>
                <p:cNvSpPr/>
                <p:nvPr/>
              </p:nvSpPr>
              <p:spPr>
                <a:xfrm>
                  <a:off x="-366920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55;p29">
                  <a:extLst>
                    <a:ext uri="{FF2B5EF4-FFF2-40B4-BE49-F238E27FC236}">
                      <a16:creationId xmlns:a16="http://schemas.microsoft.com/office/drawing/2014/main" id="{39B77A6B-37B1-AFDF-A72A-B1E1F3CBEF61}"/>
                    </a:ext>
                  </a:extLst>
                </p:cNvPr>
                <p:cNvSpPr/>
                <p:nvPr/>
              </p:nvSpPr>
              <p:spPr>
                <a:xfrm>
                  <a:off x="-35881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56;p29">
                  <a:extLst>
                    <a:ext uri="{FF2B5EF4-FFF2-40B4-BE49-F238E27FC236}">
                      <a16:creationId xmlns:a16="http://schemas.microsoft.com/office/drawing/2014/main" id="{2F20657A-CCE9-C955-FDC2-969035346B50}"/>
                    </a:ext>
                  </a:extLst>
                </p:cNvPr>
                <p:cNvSpPr/>
                <p:nvPr/>
              </p:nvSpPr>
              <p:spPr>
                <a:xfrm>
                  <a:off x="-35069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57;p29">
                  <a:extLst>
                    <a:ext uri="{FF2B5EF4-FFF2-40B4-BE49-F238E27FC236}">
                      <a16:creationId xmlns:a16="http://schemas.microsoft.com/office/drawing/2014/main" id="{3FE6FAE2-B13D-BCF0-E516-E3CCE2698AF5}"/>
                    </a:ext>
                  </a:extLst>
                </p:cNvPr>
                <p:cNvSpPr/>
                <p:nvPr/>
              </p:nvSpPr>
              <p:spPr>
                <a:xfrm>
                  <a:off x="-34258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58;p29">
                  <a:extLst>
                    <a:ext uri="{FF2B5EF4-FFF2-40B4-BE49-F238E27FC236}">
                      <a16:creationId xmlns:a16="http://schemas.microsoft.com/office/drawing/2014/main" id="{695C0FE5-1449-1C9B-CAD8-A38571631C2B}"/>
                    </a:ext>
                  </a:extLst>
                </p:cNvPr>
                <p:cNvSpPr/>
                <p:nvPr/>
              </p:nvSpPr>
              <p:spPr>
                <a:xfrm>
                  <a:off x="-33447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8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59;p29">
                  <a:extLst>
                    <a:ext uri="{FF2B5EF4-FFF2-40B4-BE49-F238E27FC236}">
                      <a16:creationId xmlns:a16="http://schemas.microsoft.com/office/drawing/2014/main" id="{90716390-D497-618C-8677-4AE2BE264C0C}"/>
                    </a:ext>
                  </a:extLst>
                </p:cNvPr>
                <p:cNvSpPr/>
                <p:nvPr/>
              </p:nvSpPr>
              <p:spPr>
                <a:xfrm>
                  <a:off x="-32636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60;p29">
                  <a:extLst>
                    <a:ext uri="{FF2B5EF4-FFF2-40B4-BE49-F238E27FC236}">
                      <a16:creationId xmlns:a16="http://schemas.microsoft.com/office/drawing/2014/main" id="{74AC67FF-9584-C8BC-5BF8-56C33C17993A}"/>
                    </a:ext>
                  </a:extLst>
                </p:cNvPr>
                <p:cNvSpPr/>
                <p:nvPr/>
              </p:nvSpPr>
              <p:spPr>
                <a:xfrm>
                  <a:off x="-31825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61;p29">
                  <a:extLst>
                    <a:ext uri="{FF2B5EF4-FFF2-40B4-BE49-F238E27FC236}">
                      <a16:creationId xmlns:a16="http://schemas.microsoft.com/office/drawing/2014/main" id="{F86B8916-5E6E-B018-FA14-A5C1F0D88B91}"/>
                    </a:ext>
                  </a:extLst>
                </p:cNvPr>
                <p:cNvSpPr/>
                <p:nvPr/>
              </p:nvSpPr>
              <p:spPr>
                <a:xfrm>
                  <a:off x="-31014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62;p29">
                  <a:extLst>
                    <a:ext uri="{FF2B5EF4-FFF2-40B4-BE49-F238E27FC236}">
                      <a16:creationId xmlns:a16="http://schemas.microsoft.com/office/drawing/2014/main" id="{E4976EA5-7602-45E7-CC5F-02E1422ADFF5}"/>
                    </a:ext>
                  </a:extLst>
                </p:cNvPr>
                <p:cNvSpPr/>
                <p:nvPr/>
              </p:nvSpPr>
              <p:spPr>
                <a:xfrm>
                  <a:off x="-3020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63;p29">
                  <a:extLst>
                    <a:ext uri="{FF2B5EF4-FFF2-40B4-BE49-F238E27FC236}">
                      <a16:creationId xmlns:a16="http://schemas.microsoft.com/office/drawing/2014/main" id="{6342A956-B619-6CA8-1D1F-A376074596BA}"/>
                    </a:ext>
                  </a:extLst>
                </p:cNvPr>
                <p:cNvSpPr/>
                <p:nvPr/>
              </p:nvSpPr>
              <p:spPr>
                <a:xfrm>
                  <a:off x="-29392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64;p29">
                  <a:extLst>
                    <a:ext uri="{FF2B5EF4-FFF2-40B4-BE49-F238E27FC236}">
                      <a16:creationId xmlns:a16="http://schemas.microsoft.com/office/drawing/2014/main" id="{1B74A58F-FB0A-8B4E-470D-DE7AF25E4205}"/>
                    </a:ext>
                  </a:extLst>
                </p:cNvPr>
                <p:cNvSpPr/>
                <p:nvPr/>
              </p:nvSpPr>
              <p:spPr>
                <a:xfrm>
                  <a:off x="-28580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65;p29">
                  <a:extLst>
                    <a:ext uri="{FF2B5EF4-FFF2-40B4-BE49-F238E27FC236}">
                      <a16:creationId xmlns:a16="http://schemas.microsoft.com/office/drawing/2014/main" id="{5324C8A8-273F-80C6-20DC-CD0BA410C0DB}"/>
                    </a:ext>
                  </a:extLst>
                </p:cNvPr>
                <p:cNvSpPr/>
                <p:nvPr/>
              </p:nvSpPr>
              <p:spPr>
                <a:xfrm>
                  <a:off x="-39125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66;p29">
                  <a:extLst>
                    <a:ext uri="{FF2B5EF4-FFF2-40B4-BE49-F238E27FC236}">
                      <a16:creationId xmlns:a16="http://schemas.microsoft.com/office/drawing/2014/main" id="{AF322306-4DEF-250D-1666-88D37CAD2886}"/>
                    </a:ext>
                  </a:extLst>
                </p:cNvPr>
                <p:cNvSpPr/>
                <p:nvPr/>
              </p:nvSpPr>
              <p:spPr>
                <a:xfrm>
                  <a:off x="-38314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67;p29">
                  <a:extLst>
                    <a:ext uri="{FF2B5EF4-FFF2-40B4-BE49-F238E27FC236}">
                      <a16:creationId xmlns:a16="http://schemas.microsoft.com/office/drawing/2014/main" id="{9878BF95-F2C9-CD3D-AB4C-3D502BA4E6ED}"/>
                    </a:ext>
                  </a:extLst>
                </p:cNvPr>
                <p:cNvSpPr/>
                <p:nvPr/>
              </p:nvSpPr>
              <p:spPr>
                <a:xfrm>
                  <a:off x="-37503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68;p29">
                  <a:extLst>
                    <a:ext uri="{FF2B5EF4-FFF2-40B4-BE49-F238E27FC236}">
                      <a16:creationId xmlns:a16="http://schemas.microsoft.com/office/drawing/2014/main" id="{88A06B07-E25C-5587-66B0-6661B1AA3967}"/>
                    </a:ext>
                  </a:extLst>
                </p:cNvPr>
                <p:cNvSpPr/>
                <p:nvPr/>
              </p:nvSpPr>
              <p:spPr>
                <a:xfrm>
                  <a:off x="-366920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69;p29">
                  <a:extLst>
                    <a:ext uri="{FF2B5EF4-FFF2-40B4-BE49-F238E27FC236}">
                      <a16:creationId xmlns:a16="http://schemas.microsoft.com/office/drawing/2014/main" id="{41E90EC9-DF89-A392-1586-1FC8D3A373A9}"/>
                    </a:ext>
                  </a:extLst>
                </p:cNvPr>
                <p:cNvSpPr/>
                <p:nvPr/>
              </p:nvSpPr>
              <p:spPr>
                <a:xfrm>
                  <a:off x="-35881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70;p29">
                  <a:extLst>
                    <a:ext uri="{FF2B5EF4-FFF2-40B4-BE49-F238E27FC236}">
                      <a16:creationId xmlns:a16="http://schemas.microsoft.com/office/drawing/2014/main" id="{428781FF-BC08-7F15-DA0F-ECEE1E4CAF84}"/>
                    </a:ext>
                  </a:extLst>
                </p:cNvPr>
                <p:cNvSpPr/>
                <p:nvPr/>
              </p:nvSpPr>
              <p:spPr>
                <a:xfrm>
                  <a:off x="-35069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71;p29">
                  <a:extLst>
                    <a:ext uri="{FF2B5EF4-FFF2-40B4-BE49-F238E27FC236}">
                      <a16:creationId xmlns:a16="http://schemas.microsoft.com/office/drawing/2014/main" id="{13DA79B1-0898-69D3-B567-16735641AD49}"/>
                    </a:ext>
                  </a:extLst>
                </p:cNvPr>
                <p:cNvSpPr/>
                <p:nvPr/>
              </p:nvSpPr>
              <p:spPr>
                <a:xfrm>
                  <a:off x="-34258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72;p29">
                  <a:extLst>
                    <a:ext uri="{FF2B5EF4-FFF2-40B4-BE49-F238E27FC236}">
                      <a16:creationId xmlns:a16="http://schemas.microsoft.com/office/drawing/2014/main" id="{EF72B5AA-16E8-CCFF-0C27-20AC191E4E16}"/>
                    </a:ext>
                  </a:extLst>
                </p:cNvPr>
                <p:cNvSpPr/>
                <p:nvPr/>
              </p:nvSpPr>
              <p:spPr>
                <a:xfrm>
                  <a:off x="-33447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8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73;p29">
                  <a:extLst>
                    <a:ext uri="{FF2B5EF4-FFF2-40B4-BE49-F238E27FC236}">
                      <a16:creationId xmlns:a16="http://schemas.microsoft.com/office/drawing/2014/main" id="{2011EB21-62F4-F85E-67F6-9990D1049041}"/>
                    </a:ext>
                  </a:extLst>
                </p:cNvPr>
                <p:cNvSpPr/>
                <p:nvPr/>
              </p:nvSpPr>
              <p:spPr>
                <a:xfrm>
                  <a:off x="-32636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74;p29">
                  <a:extLst>
                    <a:ext uri="{FF2B5EF4-FFF2-40B4-BE49-F238E27FC236}">
                      <a16:creationId xmlns:a16="http://schemas.microsoft.com/office/drawing/2014/main" id="{50A3E4BD-88AA-B84D-47C7-907768227B1E}"/>
                    </a:ext>
                  </a:extLst>
                </p:cNvPr>
                <p:cNvSpPr/>
                <p:nvPr/>
              </p:nvSpPr>
              <p:spPr>
                <a:xfrm>
                  <a:off x="-31825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75;p29">
                  <a:extLst>
                    <a:ext uri="{FF2B5EF4-FFF2-40B4-BE49-F238E27FC236}">
                      <a16:creationId xmlns:a16="http://schemas.microsoft.com/office/drawing/2014/main" id="{4467C436-64D1-E0E7-E526-8053D71F40AF}"/>
                    </a:ext>
                  </a:extLst>
                </p:cNvPr>
                <p:cNvSpPr/>
                <p:nvPr/>
              </p:nvSpPr>
              <p:spPr>
                <a:xfrm>
                  <a:off x="-31014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76;p29">
                  <a:extLst>
                    <a:ext uri="{FF2B5EF4-FFF2-40B4-BE49-F238E27FC236}">
                      <a16:creationId xmlns:a16="http://schemas.microsoft.com/office/drawing/2014/main" id="{4432CB8B-12FC-2269-7D1C-F70FF546F71C}"/>
                    </a:ext>
                  </a:extLst>
                </p:cNvPr>
                <p:cNvSpPr/>
                <p:nvPr/>
              </p:nvSpPr>
              <p:spPr>
                <a:xfrm>
                  <a:off x="-3020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77;p29">
                  <a:extLst>
                    <a:ext uri="{FF2B5EF4-FFF2-40B4-BE49-F238E27FC236}">
                      <a16:creationId xmlns:a16="http://schemas.microsoft.com/office/drawing/2014/main" id="{B8101637-B473-D496-974E-BB6A5C5EE63E}"/>
                    </a:ext>
                  </a:extLst>
                </p:cNvPr>
                <p:cNvSpPr/>
                <p:nvPr/>
              </p:nvSpPr>
              <p:spPr>
                <a:xfrm>
                  <a:off x="-29392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78;p29">
                  <a:extLst>
                    <a:ext uri="{FF2B5EF4-FFF2-40B4-BE49-F238E27FC236}">
                      <a16:creationId xmlns:a16="http://schemas.microsoft.com/office/drawing/2014/main" id="{B9CDAC97-3DA7-FD11-78F2-DFB563215CE0}"/>
                    </a:ext>
                  </a:extLst>
                </p:cNvPr>
                <p:cNvSpPr/>
                <p:nvPr/>
              </p:nvSpPr>
              <p:spPr>
                <a:xfrm>
                  <a:off x="-28580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79;p29">
                  <a:extLst>
                    <a:ext uri="{FF2B5EF4-FFF2-40B4-BE49-F238E27FC236}">
                      <a16:creationId xmlns:a16="http://schemas.microsoft.com/office/drawing/2014/main" id="{BAF3E3B0-153B-DA38-6696-4FC00E4560F0}"/>
                    </a:ext>
                  </a:extLst>
                </p:cNvPr>
                <p:cNvSpPr/>
                <p:nvPr/>
              </p:nvSpPr>
              <p:spPr>
                <a:xfrm>
                  <a:off x="-4697500" y="656950"/>
                  <a:ext cx="731850" cy="6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4" h="27948" extrusionOk="0">
                      <a:moveTo>
                        <a:pt x="14637" y="4085"/>
                      </a:moveTo>
                      <a:cubicBezTo>
                        <a:pt x="20406" y="4085"/>
                        <a:pt x="25101" y="8682"/>
                        <a:pt x="25101" y="14331"/>
                      </a:cubicBezTo>
                      <a:lnTo>
                        <a:pt x="25101" y="23863"/>
                      </a:lnTo>
                      <a:lnTo>
                        <a:pt x="4172" y="23863"/>
                      </a:lnTo>
                      <a:lnTo>
                        <a:pt x="4172" y="14331"/>
                      </a:lnTo>
                      <a:cubicBezTo>
                        <a:pt x="4172" y="8680"/>
                        <a:pt x="8865" y="4085"/>
                        <a:pt x="14637" y="4085"/>
                      </a:cubicBezTo>
                      <a:close/>
                      <a:moveTo>
                        <a:pt x="14637" y="1"/>
                      </a:moveTo>
                      <a:cubicBezTo>
                        <a:pt x="6566" y="1"/>
                        <a:pt x="0" y="6429"/>
                        <a:pt x="0" y="14331"/>
                      </a:cubicBezTo>
                      <a:lnTo>
                        <a:pt x="0" y="25904"/>
                      </a:lnTo>
                      <a:cubicBezTo>
                        <a:pt x="0" y="27033"/>
                        <a:pt x="934" y="27947"/>
                        <a:pt x="2086" y="27947"/>
                      </a:cubicBezTo>
                      <a:lnTo>
                        <a:pt x="27186" y="27947"/>
                      </a:lnTo>
                      <a:cubicBezTo>
                        <a:pt x="28339" y="27947"/>
                        <a:pt x="29273" y="27033"/>
                        <a:pt x="29274" y="25906"/>
                      </a:cubicBezTo>
                      <a:lnTo>
                        <a:pt x="29274" y="14331"/>
                      </a:lnTo>
                      <a:cubicBezTo>
                        <a:pt x="29274" y="6429"/>
                        <a:pt x="22707" y="1"/>
                        <a:pt x="146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80;p29">
                  <a:extLst>
                    <a:ext uri="{FF2B5EF4-FFF2-40B4-BE49-F238E27FC236}">
                      <a16:creationId xmlns:a16="http://schemas.microsoft.com/office/drawing/2014/main" id="{B576BFB4-E4E8-22E5-F23A-9206BDF925DF}"/>
                    </a:ext>
                  </a:extLst>
                </p:cNvPr>
                <p:cNvSpPr/>
                <p:nvPr/>
              </p:nvSpPr>
              <p:spPr>
                <a:xfrm>
                  <a:off x="-4704000" y="650450"/>
                  <a:ext cx="744825" cy="7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3" h="28468" extrusionOk="0">
                      <a:moveTo>
                        <a:pt x="14897" y="4605"/>
                      </a:moveTo>
                      <a:cubicBezTo>
                        <a:pt x="20522" y="4605"/>
                        <a:pt x="25101" y="9085"/>
                        <a:pt x="25101" y="14591"/>
                      </a:cubicBezTo>
                      <a:lnTo>
                        <a:pt x="25101" y="23864"/>
                      </a:lnTo>
                      <a:lnTo>
                        <a:pt x="4692" y="23864"/>
                      </a:lnTo>
                      <a:lnTo>
                        <a:pt x="4692" y="14591"/>
                      </a:lnTo>
                      <a:cubicBezTo>
                        <a:pt x="4692" y="9085"/>
                        <a:pt x="9269" y="4605"/>
                        <a:pt x="14897" y="4605"/>
                      </a:cubicBezTo>
                      <a:close/>
                      <a:moveTo>
                        <a:pt x="14897" y="4085"/>
                      </a:moveTo>
                      <a:cubicBezTo>
                        <a:pt x="8982" y="4085"/>
                        <a:pt x="4172" y="8798"/>
                        <a:pt x="4172" y="14591"/>
                      </a:cubicBezTo>
                      <a:lnTo>
                        <a:pt x="4172" y="24124"/>
                      </a:lnTo>
                      <a:cubicBezTo>
                        <a:pt x="4172" y="24267"/>
                        <a:pt x="4288" y="24384"/>
                        <a:pt x="4432" y="24384"/>
                      </a:cubicBezTo>
                      <a:lnTo>
                        <a:pt x="25361" y="24384"/>
                      </a:lnTo>
                      <a:cubicBezTo>
                        <a:pt x="25504" y="24384"/>
                        <a:pt x="25621" y="24267"/>
                        <a:pt x="25621" y="24124"/>
                      </a:cubicBezTo>
                      <a:lnTo>
                        <a:pt x="25621" y="14591"/>
                      </a:lnTo>
                      <a:cubicBezTo>
                        <a:pt x="25621" y="8798"/>
                        <a:pt x="20809" y="4085"/>
                        <a:pt x="14897" y="4085"/>
                      </a:cubicBezTo>
                      <a:close/>
                      <a:moveTo>
                        <a:pt x="14897" y="521"/>
                      </a:moveTo>
                      <a:cubicBezTo>
                        <a:pt x="22823" y="521"/>
                        <a:pt x="29272" y="6832"/>
                        <a:pt x="29272" y="14591"/>
                      </a:cubicBezTo>
                      <a:lnTo>
                        <a:pt x="29272" y="26164"/>
                      </a:lnTo>
                      <a:cubicBezTo>
                        <a:pt x="29272" y="27148"/>
                        <a:pt x="28454" y="27947"/>
                        <a:pt x="27446" y="27947"/>
                      </a:cubicBezTo>
                      <a:lnTo>
                        <a:pt x="2346" y="27947"/>
                      </a:lnTo>
                      <a:cubicBezTo>
                        <a:pt x="1339" y="27947"/>
                        <a:pt x="521" y="27148"/>
                        <a:pt x="521" y="26164"/>
                      </a:cubicBezTo>
                      <a:lnTo>
                        <a:pt x="521" y="14589"/>
                      </a:lnTo>
                      <a:cubicBezTo>
                        <a:pt x="521" y="6832"/>
                        <a:pt x="6969" y="521"/>
                        <a:pt x="14897" y="521"/>
                      </a:cubicBezTo>
                      <a:close/>
                      <a:moveTo>
                        <a:pt x="14897" y="0"/>
                      </a:moveTo>
                      <a:cubicBezTo>
                        <a:pt x="6682" y="0"/>
                        <a:pt x="0" y="6545"/>
                        <a:pt x="0" y="14591"/>
                      </a:cubicBezTo>
                      <a:lnTo>
                        <a:pt x="0" y="26164"/>
                      </a:lnTo>
                      <a:cubicBezTo>
                        <a:pt x="0" y="27435"/>
                        <a:pt x="1052" y="28467"/>
                        <a:pt x="2346" y="28467"/>
                      </a:cubicBezTo>
                      <a:lnTo>
                        <a:pt x="27446" y="28467"/>
                      </a:lnTo>
                      <a:cubicBezTo>
                        <a:pt x="28741" y="28467"/>
                        <a:pt x="29793" y="27435"/>
                        <a:pt x="29793" y="26166"/>
                      </a:cubicBezTo>
                      <a:lnTo>
                        <a:pt x="29793" y="14591"/>
                      </a:lnTo>
                      <a:cubicBezTo>
                        <a:pt x="29793" y="6545"/>
                        <a:pt x="23110" y="0"/>
                        <a:pt x="1489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81;p29">
                  <a:extLst>
                    <a:ext uri="{FF2B5EF4-FFF2-40B4-BE49-F238E27FC236}">
                      <a16:creationId xmlns:a16="http://schemas.microsoft.com/office/drawing/2014/main" id="{06EAE8C4-4E86-30BF-8DBE-7BACACE8DDB3}"/>
                    </a:ext>
                  </a:extLst>
                </p:cNvPr>
                <p:cNvSpPr/>
                <p:nvPr/>
              </p:nvSpPr>
              <p:spPr>
                <a:xfrm>
                  <a:off x="-4736275" y="1216150"/>
                  <a:ext cx="798975" cy="66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59" h="26436" extrusionOk="0">
                      <a:moveTo>
                        <a:pt x="0" y="0"/>
                      </a:moveTo>
                      <a:lnTo>
                        <a:pt x="0" y="26436"/>
                      </a:lnTo>
                      <a:lnTo>
                        <a:pt x="31958" y="26436"/>
                      </a:lnTo>
                      <a:lnTo>
                        <a:pt x="31958" y="0"/>
                      </a:lnTo>
                      <a:close/>
                    </a:path>
                  </a:pathLst>
                </a:custGeom>
                <a:solidFill>
                  <a:srgbClr val="80B89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69" name="Google Shape;282;p29">
                  <a:extLst>
                    <a:ext uri="{FF2B5EF4-FFF2-40B4-BE49-F238E27FC236}">
                      <a16:creationId xmlns:a16="http://schemas.microsoft.com/office/drawing/2014/main" id="{ECF9641E-9D19-B5C0-CA67-0F79E8960BCC}"/>
                    </a:ext>
                  </a:extLst>
                </p:cNvPr>
                <p:cNvSpPr/>
                <p:nvPr/>
              </p:nvSpPr>
              <p:spPr>
                <a:xfrm>
                  <a:off x="-4742800" y="1209650"/>
                  <a:ext cx="812000" cy="6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80" h="26956" extrusionOk="0">
                      <a:moveTo>
                        <a:pt x="31960" y="521"/>
                      </a:moveTo>
                      <a:lnTo>
                        <a:pt x="31960" y="26435"/>
                      </a:lnTo>
                      <a:lnTo>
                        <a:pt x="522" y="26435"/>
                      </a:lnTo>
                      <a:lnTo>
                        <a:pt x="522" y="521"/>
                      </a:lnTo>
                      <a:close/>
                      <a:moveTo>
                        <a:pt x="260" y="0"/>
                      </a:moveTo>
                      <a:cubicBezTo>
                        <a:pt x="117" y="0"/>
                        <a:pt x="1" y="117"/>
                        <a:pt x="2" y="260"/>
                      </a:cubicBezTo>
                      <a:lnTo>
                        <a:pt x="2" y="26696"/>
                      </a:lnTo>
                      <a:cubicBezTo>
                        <a:pt x="1" y="26840"/>
                        <a:pt x="118" y="26956"/>
                        <a:pt x="262" y="26956"/>
                      </a:cubicBezTo>
                      <a:lnTo>
                        <a:pt x="32219" y="26956"/>
                      </a:lnTo>
                      <a:cubicBezTo>
                        <a:pt x="32363" y="26956"/>
                        <a:pt x="32480" y="26840"/>
                        <a:pt x="32480" y="26696"/>
                      </a:cubicBezTo>
                      <a:lnTo>
                        <a:pt x="32480" y="260"/>
                      </a:lnTo>
                      <a:cubicBezTo>
                        <a:pt x="32480" y="117"/>
                        <a:pt x="32365" y="0"/>
                        <a:pt x="32221" y="0"/>
                      </a:cubicBezTo>
                      <a:cubicBezTo>
                        <a:pt x="32221" y="0"/>
                        <a:pt x="32220" y="0"/>
                        <a:pt x="32219" y="0"/>
                      </a:cubicBezTo>
                      <a:lnTo>
                        <a:pt x="262" y="0"/>
                      </a:lnTo>
                      <a:cubicBezTo>
                        <a:pt x="262" y="0"/>
                        <a:pt x="261" y="0"/>
                        <a:pt x="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83;p29">
                  <a:extLst>
                    <a:ext uri="{FF2B5EF4-FFF2-40B4-BE49-F238E27FC236}">
                      <a16:creationId xmlns:a16="http://schemas.microsoft.com/office/drawing/2014/main" id="{E436985D-EE81-113F-EFC3-6FD15DC31DCF}"/>
                    </a:ext>
                  </a:extLst>
                </p:cNvPr>
                <p:cNvSpPr/>
                <p:nvPr/>
              </p:nvSpPr>
              <p:spPr>
                <a:xfrm>
                  <a:off x="-4427675" y="1405450"/>
                  <a:ext cx="173950" cy="3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12409" extrusionOk="0">
                      <a:moveTo>
                        <a:pt x="3479" y="0"/>
                      </a:moveTo>
                      <a:cubicBezTo>
                        <a:pt x="1557" y="0"/>
                        <a:pt x="0" y="1525"/>
                        <a:pt x="0" y="3406"/>
                      </a:cubicBezTo>
                      <a:cubicBezTo>
                        <a:pt x="0" y="4702"/>
                        <a:pt x="739" y="5828"/>
                        <a:pt x="1826" y="6403"/>
                      </a:cubicBezTo>
                      <a:lnTo>
                        <a:pt x="1242" y="12408"/>
                      </a:lnTo>
                      <a:lnTo>
                        <a:pt x="5717" y="12408"/>
                      </a:lnTo>
                      <a:lnTo>
                        <a:pt x="5132" y="6403"/>
                      </a:lnTo>
                      <a:cubicBezTo>
                        <a:pt x="6219" y="5828"/>
                        <a:pt x="6958" y="4702"/>
                        <a:pt x="6958" y="3406"/>
                      </a:cubicBezTo>
                      <a:cubicBezTo>
                        <a:pt x="6958" y="1525"/>
                        <a:pt x="5401" y="0"/>
                        <a:pt x="34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84;p29">
                  <a:extLst>
                    <a:ext uri="{FF2B5EF4-FFF2-40B4-BE49-F238E27FC236}">
                      <a16:creationId xmlns:a16="http://schemas.microsoft.com/office/drawing/2014/main" id="{C124C6E8-96DA-AE28-5D28-24E6F7C41C77}"/>
                    </a:ext>
                  </a:extLst>
                </p:cNvPr>
                <p:cNvSpPr/>
                <p:nvPr/>
              </p:nvSpPr>
              <p:spPr>
                <a:xfrm>
                  <a:off x="-4434200" y="1398925"/>
                  <a:ext cx="187000" cy="3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0" h="12930" extrusionOk="0">
                      <a:moveTo>
                        <a:pt x="3740" y="522"/>
                      </a:moveTo>
                      <a:cubicBezTo>
                        <a:pt x="5515" y="522"/>
                        <a:pt x="6960" y="1932"/>
                        <a:pt x="6960" y="3666"/>
                      </a:cubicBezTo>
                      <a:cubicBezTo>
                        <a:pt x="6960" y="4823"/>
                        <a:pt x="6312" y="5883"/>
                        <a:pt x="5271" y="6434"/>
                      </a:cubicBezTo>
                      <a:cubicBezTo>
                        <a:pt x="5177" y="6484"/>
                        <a:pt x="5123" y="6585"/>
                        <a:pt x="5134" y="6690"/>
                      </a:cubicBezTo>
                      <a:lnTo>
                        <a:pt x="5691" y="12409"/>
                      </a:lnTo>
                      <a:lnTo>
                        <a:pt x="1792" y="12409"/>
                      </a:lnTo>
                      <a:lnTo>
                        <a:pt x="2347" y="6690"/>
                      </a:lnTo>
                      <a:cubicBezTo>
                        <a:pt x="2357" y="6585"/>
                        <a:pt x="2303" y="6484"/>
                        <a:pt x="2209" y="6434"/>
                      </a:cubicBezTo>
                      <a:cubicBezTo>
                        <a:pt x="1168" y="5883"/>
                        <a:pt x="521" y="4823"/>
                        <a:pt x="521" y="3666"/>
                      </a:cubicBezTo>
                      <a:cubicBezTo>
                        <a:pt x="521" y="1932"/>
                        <a:pt x="1965" y="522"/>
                        <a:pt x="3740" y="522"/>
                      </a:cubicBezTo>
                      <a:close/>
                      <a:moveTo>
                        <a:pt x="3740" y="1"/>
                      </a:moveTo>
                      <a:cubicBezTo>
                        <a:pt x="1678" y="1"/>
                        <a:pt x="1" y="1645"/>
                        <a:pt x="1" y="3667"/>
                      </a:cubicBezTo>
                      <a:cubicBezTo>
                        <a:pt x="1" y="4958"/>
                        <a:pt x="691" y="6147"/>
                        <a:pt x="1812" y="6809"/>
                      </a:cubicBezTo>
                      <a:lnTo>
                        <a:pt x="1244" y="12644"/>
                      </a:lnTo>
                      <a:cubicBezTo>
                        <a:pt x="1230" y="12796"/>
                        <a:pt x="1350" y="12930"/>
                        <a:pt x="1503" y="12930"/>
                      </a:cubicBezTo>
                      <a:lnTo>
                        <a:pt x="5977" y="12930"/>
                      </a:lnTo>
                      <a:cubicBezTo>
                        <a:pt x="6130" y="12930"/>
                        <a:pt x="6250" y="12796"/>
                        <a:pt x="6236" y="12644"/>
                      </a:cubicBezTo>
                      <a:lnTo>
                        <a:pt x="5668" y="6809"/>
                      </a:lnTo>
                      <a:cubicBezTo>
                        <a:pt x="6789" y="6146"/>
                        <a:pt x="7479" y="4958"/>
                        <a:pt x="7479" y="3667"/>
                      </a:cubicBezTo>
                      <a:cubicBezTo>
                        <a:pt x="7479" y="1645"/>
                        <a:pt x="580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285;p29">
              <a:extLst>
                <a:ext uri="{FF2B5EF4-FFF2-40B4-BE49-F238E27FC236}">
                  <a16:creationId xmlns:a16="http://schemas.microsoft.com/office/drawing/2014/main" id="{A6BACFA7-182E-9FC0-47D4-249097D74EDF}"/>
                </a:ext>
              </a:extLst>
            </p:cNvPr>
            <p:cNvGrpSpPr/>
            <p:nvPr/>
          </p:nvGrpSpPr>
          <p:grpSpPr>
            <a:xfrm rot="10800000">
              <a:off x="3474186" y="4232201"/>
              <a:ext cx="183381" cy="1017092"/>
              <a:chOff x="-5634475" y="-504725"/>
              <a:chExt cx="188025" cy="1042850"/>
            </a:xfrm>
          </p:grpSpPr>
          <p:sp>
            <p:nvSpPr>
              <p:cNvPr id="18" name="Google Shape;286;p29">
                <a:extLst>
                  <a:ext uri="{FF2B5EF4-FFF2-40B4-BE49-F238E27FC236}">
                    <a16:creationId xmlns:a16="http://schemas.microsoft.com/office/drawing/2014/main" id="{E45C1DC3-359A-7DBC-3414-629CE07B398D}"/>
                  </a:ext>
                </a:extLst>
              </p:cNvPr>
              <p:cNvSpPr/>
              <p:nvPr/>
            </p:nvSpPr>
            <p:spPr>
              <a:xfrm>
                <a:off x="-5602700" y="-454250"/>
                <a:ext cx="156250" cy="992375"/>
              </a:xfrm>
              <a:custGeom>
                <a:avLst/>
                <a:gdLst/>
                <a:ahLst/>
                <a:cxnLst/>
                <a:rect l="l" t="t" r="r" b="b"/>
                <a:pathLst>
                  <a:path w="6250" h="39695" extrusionOk="0">
                    <a:moveTo>
                      <a:pt x="0" y="0"/>
                    </a:moveTo>
                    <a:lnTo>
                      <a:pt x="0" y="14432"/>
                    </a:lnTo>
                    <a:lnTo>
                      <a:pt x="5730" y="20160"/>
                    </a:lnTo>
                    <a:lnTo>
                      <a:pt x="5730" y="39695"/>
                    </a:lnTo>
                    <a:lnTo>
                      <a:pt x="6249" y="39695"/>
                    </a:lnTo>
                    <a:lnTo>
                      <a:pt x="6249" y="19945"/>
                    </a:lnTo>
                    <a:lnTo>
                      <a:pt x="521" y="14216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87;p29">
                <a:extLst>
                  <a:ext uri="{FF2B5EF4-FFF2-40B4-BE49-F238E27FC236}">
                    <a16:creationId xmlns:a16="http://schemas.microsoft.com/office/drawing/2014/main" id="{D27F98AC-50AB-A6F9-3F61-AEADA53A2ACD}"/>
                  </a:ext>
                </a:extLst>
              </p:cNvPr>
              <p:cNvSpPr/>
              <p:nvPr/>
            </p:nvSpPr>
            <p:spPr>
              <a:xfrm>
                <a:off x="-5634475" y="-504725"/>
                <a:ext cx="74225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2856" extrusionOk="0">
                    <a:moveTo>
                      <a:pt x="1540" y="521"/>
                    </a:moveTo>
                    <a:cubicBezTo>
                      <a:pt x="2041" y="523"/>
                      <a:pt x="2447" y="928"/>
                      <a:pt x="2448" y="1428"/>
                    </a:cubicBezTo>
                    <a:cubicBezTo>
                      <a:pt x="2448" y="1795"/>
                      <a:pt x="2226" y="2126"/>
                      <a:pt x="1887" y="2266"/>
                    </a:cubicBezTo>
                    <a:cubicBezTo>
                      <a:pt x="1775" y="2313"/>
                      <a:pt x="1657" y="2335"/>
                      <a:pt x="1540" y="2335"/>
                    </a:cubicBezTo>
                    <a:cubicBezTo>
                      <a:pt x="1304" y="2335"/>
                      <a:pt x="1073" y="2243"/>
                      <a:pt x="899" y="2070"/>
                    </a:cubicBezTo>
                    <a:cubicBezTo>
                      <a:pt x="640" y="1810"/>
                      <a:pt x="561" y="1420"/>
                      <a:pt x="702" y="1081"/>
                    </a:cubicBezTo>
                    <a:cubicBezTo>
                      <a:pt x="842" y="742"/>
                      <a:pt x="1173" y="521"/>
                      <a:pt x="1540" y="521"/>
                    </a:cubicBezTo>
                    <a:close/>
                    <a:moveTo>
                      <a:pt x="1540" y="0"/>
                    </a:moveTo>
                    <a:cubicBezTo>
                      <a:pt x="1169" y="0"/>
                      <a:pt x="804" y="146"/>
                      <a:pt x="531" y="418"/>
                    </a:cubicBezTo>
                    <a:cubicBezTo>
                      <a:pt x="122" y="826"/>
                      <a:pt x="1" y="1440"/>
                      <a:pt x="221" y="1974"/>
                    </a:cubicBezTo>
                    <a:cubicBezTo>
                      <a:pt x="442" y="2508"/>
                      <a:pt x="962" y="2856"/>
                      <a:pt x="1540" y="2856"/>
                    </a:cubicBezTo>
                    <a:cubicBezTo>
                      <a:pt x="2328" y="2855"/>
                      <a:pt x="2967" y="2217"/>
                      <a:pt x="2969" y="1428"/>
                    </a:cubicBezTo>
                    <a:cubicBezTo>
                      <a:pt x="2969" y="851"/>
                      <a:pt x="2620" y="330"/>
                      <a:pt x="2087" y="110"/>
                    </a:cubicBezTo>
                    <a:cubicBezTo>
                      <a:pt x="1910" y="36"/>
                      <a:pt x="1724" y="0"/>
                      <a:pt x="154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288;p29">
              <a:extLst>
                <a:ext uri="{FF2B5EF4-FFF2-40B4-BE49-F238E27FC236}">
                  <a16:creationId xmlns:a16="http://schemas.microsoft.com/office/drawing/2014/main" id="{1F608C4D-0B50-D33B-F5D1-00FEB7D4755F}"/>
                </a:ext>
              </a:extLst>
            </p:cNvPr>
            <p:cNvGrpSpPr/>
            <p:nvPr/>
          </p:nvGrpSpPr>
          <p:grpSpPr>
            <a:xfrm rot="10800000">
              <a:off x="2618037" y="4358300"/>
              <a:ext cx="72367" cy="518274"/>
              <a:chOff x="-4201325" y="-449025"/>
              <a:chExt cx="74200" cy="531400"/>
            </a:xfrm>
          </p:grpSpPr>
          <p:sp>
            <p:nvSpPr>
              <p:cNvPr id="14" name="Google Shape;289;p29">
                <a:extLst>
                  <a:ext uri="{FF2B5EF4-FFF2-40B4-BE49-F238E27FC236}">
                    <a16:creationId xmlns:a16="http://schemas.microsoft.com/office/drawing/2014/main" id="{2DF185C4-F87F-6664-C19C-A2E0BDB88336}"/>
                  </a:ext>
                </a:extLst>
              </p:cNvPr>
              <p:cNvSpPr/>
              <p:nvPr/>
            </p:nvSpPr>
            <p:spPr>
              <a:xfrm>
                <a:off x="-4170425" y="-413325"/>
                <a:ext cx="13050" cy="49570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19828" extrusionOk="0">
                    <a:moveTo>
                      <a:pt x="0" y="0"/>
                    </a:moveTo>
                    <a:lnTo>
                      <a:pt x="0" y="19828"/>
                    </a:lnTo>
                    <a:lnTo>
                      <a:pt x="521" y="19828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90;p29">
                <a:extLst>
                  <a:ext uri="{FF2B5EF4-FFF2-40B4-BE49-F238E27FC236}">
                    <a16:creationId xmlns:a16="http://schemas.microsoft.com/office/drawing/2014/main" id="{5DE98F65-B6C1-A112-BA6E-8B27D2C6F404}"/>
                  </a:ext>
                </a:extLst>
              </p:cNvPr>
              <p:cNvSpPr/>
              <p:nvPr/>
            </p:nvSpPr>
            <p:spPr>
              <a:xfrm>
                <a:off x="-4194325" y="-442500"/>
                <a:ext cx="607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0"/>
                    </a:moveTo>
                    <a:cubicBezTo>
                      <a:pt x="788" y="0"/>
                      <a:pt x="363" y="285"/>
                      <a:pt x="181" y="720"/>
                    </a:cubicBezTo>
                    <a:cubicBezTo>
                      <a:pt x="1" y="1156"/>
                      <a:pt x="101" y="1659"/>
                      <a:pt x="434" y="1993"/>
                    </a:cubicBezTo>
                    <a:cubicBezTo>
                      <a:pt x="658" y="2217"/>
                      <a:pt x="957" y="2335"/>
                      <a:pt x="1260" y="2335"/>
                    </a:cubicBezTo>
                    <a:cubicBezTo>
                      <a:pt x="1411" y="2335"/>
                      <a:pt x="1563" y="2306"/>
                      <a:pt x="1707" y="2246"/>
                    </a:cubicBezTo>
                    <a:cubicBezTo>
                      <a:pt x="2143" y="2066"/>
                      <a:pt x="2428" y="1640"/>
                      <a:pt x="2428" y="1167"/>
                    </a:cubicBezTo>
                    <a:cubicBezTo>
                      <a:pt x="2428" y="523"/>
                      <a:pt x="1906" y="0"/>
                      <a:pt x="126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91;p29">
                <a:extLst>
                  <a:ext uri="{FF2B5EF4-FFF2-40B4-BE49-F238E27FC236}">
                    <a16:creationId xmlns:a16="http://schemas.microsoft.com/office/drawing/2014/main" id="{0D5EADD7-AC1F-38ED-604C-6048D360E70E}"/>
                  </a:ext>
                </a:extLst>
              </p:cNvPr>
              <p:cNvSpPr/>
              <p:nvPr/>
            </p:nvSpPr>
            <p:spPr>
              <a:xfrm>
                <a:off x="-4201325" y="-449025"/>
                <a:ext cx="74200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856" extrusionOk="0">
                    <a:moveTo>
                      <a:pt x="1540" y="521"/>
                    </a:moveTo>
                    <a:lnTo>
                      <a:pt x="1540" y="523"/>
                    </a:lnTo>
                    <a:cubicBezTo>
                      <a:pt x="2042" y="523"/>
                      <a:pt x="2447" y="928"/>
                      <a:pt x="2447" y="1428"/>
                    </a:cubicBezTo>
                    <a:cubicBezTo>
                      <a:pt x="2447" y="1795"/>
                      <a:pt x="2227" y="2126"/>
                      <a:pt x="1888" y="2266"/>
                    </a:cubicBezTo>
                    <a:cubicBezTo>
                      <a:pt x="1775" y="2313"/>
                      <a:pt x="1658" y="2335"/>
                      <a:pt x="1541" y="2335"/>
                    </a:cubicBezTo>
                    <a:cubicBezTo>
                      <a:pt x="1305" y="2335"/>
                      <a:pt x="1073" y="2243"/>
                      <a:pt x="898" y="2070"/>
                    </a:cubicBezTo>
                    <a:cubicBezTo>
                      <a:pt x="639" y="1811"/>
                      <a:pt x="562" y="1420"/>
                      <a:pt x="702" y="1081"/>
                    </a:cubicBezTo>
                    <a:cubicBezTo>
                      <a:pt x="843" y="743"/>
                      <a:pt x="1173" y="521"/>
                      <a:pt x="1540" y="521"/>
                    </a:cubicBezTo>
                    <a:close/>
                    <a:moveTo>
                      <a:pt x="1541" y="1"/>
                    </a:moveTo>
                    <a:cubicBezTo>
                      <a:pt x="1169" y="1"/>
                      <a:pt x="804" y="146"/>
                      <a:pt x="530" y="418"/>
                    </a:cubicBezTo>
                    <a:cubicBezTo>
                      <a:pt x="122" y="828"/>
                      <a:pt x="0" y="1442"/>
                      <a:pt x="222" y="1974"/>
                    </a:cubicBezTo>
                    <a:cubicBezTo>
                      <a:pt x="442" y="2508"/>
                      <a:pt x="963" y="2856"/>
                      <a:pt x="1540" y="2856"/>
                    </a:cubicBezTo>
                    <a:cubicBezTo>
                      <a:pt x="2329" y="2855"/>
                      <a:pt x="2967" y="2217"/>
                      <a:pt x="2968" y="1428"/>
                    </a:cubicBezTo>
                    <a:cubicBezTo>
                      <a:pt x="2968" y="851"/>
                      <a:pt x="2620" y="330"/>
                      <a:pt x="2088" y="110"/>
                    </a:cubicBezTo>
                    <a:cubicBezTo>
                      <a:pt x="1911" y="36"/>
                      <a:pt x="1725" y="1"/>
                      <a:pt x="15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0B82AABD-A9C0-E646-3EAC-C511A775E764}"/>
              </a:ext>
            </a:extLst>
          </p:cNvPr>
          <p:cNvSpPr txBox="1"/>
          <p:nvPr/>
        </p:nvSpPr>
        <p:spPr>
          <a:xfrm>
            <a:off x="1148863" y="2694258"/>
            <a:ext cx="3048000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Enforce Multi-Factor Authentication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C7DE7A86-4C0D-F75E-DCF4-4C561CD2E129}"/>
              </a:ext>
            </a:extLst>
          </p:cNvPr>
          <p:cNvSpPr txBox="1"/>
          <p:nvPr/>
        </p:nvSpPr>
        <p:spPr>
          <a:xfrm>
            <a:off x="2168770" y="4133678"/>
            <a:ext cx="2332892" cy="646331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Tx/>
              <a:buNone/>
              <a:defRPr>
                <a:latin typeface="Posterama" panose="020B0504020200020000" pitchFamily="34" charset="0"/>
                <a:ea typeface="微软雅黑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Use Encrypted Data Stores 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8560248-510A-3D64-241A-6CA91CAE2063}"/>
              </a:ext>
            </a:extLst>
          </p:cNvPr>
          <p:cNvSpPr txBox="1"/>
          <p:nvPr/>
        </p:nvSpPr>
        <p:spPr>
          <a:xfrm>
            <a:off x="7123903" y="1847676"/>
            <a:ext cx="3047999" cy="646331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buFontTx/>
              <a:buNone/>
              <a:defRPr>
                <a:latin typeface="Posterama" panose="020B0504020200020000" pitchFamily="34" charset="0"/>
                <a:ea typeface="微软雅黑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Monitor with Security Incident Response (SIR)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193EBCE2-5825-BBAA-DC7D-15361571C244}"/>
              </a:ext>
            </a:extLst>
          </p:cNvPr>
          <p:cNvSpPr txBox="1"/>
          <p:nvPr/>
        </p:nvSpPr>
        <p:spPr>
          <a:xfrm>
            <a:off x="7354364" y="4133677"/>
            <a:ext cx="233289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Regular Security Audits </a:t>
            </a:r>
          </a:p>
        </p:txBody>
      </p:sp>
    </p:spTree>
    <p:extLst>
      <p:ext uri="{BB962C8B-B14F-4D97-AF65-F5344CB8AC3E}">
        <p14:creationId xmlns:p14="http://schemas.microsoft.com/office/powerpoint/2010/main" val="200939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/>
      <p:bldP spid="273" grpId="0"/>
      <p:bldP spid="274" grpId="0"/>
      <p:bldP spid="2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F704-FBB7-EC42-6AB4-883F3B62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C7A3F41-462F-36A9-A859-9BA7B329E1F5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104F24-F3B7-91E6-67E8-CE20537D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16E268-2AF6-117E-66B8-20C1E2E3C46B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Key Takeaways</a:t>
            </a:r>
          </a:p>
        </p:txBody>
      </p:sp>
      <p:sp>
        <p:nvSpPr>
          <p:cNvPr id="7" name="Google Shape;353;p10">
            <a:extLst>
              <a:ext uri="{FF2B5EF4-FFF2-40B4-BE49-F238E27FC236}">
                <a16:creationId xmlns:a16="http://schemas.microsoft.com/office/drawing/2014/main" id="{E3F507C2-6ACF-C422-4392-B0393DFB1D5F}"/>
              </a:ext>
            </a:extLst>
          </p:cNvPr>
          <p:cNvSpPr/>
          <p:nvPr/>
        </p:nvSpPr>
        <p:spPr>
          <a:xfrm>
            <a:off x="515531" y="4192218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7;p10">
            <a:extLst>
              <a:ext uri="{FF2B5EF4-FFF2-40B4-BE49-F238E27FC236}">
                <a16:creationId xmlns:a16="http://schemas.microsoft.com/office/drawing/2014/main" id="{F341ED37-7C8A-DDA2-0C37-980F483404B9}"/>
              </a:ext>
            </a:extLst>
          </p:cNvPr>
          <p:cNvSpPr/>
          <p:nvPr/>
        </p:nvSpPr>
        <p:spPr>
          <a:xfrm>
            <a:off x="3346877" y="4192218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894649-2920-E045-1DEE-DAAE038F4219}"/>
              </a:ext>
            </a:extLst>
          </p:cNvPr>
          <p:cNvGrpSpPr/>
          <p:nvPr/>
        </p:nvGrpSpPr>
        <p:grpSpPr>
          <a:xfrm>
            <a:off x="1575856" y="2575093"/>
            <a:ext cx="2160000" cy="2160000"/>
            <a:chOff x="4469717" y="2030531"/>
            <a:chExt cx="2643750" cy="2835001"/>
          </a:xfrm>
        </p:grpSpPr>
        <p:sp>
          <p:nvSpPr>
            <p:cNvPr id="11" name="Google Shape;355;p10">
              <a:extLst>
                <a:ext uri="{FF2B5EF4-FFF2-40B4-BE49-F238E27FC236}">
                  <a16:creationId xmlns:a16="http://schemas.microsoft.com/office/drawing/2014/main" id="{9C125732-5391-58BD-77CD-237C714AF718}"/>
                </a:ext>
              </a:extLst>
            </p:cNvPr>
            <p:cNvSpPr/>
            <p:nvPr/>
          </p:nvSpPr>
          <p:spPr>
            <a:xfrm>
              <a:off x="4985248" y="2030531"/>
              <a:ext cx="1612688" cy="1612686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358;p10">
              <a:extLst>
                <a:ext uri="{FF2B5EF4-FFF2-40B4-BE49-F238E27FC236}">
                  <a16:creationId xmlns:a16="http://schemas.microsoft.com/office/drawing/2014/main" id="{907C3B7D-A102-E873-302D-22DD4F257BBD}"/>
                </a:ext>
              </a:extLst>
            </p:cNvPr>
            <p:cNvSpPr txBox="1"/>
            <p:nvPr/>
          </p:nvSpPr>
          <p:spPr>
            <a:xfrm>
              <a:off x="4469717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500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Encryption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endParaRPr lang="en-US"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AA935-5DF6-266C-D693-2B35DA81237C}"/>
              </a:ext>
            </a:extLst>
          </p:cNvPr>
          <p:cNvGrpSpPr/>
          <p:nvPr/>
        </p:nvGrpSpPr>
        <p:grpSpPr>
          <a:xfrm>
            <a:off x="4918223" y="2552569"/>
            <a:ext cx="2160000" cy="2160000"/>
            <a:chOff x="7576123" y="2030531"/>
            <a:chExt cx="2643750" cy="2835001"/>
          </a:xfrm>
        </p:grpSpPr>
        <p:sp>
          <p:nvSpPr>
            <p:cNvPr id="15" name="Google Shape;359;p10">
              <a:extLst>
                <a:ext uri="{FF2B5EF4-FFF2-40B4-BE49-F238E27FC236}">
                  <a16:creationId xmlns:a16="http://schemas.microsoft.com/office/drawing/2014/main" id="{6AED665E-4E78-D8E4-D34E-6C59216E2115}"/>
                </a:ext>
              </a:extLst>
            </p:cNvPr>
            <p:cNvSpPr/>
            <p:nvPr/>
          </p:nvSpPr>
          <p:spPr>
            <a:xfrm>
              <a:off x="8091654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0;p10">
              <a:extLst>
                <a:ext uri="{FF2B5EF4-FFF2-40B4-BE49-F238E27FC236}">
                  <a16:creationId xmlns:a16="http://schemas.microsoft.com/office/drawing/2014/main" id="{5E13CF9E-B915-84BF-DDB2-A16DA93C0E59}"/>
                </a:ext>
              </a:extLst>
            </p:cNvPr>
            <p:cNvSpPr/>
            <p:nvPr/>
          </p:nvSpPr>
          <p:spPr>
            <a:xfrm>
              <a:off x="8435342" y="2374219"/>
              <a:ext cx="925312" cy="9253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62;p10">
              <a:extLst>
                <a:ext uri="{FF2B5EF4-FFF2-40B4-BE49-F238E27FC236}">
                  <a16:creationId xmlns:a16="http://schemas.microsoft.com/office/drawing/2014/main" id="{055D2B81-B044-E899-AFB5-37DAE09423B2}"/>
                </a:ext>
              </a:extLst>
            </p:cNvPr>
            <p:cNvSpPr txBox="1"/>
            <p:nvPr/>
          </p:nvSpPr>
          <p:spPr>
            <a:xfrm>
              <a:off x="7576123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500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Scoped Applications 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09C26A3-BF7A-D6F4-3EA8-52EF5DDEF8A1}"/>
              </a:ext>
            </a:extLst>
          </p:cNvPr>
          <p:cNvGrpSpPr/>
          <p:nvPr/>
        </p:nvGrpSpPr>
        <p:grpSpPr>
          <a:xfrm>
            <a:off x="8034944" y="2575093"/>
            <a:ext cx="2160000" cy="2160000"/>
            <a:chOff x="1363310" y="2030531"/>
            <a:chExt cx="2643750" cy="2835001"/>
          </a:xfrm>
        </p:grpSpPr>
        <p:sp>
          <p:nvSpPr>
            <p:cNvPr id="20" name="Google Shape;351;p10">
              <a:extLst>
                <a:ext uri="{FF2B5EF4-FFF2-40B4-BE49-F238E27FC236}">
                  <a16:creationId xmlns:a16="http://schemas.microsoft.com/office/drawing/2014/main" id="{832E794E-DFD9-DBFA-9B03-8D120C2B9DDB}"/>
                </a:ext>
              </a:extLst>
            </p:cNvPr>
            <p:cNvSpPr/>
            <p:nvPr/>
          </p:nvSpPr>
          <p:spPr>
            <a:xfrm>
              <a:off x="1878842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54;p10">
              <a:extLst>
                <a:ext uri="{FF2B5EF4-FFF2-40B4-BE49-F238E27FC236}">
                  <a16:creationId xmlns:a16="http://schemas.microsoft.com/office/drawing/2014/main" id="{7557D35D-2D36-565B-7304-BB0B3FFC6578}"/>
                </a:ext>
              </a:extLst>
            </p:cNvPr>
            <p:cNvSpPr txBox="1"/>
            <p:nvPr/>
          </p:nvSpPr>
          <p:spPr>
            <a:xfrm>
              <a:off x="1363310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Security Best Practices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sp>
        <p:nvSpPr>
          <p:cNvPr id="26" name="Google Shape;353;p10">
            <a:extLst>
              <a:ext uri="{FF2B5EF4-FFF2-40B4-BE49-F238E27FC236}">
                <a16:creationId xmlns:a16="http://schemas.microsoft.com/office/drawing/2014/main" id="{438AF22F-40EB-A629-4D1D-CBCA6F9A8DF5}"/>
              </a:ext>
            </a:extLst>
          </p:cNvPr>
          <p:cNvSpPr/>
          <p:nvPr/>
        </p:nvSpPr>
        <p:spPr>
          <a:xfrm>
            <a:off x="9085594" y="5916846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13960;p79">
            <a:extLst>
              <a:ext uri="{FF2B5EF4-FFF2-40B4-BE49-F238E27FC236}">
                <a16:creationId xmlns:a16="http://schemas.microsoft.com/office/drawing/2014/main" id="{92D78186-4FD2-0074-99B3-FC94A046FB0E}"/>
              </a:ext>
            </a:extLst>
          </p:cNvPr>
          <p:cNvGrpSpPr/>
          <p:nvPr/>
        </p:nvGrpSpPr>
        <p:grpSpPr>
          <a:xfrm>
            <a:off x="2336846" y="2909926"/>
            <a:ext cx="638019" cy="582849"/>
            <a:chOff x="1310655" y="3360527"/>
            <a:chExt cx="306314" cy="347403"/>
          </a:xfrm>
        </p:grpSpPr>
        <p:sp>
          <p:nvSpPr>
            <p:cNvPr id="42" name="Google Shape;13961;p79">
              <a:extLst>
                <a:ext uri="{FF2B5EF4-FFF2-40B4-BE49-F238E27FC236}">
                  <a16:creationId xmlns:a16="http://schemas.microsoft.com/office/drawing/2014/main" id="{E94E5B3A-CEB8-BEFA-1736-1A1B608EC70A}"/>
                </a:ext>
              </a:extLst>
            </p:cNvPr>
            <p:cNvSpPr/>
            <p:nvPr/>
          </p:nvSpPr>
          <p:spPr>
            <a:xfrm>
              <a:off x="1440416" y="3531630"/>
              <a:ext cx="151652" cy="176299"/>
            </a:xfrm>
            <a:custGeom>
              <a:avLst/>
              <a:gdLst/>
              <a:ahLst/>
              <a:cxnLst/>
              <a:rect l="l" t="t" r="r" b="b"/>
              <a:pathLst>
                <a:path w="4787" h="5565" extrusionOk="0">
                  <a:moveTo>
                    <a:pt x="1851" y="0"/>
                  </a:moveTo>
                  <a:cubicBezTo>
                    <a:pt x="1838" y="0"/>
                    <a:pt x="1824" y="2"/>
                    <a:pt x="1810" y="4"/>
                  </a:cubicBezTo>
                  <a:cubicBezTo>
                    <a:pt x="1751" y="28"/>
                    <a:pt x="1715" y="52"/>
                    <a:pt x="1691" y="112"/>
                  </a:cubicBezTo>
                  <a:lnTo>
                    <a:pt x="1275" y="1255"/>
                  </a:lnTo>
                  <a:cubicBezTo>
                    <a:pt x="429" y="1767"/>
                    <a:pt x="1" y="2731"/>
                    <a:pt x="191" y="3695"/>
                  </a:cubicBezTo>
                  <a:cubicBezTo>
                    <a:pt x="310" y="4314"/>
                    <a:pt x="667" y="4826"/>
                    <a:pt x="1179" y="5172"/>
                  </a:cubicBezTo>
                  <a:cubicBezTo>
                    <a:pt x="1560" y="5422"/>
                    <a:pt x="2013" y="5565"/>
                    <a:pt x="2453" y="5565"/>
                  </a:cubicBezTo>
                  <a:cubicBezTo>
                    <a:pt x="2608" y="5565"/>
                    <a:pt x="2751" y="5541"/>
                    <a:pt x="2918" y="5517"/>
                  </a:cubicBezTo>
                  <a:cubicBezTo>
                    <a:pt x="3799" y="5338"/>
                    <a:pt x="4489" y="4672"/>
                    <a:pt x="4715" y="3803"/>
                  </a:cubicBezTo>
                  <a:cubicBezTo>
                    <a:pt x="4727" y="3719"/>
                    <a:pt x="4692" y="3624"/>
                    <a:pt x="4596" y="3612"/>
                  </a:cubicBezTo>
                  <a:cubicBezTo>
                    <a:pt x="4586" y="3611"/>
                    <a:pt x="4576" y="3610"/>
                    <a:pt x="4565" y="3610"/>
                  </a:cubicBezTo>
                  <a:cubicBezTo>
                    <a:pt x="4491" y="3610"/>
                    <a:pt x="4416" y="3648"/>
                    <a:pt x="4406" y="3731"/>
                  </a:cubicBezTo>
                  <a:cubicBezTo>
                    <a:pt x="4215" y="4469"/>
                    <a:pt x="3620" y="5053"/>
                    <a:pt x="2858" y="5207"/>
                  </a:cubicBezTo>
                  <a:cubicBezTo>
                    <a:pt x="2728" y="5231"/>
                    <a:pt x="2597" y="5243"/>
                    <a:pt x="2468" y="5243"/>
                  </a:cubicBezTo>
                  <a:cubicBezTo>
                    <a:pt x="2075" y="5243"/>
                    <a:pt x="1692" y="5134"/>
                    <a:pt x="1370" y="4910"/>
                  </a:cubicBezTo>
                  <a:cubicBezTo>
                    <a:pt x="917" y="4612"/>
                    <a:pt x="620" y="4160"/>
                    <a:pt x="524" y="3636"/>
                  </a:cubicBezTo>
                  <a:cubicBezTo>
                    <a:pt x="346" y="2790"/>
                    <a:pt x="739" y="1933"/>
                    <a:pt x="1501" y="1517"/>
                  </a:cubicBezTo>
                  <a:cubicBezTo>
                    <a:pt x="1537" y="1493"/>
                    <a:pt x="1560" y="1469"/>
                    <a:pt x="1572" y="1421"/>
                  </a:cubicBezTo>
                  <a:lnTo>
                    <a:pt x="1918" y="469"/>
                  </a:lnTo>
                  <a:lnTo>
                    <a:pt x="2608" y="1219"/>
                  </a:lnTo>
                  <a:cubicBezTo>
                    <a:pt x="2632" y="1243"/>
                    <a:pt x="2668" y="1255"/>
                    <a:pt x="2703" y="1255"/>
                  </a:cubicBezTo>
                  <a:cubicBezTo>
                    <a:pt x="3572" y="1362"/>
                    <a:pt x="4275" y="2005"/>
                    <a:pt x="4430" y="2850"/>
                  </a:cubicBezTo>
                  <a:cubicBezTo>
                    <a:pt x="4454" y="2945"/>
                    <a:pt x="4465" y="3041"/>
                    <a:pt x="4465" y="3136"/>
                  </a:cubicBezTo>
                  <a:cubicBezTo>
                    <a:pt x="4465" y="3209"/>
                    <a:pt x="4521" y="3283"/>
                    <a:pt x="4599" y="3283"/>
                  </a:cubicBezTo>
                  <a:cubicBezTo>
                    <a:pt x="4610" y="3283"/>
                    <a:pt x="4621" y="3281"/>
                    <a:pt x="4632" y="3279"/>
                  </a:cubicBezTo>
                  <a:cubicBezTo>
                    <a:pt x="4715" y="3279"/>
                    <a:pt x="4787" y="3207"/>
                    <a:pt x="4775" y="3124"/>
                  </a:cubicBezTo>
                  <a:cubicBezTo>
                    <a:pt x="4775" y="3017"/>
                    <a:pt x="4763" y="2898"/>
                    <a:pt x="4727" y="2790"/>
                  </a:cubicBezTo>
                  <a:cubicBezTo>
                    <a:pt x="4537" y="1826"/>
                    <a:pt x="3763" y="1100"/>
                    <a:pt x="2787" y="945"/>
                  </a:cubicBezTo>
                  <a:lnTo>
                    <a:pt x="1965" y="52"/>
                  </a:lnTo>
                  <a:cubicBezTo>
                    <a:pt x="1929" y="16"/>
                    <a:pt x="1892" y="0"/>
                    <a:pt x="1851" y="0"/>
                  </a:cubicBez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13962;p79">
              <a:extLst>
                <a:ext uri="{FF2B5EF4-FFF2-40B4-BE49-F238E27FC236}">
                  <a16:creationId xmlns:a16="http://schemas.microsoft.com/office/drawing/2014/main" id="{6216C8E2-1E82-A7EB-BEE3-192E9B0AD061}"/>
                </a:ext>
              </a:extLst>
            </p:cNvPr>
            <p:cNvSpPr/>
            <p:nvPr/>
          </p:nvSpPr>
          <p:spPr>
            <a:xfrm>
              <a:off x="1486447" y="3589478"/>
              <a:ext cx="64152" cy="75842"/>
            </a:xfrm>
            <a:custGeom>
              <a:avLst/>
              <a:gdLst/>
              <a:ahLst/>
              <a:cxnLst/>
              <a:rect l="l" t="t" r="r" b="b"/>
              <a:pathLst>
                <a:path w="2025" h="2394" extrusionOk="0">
                  <a:moveTo>
                    <a:pt x="1691" y="1179"/>
                  </a:moveTo>
                  <a:lnTo>
                    <a:pt x="1691" y="2084"/>
                  </a:lnTo>
                  <a:lnTo>
                    <a:pt x="298" y="2084"/>
                  </a:lnTo>
                  <a:lnTo>
                    <a:pt x="298" y="1179"/>
                  </a:lnTo>
                  <a:close/>
                  <a:moveTo>
                    <a:pt x="1012" y="0"/>
                  </a:moveTo>
                  <a:cubicBezTo>
                    <a:pt x="715" y="0"/>
                    <a:pt x="476" y="238"/>
                    <a:pt x="476" y="536"/>
                  </a:cubicBezTo>
                  <a:lnTo>
                    <a:pt x="476" y="845"/>
                  </a:lnTo>
                  <a:lnTo>
                    <a:pt x="167" y="845"/>
                  </a:lnTo>
                  <a:cubicBezTo>
                    <a:pt x="84" y="845"/>
                    <a:pt x="0" y="917"/>
                    <a:pt x="0" y="1012"/>
                  </a:cubicBezTo>
                  <a:lnTo>
                    <a:pt x="0" y="2227"/>
                  </a:lnTo>
                  <a:cubicBezTo>
                    <a:pt x="0" y="2322"/>
                    <a:pt x="84" y="2393"/>
                    <a:pt x="167" y="2393"/>
                  </a:cubicBezTo>
                  <a:lnTo>
                    <a:pt x="1869" y="2393"/>
                  </a:lnTo>
                  <a:cubicBezTo>
                    <a:pt x="1953" y="2393"/>
                    <a:pt x="2024" y="2322"/>
                    <a:pt x="2024" y="2227"/>
                  </a:cubicBezTo>
                  <a:lnTo>
                    <a:pt x="2024" y="1012"/>
                  </a:lnTo>
                  <a:cubicBezTo>
                    <a:pt x="2012" y="917"/>
                    <a:pt x="1941" y="845"/>
                    <a:pt x="1846" y="845"/>
                  </a:cubicBezTo>
                  <a:lnTo>
                    <a:pt x="774" y="845"/>
                  </a:lnTo>
                  <a:lnTo>
                    <a:pt x="774" y="536"/>
                  </a:lnTo>
                  <a:cubicBezTo>
                    <a:pt x="774" y="417"/>
                    <a:pt x="881" y="310"/>
                    <a:pt x="1000" y="310"/>
                  </a:cubicBezTo>
                  <a:cubicBezTo>
                    <a:pt x="1119" y="310"/>
                    <a:pt x="1227" y="417"/>
                    <a:pt x="1227" y="536"/>
                  </a:cubicBezTo>
                  <a:cubicBezTo>
                    <a:pt x="1227" y="619"/>
                    <a:pt x="1298" y="703"/>
                    <a:pt x="1393" y="703"/>
                  </a:cubicBezTo>
                  <a:cubicBezTo>
                    <a:pt x="1477" y="703"/>
                    <a:pt x="1548" y="619"/>
                    <a:pt x="1548" y="536"/>
                  </a:cubicBezTo>
                  <a:cubicBezTo>
                    <a:pt x="1548" y="238"/>
                    <a:pt x="1310" y="0"/>
                    <a:pt x="1012" y="0"/>
                  </a:cubicBez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13963;p79">
              <a:extLst>
                <a:ext uri="{FF2B5EF4-FFF2-40B4-BE49-F238E27FC236}">
                  <a16:creationId xmlns:a16="http://schemas.microsoft.com/office/drawing/2014/main" id="{E9CB9125-BB3C-8909-61BA-ED43081A1BE9}"/>
                </a:ext>
              </a:extLst>
            </p:cNvPr>
            <p:cNvSpPr/>
            <p:nvPr/>
          </p:nvSpPr>
          <p:spPr>
            <a:xfrm>
              <a:off x="1310655" y="3360527"/>
              <a:ext cx="306314" cy="334572"/>
            </a:xfrm>
            <a:custGeom>
              <a:avLst/>
              <a:gdLst/>
              <a:ahLst/>
              <a:cxnLst/>
              <a:rect l="l" t="t" r="r" b="b"/>
              <a:pathLst>
                <a:path w="9669" h="10561" extrusionOk="0">
                  <a:moveTo>
                    <a:pt x="2430" y="7941"/>
                  </a:moveTo>
                  <a:lnTo>
                    <a:pt x="3120" y="8644"/>
                  </a:lnTo>
                  <a:lnTo>
                    <a:pt x="2989" y="8775"/>
                  </a:lnTo>
                  <a:lnTo>
                    <a:pt x="2656" y="8430"/>
                  </a:lnTo>
                  <a:cubicBezTo>
                    <a:pt x="2626" y="8400"/>
                    <a:pt x="2585" y="8385"/>
                    <a:pt x="2543" y="8385"/>
                  </a:cubicBezTo>
                  <a:cubicBezTo>
                    <a:pt x="2501" y="8385"/>
                    <a:pt x="2459" y="8400"/>
                    <a:pt x="2430" y="8430"/>
                  </a:cubicBezTo>
                  <a:lnTo>
                    <a:pt x="2073" y="8787"/>
                  </a:lnTo>
                  <a:cubicBezTo>
                    <a:pt x="2037" y="8823"/>
                    <a:pt x="2025" y="8858"/>
                    <a:pt x="2025" y="8906"/>
                  </a:cubicBezTo>
                  <a:cubicBezTo>
                    <a:pt x="2025" y="8953"/>
                    <a:pt x="2037" y="9001"/>
                    <a:pt x="2073" y="9025"/>
                  </a:cubicBezTo>
                  <a:lnTo>
                    <a:pt x="2418" y="9370"/>
                  </a:lnTo>
                  <a:lnTo>
                    <a:pt x="2275" y="9501"/>
                  </a:lnTo>
                  <a:lnTo>
                    <a:pt x="1942" y="9156"/>
                  </a:lnTo>
                  <a:cubicBezTo>
                    <a:pt x="1912" y="9126"/>
                    <a:pt x="1870" y="9111"/>
                    <a:pt x="1828" y="9111"/>
                  </a:cubicBezTo>
                  <a:cubicBezTo>
                    <a:pt x="1787" y="9111"/>
                    <a:pt x="1745" y="9126"/>
                    <a:pt x="1715" y="9156"/>
                  </a:cubicBezTo>
                  <a:lnTo>
                    <a:pt x="1358" y="9513"/>
                  </a:lnTo>
                  <a:cubicBezTo>
                    <a:pt x="1322" y="9549"/>
                    <a:pt x="1311" y="9585"/>
                    <a:pt x="1311" y="9632"/>
                  </a:cubicBezTo>
                  <a:cubicBezTo>
                    <a:pt x="1311" y="9680"/>
                    <a:pt x="1322" y="9727"/>
                    <a:pt x="1358" y="9751"/>
                  </a:cubicBezTo>
                  <a:lnTo>
                    <a:pt x="1703" y="10096"/>
                  </a:lnTo>
                  <a:lnTo>
                    <a:pt x="1584" y="10192"/>
                  </a:lnTo>
                  <a:lnTo>
                    <a:pt x="882" y="9489"/>
                  </a:lnTo>
                  <a:lnTo>
                    <a:pt x="2430" y="7941"/>
                  </a:lnTo>
                  <a:close/>
                  <a:moveTo>
                    <a:pt x="6496" y="1"/>
                  </a:moveTo>
                  <a:cubicBezTo>
                    <a:pt x="5951" y="1"/>
                    <a:pt x="5469" y="199"/>
                    <a:pt x="5121" y="548"/>
                  </a:cubicBezTo>
                  <a:cubicBezTo>
                    <a:pt x="4704" y="964"/>
                    <a:pt x="4513" y="1572"/>
                    <a:pt x="4597" y="2238"/>
                  </a:cubicBezTo>
                  <a:cubicBezTo>
                    <a:pt x="4656" y="2727"/>
                    <a:pt x="4871" y="3227"/>
                    <a:pt x="5180" y="3655"/>
                  </a:cubicBezTo>
                  <a:lnTo>
                    <a:pt x="3501" y="5334"/>
                  </a:lnTo>
                  <a:cubicBezTo>
                    <a:pt x="3442" y="5394"/>
                    <a:pt x="3442" y="5501"/>
                    <a:pt x="3501" y="5560"/>
                  </a:cubicBezTo>
                  <a:cubicBezTo>
                    <a:pt x="3525" y="5584"/>
                    <a:pt x="3573" y="5608"/>
                    <a:pt x="3620" y="5608"/>
                  </a:cubicBezTo>
                  <a:cubicBezTo>
                    <a:pt x="3668" y="5608"/>
                    <a:pt x="3704" y="5584"/>
                    <a:pt x="3739" y="5560"/>
                  </a:cubicBezTo>
                  <a:lnTo>
                    <a:pt x="5406" y="3893"/>
                  </a:lnTo>
                  <a:cubicBezTo>
                    <a:pt x="5454" y="3953"/>
                    <a:pt x="5502" y="4000"/>
                    <a:pt x="5549" y="4060"/>
                  </a:cubicBezTo>
                  <a:cubicBezTo>
                    <a:pt x="5609" y="4120"/>
                    <a:pt x="5656" y="4155"/>
                    <a:pt x="5716" y="4203"/>
                  </a:cubicBezTo>
                  <a:lnTo>
                    <a:pt x="2334" y="7584"/>
                  </a:lnTo>
                  <a:lnTo>
                    <a:pt x="691" y="9239"/>
                  </a:lnTo>
                  <a:lnTo>
                    <a:pt x="370" y="8918"/>
                  </a:lnTo>
                  <a:lnTo>
                    <a:pt x="3299" y="5989"/>
                  </a:lnTo>
                  <a:cubicBezTo>
                    <a:pt x="3358" y="5929"/>
                    <a:pt x="3358" y="5822"/>
                    <a:pt x="3299" y="5763"/>
                  </a:cubicBezTo>
                  <a:cubicBezTo>
                    <a:pt x="3275" y="5733"/>
                    <a:pt x="3236" y="5718"/>
                    <a:pt x="3196" y="5718"/>
                  </a:cubicBezTo>
                  <a:cubicBezTo>
                    <a:pt x="3156" y="5718"/>
                    <a:pt x="3114" y="5733"/>
                    <a:pt x="3085" y="5763"/>
                  </a:cubicBezTo>
                  <a:lnTo>
                    <a:pt x="48" y="8799"/>
                  </a:lnTo>
                  <a:cubicBezTo>
                    <a:pt x="13" y="8834"/>
                    <a:pt x="1" y="8882"/>
                    <a:pt x="1" y="8918"/>
                  </a:cubicBezTo>
                  <a:cubicBezTo>
                    <a:pt x="1" y="8965"/>
                    <a:pt x="13" y="9013"/>
                    <a:pt x="48" y="9037"/>
                  </a:cubicBezTo>
                  <a:lnTo>
                    <a:pt x="596" y="9585"/>
                  </a:lnTo>
                  <a:lnTo>
                    <a:pt x="1513" y="10513"/>
                  </a:lnTo>
                  <a:cubicBezTo>
                    <a:pt x="1549" y="10549"/>
                    <a:pt x="1596" y="10561"/>
                    <a:pt x="1632" y="10561"/>
                  </a:cubicBezTo>
                  <a:cubicBezTo>
                    <a:pt x="1680" y="10561"/>
                    <a:pt x="1727" y="10537"/>
                    <a:pt x="1763" y="10513"/>
                  </a:cubicBezTo>
                  <a:lnTo>
                    <a:pt x="2108" y="10156"/>
                  </a:lnTo>
                  <a:cubicBezTo>
                    <a:pt x="2144" y="10120"/>
                    <a:pt x="2156" y="10085"/>
                    <a:pt x="2156" y="10037"/>
                  </a:cubicBezTo>
                  <a:cubicBezTo>
                    <a:pt x="2156" y="9989"/>
                    <a:pt x="2144" y="9954"/>
                    <a:pt x="2108" y="9918"/>
                  </a:cubicBezTo>
                  <a:lnTo>
                    <a:pt x="1775" y="9573"/>
                  </a:lnTo>
                  <a:lnTo>
                    <a:pt x="1906" y="9442"/>
                  </a:lnTo>
                  <a:lnTo>
                    <a:pt x="2251" y="9787"/>
                  </a:lnTo>
                  <a:cubicBezTo>
                    <a:pt x="2281" y="9817"/>
                    <a:pt x="2320" y="9832"/>
                    <a:pt x="2358" y="9832"/>
                  </a:cubicBezTo>
                  <a:cubicBezTo>
                    <a:pt x="2397" y="9832"/>
                    <a:pt x="2436" y="9817"/>
                    <a:pt x="2465" y="9787"/>
                  </a:cubicBezTo>
                  <a:lnTo>
                    <a:pt x="2823" y="9430"/>
                  </a:lnTo>
                  <a:cubicBezTo>
                    <a:pt x="2858" y="9394"/>
                    <a:pt x="2870" y="9358"/>
                    <a:pt x="2870" y="9311"/>
                  </a:cubicBezTo>
                  <a:cubicBezTo>
                    <a:pt x="2870" y="9263"/>
                    <a:pt x="2858" y="9215"/>
                    <a:pt x="2823" y="9192"/>
                  </a:cubicBezTo>
                  <a:lnTo>
                    <a:pt x="2489" y="8846"/>
                  </a:lnTo>
                  <a:lnTo>
                    <a:pt x="2620" y="8715"/>
                  </a:lnTo>
                  <a:lnTo>
                    <a:pt x="2966" y="9061"/>
                  </a:lnTo>
                  <a:cubicBezTo>
                    <a:pt x="2995" y="9090"/>
                    <a:pt x="3034" y="9105"/>
                    <a:pt x="3073" y="9105"/>
                  </a:cubicBezTo>
                  <a:cubicBezTo>
                    <a:pt x="3111" y="9105"/>
                    <a:pt x="3150" y="9090"/>
                    <a:pt x="3180" y="9061"/>
                  </a:cubicBezTo>
                  <a:lnTo>
                    <a:pt x="3537" y="8703"/>
                  </a:lnTo>
                  <a:cubicBezTo>
                    <a:pt x="3597" y="8644"/>
                    <a:pt x="3597" y="8537"/>
                    <a:pt x="3537" y="8477"/>
                  </a:cubicBezTo>
                  <a:lnTo>
                    <a:pt x="2727" y="7656"/>
                  </a:lnTo>
                  <a:lnTo>
                    <a:pt x="6014" y="4370"/>
                  </a:lnTo>
                  <a:cubicBezTo>
                    <a:pt x="6549" y="4751"/>
                    <a:pt x="7168" y="4977"/>
                    <a:pt x="7752" y="4977"/>
                  </a:cubicBezTo>
                  <a:cubicBezTo>
                    <a:pt x="8026" y="4977"/>
                    <a:pt x="8276" y="4929"/>
                    <a:pt x="8514" y="4846"/>
                  </a:cubicBezTo>
                  <a:cubicBezTo>
                    <a:pt x="8597" y="4810"/>
                    <a:pt x="8633" y="4727"/>
                    <a:pt x="8597" y="4632"/>
                  </a:cubicBezTo>
                  <a:cubicBezTo>
                    <a:pt x="8580" y="4570"/>
                    <a:pt x="8523" y="4534"/>
                    <a:pt x="8461" y="4534"/>
                  </a:cubicBezTo>
                  <a:cubicBezTo>
                    <a:pt x="8439" y="4534"/>
                    <a:pt x="8417" y="4539"/>
                    <a:pt x="8395" y="4548"/>
                  </a:cubicBezTo>
                  <a:cubicBezTo>
                    <a:pt x="8192" y="4625"/>
                    <a:pt x="7973" y="4662"/>
                    <a:pt x="7746" y="4662"/>
                  </a:cubicBezTo>
                  <a:cubicBezTo>
                    <a:pt x="7093" y="4662"/>
                    <a:pt x="6380" y="4355"/>
                    <a:pt x="5823" y="3798"/>
                  </a:cubicBezTo>
                  <a:cubicBezTo>
                    <a:pt x="4847" y="2834"/>
                    <a:pt x="4668" y="1453"/>
                    <a:pt x="5406" y="726"/>
                  </a:cubicBezTo>
                  <a:cubicBezTo>
                    <a:pt x="5707" y="421"/>
                    <a:pt x="6119" y="272"/>
                    <a:pt x="6568" y="272"/>
                  </a:cubicBezTo>
                  <a:cubicBezTo>
                    <a:pt x="7204" y="272"/>
                    <a:pt x="7913" y="571"/>
                    <a:pt x="8478" y="1143"/>
                  </a:cubicBezTo>
                  <a:cubicBezTo>
                    <a:pt x="9454" y="2107"/>
                    <a:pt x="9633" y="3489"/>
                    <a:pt x="8895" y="4215"/>
                  </a:cubicBezTo>
                  <a:lnTo>
                    <a:pt x="8883" y="4239"/>
                  </a:lnTo>
                  <a:cubicBezTo>
                    <a:pt x="8823" y="4298"/>
                    <a:pt x="8823" y="4393"/>
                    <a:pt x="8883" y="4453"/>
                  </a:cubicBezTo>
                  <a:cubicBezTo>
                    <a:pt x="8913" y="4483"/>
                    <a:pt x="8954" y="4498"/>
                    <a:pt x="8996" y="4498"/>
                  </a:cubicBezTo>
                  <a:cubicBezTo>
                    <a:pt x="9038" y="4498"/>
                    <a:pt x="9079" y="4483"/>
                    <a:pt x="9109" y="4453"/>
                  </a:cubicBezTo>
                  <a:lnTo>
                    <a:pt x="9121" y="4441"/>
                  </a:lnTo>
                  <a:cubicBezTo>
                    <a:pt x="9502" y="4072"/>
                    <a:pt x="9669" y="3465"/>
                    <a:pt x="9585" y="2786"/>
                  </a:cubicBezTo>
                  <a:cubicBezTo>
                    <a:pt x="9502" y="2131"/>
                    <a:pt x="9169" y="1476"/>
                    <a:pt x="8645" y="964"/>
                  </a:cubicBezTo>
                  <a:cubicBezTo>
                    <a:pt x="8133" y="441"/>
                    <a:pt x="7478" y="95"/>
                    <a:pt x="6823" y="24"/>
                  </a:cubicBezTo>
                  <a:cubicBezTo>
                    <a:pt x="6712" y="8"/>
                    <a:pt x="6603" y="1"/>
                    <a:pt x="6496" y="1"/>
                  </a:cubicBezTo>
                  <a:close/>
                </a:path>
              </a:pathLst>
            </a:custGeom>
            <a:solidFill>
              <a:srgbClr val="353535"/>
            </a:solidFill>
            <a:ln>
              <a:solidFill>
                <a:srgbClr val="35353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964;p79">
              <a:extLst>
                <a:ext uri="{FF2B5EF4-FFF2-40B4-BE49-F238E27FC236}">
                  <a16:creationId xmlns:a16="http://schemas.microsoft.com/office/drawing/2014/main" id="{569EF28F-D88D-5AB9-3E42-80FB363AE58E}"/>
                </a:ext>
              </a:extLst>
            </p:cNvPr>
            <p:cNvSpPr/>
            <p:nvPr/>
          </p:nvSpPr>
          <p:spPr>
            <a:xfrm>
              <a:off x="1474377" y="3380453"/>
              <a:ext cx="122221" cy="118895"/>
            </a:xfrm>
            <a:custGeom>
              <a:avLst/>
              <a:gdLst/>
              <a:ahLst/>
              <a:cxnLst/>
              <a:rect l="l" t="t" r="r" b="b"/>
              <a:pathLst>
                <a:path w="3858" h="3753" extrusionOk="0">
                  <a:moveTo>
                    <a:pt x="1488" y="312"/>
                  </a:moveTo>
                  <a:cubicBezTo>
                    <a:pt x="1953" y="312"/>
                    <a:pt x="2453" y="526"/>
                    <a:pt x="2858" y="943"/>
                  </a:cubicBezTo>
                  <a:cubicBezTo>
                    <a:pt x="3536" y="1621"/>
                    <a:pt x="3691" y="2609"/>
                    <a:pt x="3167" y="3133"/>
                  </a:cubicBezTo>
                  <a:cubicBezTo>
                    <a:pt x="2965" y="3336"/>
                    <a:pt x="2667" y="3443"/>
                    <a:pt x="2346" y="3443"/>
                  </a:cubicBezTo>
                  <a:cubicBezTo>
                    <a:pt x="1881" y="3443"/>
                    <a:pt x="1381" y="3229"/>
                    <a:pt x="976" y="2812"/>
                  </a:cubicBezTo>
                  <a:cubicBezTo>
                    <a:pt x="631" y="2479"/>
                    <a:pt x="429" y="2050"/>
                    <a:pt x="369" y="1645"/>
                  </a:cubicBezTo>
                  <a:cubicBezTo>
                    <a:pt x="322" y="1240"/>
                    <a:pt x="429" y="883"/>
                    <a:pt x="667" y="633"/>
                  </a:cubicBezTo>
                  <a:cubicBezTo>
                    <a:pt x="869" y="419"/>
                    <a:pt x="1167" y="312"/>
                    <a:pt x="1488" y="312"/>
                  </a:cubicBezTo>
                  <a:close/>
                  <a:moveTo>
                    <a:pt x="1518" y="1"/>
                  </a:moveTo>
                  <a:cubicBezTo>
                    <a:pt x="1106" y="1"/>
                    <a:pt x="738" y="143"/>
                    <a:pt x="465" y="407"/>
                  </a:cubicBezTo>
                  <a:cubicBezTo>
                    <a:pt x="143" y="716"/>
                    <a:pt x="0" y="1181"/>
                    <a:pt x="72" y="1681"/>
                  </a:cubicBezTo>
                  <a:cubicBezTo>
                    <a:pt x="131" y="2181"/>
                    <a:pt x="381" y="2657"/>
                    <a:pt x="774" y="3038"/>
                  </a:cubicBezTo>
                  <a:cubicBezTo>
                    <a:pt x="1227" y="3502"/>
                    <a:pt x="1822" y="3752"/>
                    <a:pt x="2358" y="3752"/>
                  </a:cubicBezTo>
                  <a:cubicBezTo>
                    <a:pt x="2762" y="3752"/>
                    <a:pt x="3132" y="3622"/>
                    <a:pt x="3405" y="3348"/>
                  </a:cubicBezTo>
                  <a:cubicBezTo>
                    <a:pt x="3703" y="3038"/>
                    <a:pt x="3858" y="2574"/>
                    <a:pt x="3798" y="2074"/>
                  </a:cubicBezTo>
                  <a:cubicBezTo>
                    <a:pt x="3739" y="1586"/>
                    <a:pt x="3477" y="1109"/>
                    <a:pt x="3096" y="716"/>
                  </a:cubicBezTo>
                  <a:cubicBezTo>
                    <a:pt x="2703" y="335"/>
                    <a:pt x="2215" y="73"/>
                    <a:pt x="1738" y="14"/>
                  </a:cubicBezTo>
                  <a:cubicBezTo>
                    <a:pt x="1664" y="5"/>
                    <a:pt x="1590" y="1"/>
                    <a:pt x="1518" y="1"/>
                  </a:cubicBezTo>
                  <a:close/>
                </a:path>
              </a:pathLst>
            </a:custGeom>
            <a:solidFill>
              <a:srgbClr val="3535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13965;p79">
              <a:extLst>
                <a:ext uri="{FF2B5EF4-FFF2-40B4-BE49-F238E27FC236}">
                  <a16:creationId xmlns:a16="http://schemas.microsoft.com/office/drawing/2014/main" id="{9C53B4CA-CCB6-AB4B-0D0C-2A636AFD7E10}"/>
                </a:ext>
              </a:extLst>
            </p:cNvPr>
            <p:cNvSpPr/>
            <p:nvPr/>
          </p:nvSpPr>
          <p:spPr>
            <a:xfrm>
              <a:off x="1510207" y="3632848"/>
              <a:ext cx="15492" cy="17741"/>
            </a:xfrm>
            <a:custGeom>
              <a:avLst/>
              <a:gdLst/>
              <a:ahLst/>
              <a:cxnLst/>
              <a:rect l="l" t="t" r="r" b="b"/>
              <a:pathLst>
                <a:path w="489" h="560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27"/>
                    <a:pt x="24" y="262"/>
                    <a:pt x="72" y="298"/>
                  </a:cubicBezTo>
                  <a:lnTo>
                    <a:pt x="72" y="405"/>
                  </a:lnTo>
                  <a:cubicBezTo>
                    <a:pt x="72" y="488"/>
                    <a:pt x="143" y="560"/>
                    <a:pt x="238" y="560"/>
                  </a:cubicBezTo>
                  <a:cubicBezTo>
                    <a:pt x="322" y="560"/>
                    <a:pt x="393" y="488"/>
                    <a:pt x="393" y="405"/>
                  </a:cubicBezTo>
                  <a:lnTo>
                    <a:pt x="393" y="298"/>
                  </a:lnTo>
                  <a:cubicBezTo>
                    <a:pt x="441" y="262"/>
                    <a:pt x="477" y="227"/>
                    <a:pt x="477" y="167"/>
                  </a:cubicBezTo>
                  <a:cubicBezTo>
                    <a:pt x="488" y="72"/>
                    <a:pt x="417" y="0"/>
                    <a:pt x="3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15659;p82">
            <a:extLst>
              <a:ext uri="{FF2B5EF4-FFF2-40B4-BE49-F238E27FC236}">
                <a16:creationId xmlns:a16="http://schemas.microsoft.com/office/drawing/2014/main" id="{893F00EA-942A-85B2-B469-6AC1E218BC1D}"/>
              </a:ext>
            </a:extLst>
          </p:cNvPr>
          <p:cNvSpPr/>
          <p:nvPr/>
        </p:nvSpPr>
        <p:spPr>
          <a:xfrm>
            <a:off x="8754944" y="2854685"/>
            <a:ext cx="720000" cy="648000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rgbClr val="353535"/>
          </a:solidFill>
          <a:ln>
            <a:solidFill>
              <a:srgbClr val="35353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8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A3AEA-A9DE-CDA9-3B9F-19CB9F44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4689E68-8046-24F1-8A63-FB9278846151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72BA-B9C7-F477-DFE5-FBEB7568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E87B7-DF47-ED8F-2D00-50D85236A8BC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Next Steps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3F70BE-A75C-B452-5E37-D4A7CC3AC816}"/>
              </a:ext>
            </a:extLst>
          </p:cNvPr>
          <p:cNvSpPr txBox="1"/>
          <p:nvPr/>
        </p:nvSpPr>
        <p:spPr>
          <a:xfrm>
            <a:off x="806116" y="1631280"/>
            <a:ext cx="9025181" cy="671292"/>
          </a:xfrm>
          <a:prstGeom prst="rect">
            <a:avLst/>
          </a:prstGeom>
          <a:solidFill>
            <a:srgbClr val="BEE9D2"/>
          </a:solidFill>
          <a:ln>
            <a:solidFill>
              <a:srgbClr val="7FB79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0000" tIns="180000" rIns="180000" bIns="180000">
            <a:spAutoFit/>
          </a:bodyPr>
          <a:lstStyle/>
          <a:p>
            <a:r>
              <a:rPr lang="en-US" sz="2000" dirty="0"/>
              <a:t>Secure Data Without Disrupting Operations </a:t>
            </a:r>
            <a:endParaRPr lang="es-ES" sz="2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406D1B2-A1F8-6A9A-26BC-5E19D80236BE}"/>
              </a:ext>
            </a:extLst>
          </p:cNvPr>
          <p:cNvSpPr txBox="1"/>
          <p:nvPr/>
        </p:nvSpPr>
        <p:spPr>
          <a:xfrm>
            <a:off x="806115" y="2950246"/>
            <a:ext cx="9025181" cy="671292"/>
          </a:xfrm>
          <a:prstGeom prst="rect">
            <a:avLst/>
          </a:prstGeom>
          <a:solidFill>
            <a:srgbClr val="BEE9D2"/>
          </a:solidFill>
          <a:ln>
            <a:solidFill>
              <a:srgbClr val="7FB79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0000" tIns="180000" rIns="180000" bIns="180000">
            <a:spAutoFit/>
          </a:bodyPr>
          <a:lstStyle/>
          <a:p>
            <a:r>
              <a:rPr lang="en-US" sz="2000" dirty="0"/>
              <a:t>Develop &amp; Migrate Scoped Applications Securely </a:t>
            </a:r>
            <a:endParaRPr lang="es-ES" sz="20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13FE40F-7719-D328-248E-D4ACCB4BB1F8}"/>
              </a:ext>
            </a:extLst>
          </p:cNvPr>
          <p:cNvSpPr txBox="1"/>
          <p:nvPr/>
        </p:nvSpPr>
        <p:spPr>
          <a:xfrm>
            <a:off x="806115" y="4342889"/>
            <a:ext cx="9025181" cy="671292"/>
          </a:xfrm>
          <a:prstGeom prst="rect">
            <a:avLst/>
          </a:prstGeom>
          <a:solidFill>
            <a:srgbClr val="BEE9D2"/>
          </a:solidFill>
          <a:ln>
            <a:solidFill>
              <a:srgbClr val="7FB79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0000" tIns="180000" rIns="180000" bIns="180000">
            <a:spAutoFit/>
          </a:bodyPr>
          <a:lstStyle/>
          <a:p>
            <a:r>
              <a:rPr lang="en-US" sz="2000" dirty="0"/>
              <a:t>Standardize Security Across the Enterprise </a:t>
            </a:r>
            <a:endParaRPr lang="es-ES" sz="2000" dirty="0"/>
          </a:p>
        </p:txBody>
      </p:sp>
      <p:grpSp>
        <p:nvGrpSpPr>
          <p:cNvPr id="2" name="Google Shape;2089;p51">
            <a:extLst>
              <a:ext uri="{FF2B5EF4-FFF2-40B4-BE49-F238E27FC236}">
                <a16:creationId xmlns:a16="http://schemas.microsoft.com/office/drawing/2014/main" id="{FA680C70-D94F-7009-E5AD-4326296F0EC6}"/>
              </a:ext>
            </a:extLst>
          </p:cNvPr>
          <p:cNvGrpSpPr/>
          <p:nvPr/>
        </p:nvGrpSpPr>
        <p:grpSpPr>
          <a:xfrm>
            <a:off x="7896742" y="1402430"/>
            <a:ext cx="4095849" cy="4053140"/>
            <a:chOff x="1179935" y="-209451"/>
            <a:chExt cx="5745334" cy="5685426"/>
          </a:xfrm>
        </p:grpSpPr>
        <p:sp>
          <p:nvSpPr>
            <p:cNvPr id="3" name="Google Shape;2090;p51">
              <a:extLst>
                <a:ext uri="{FF2B5EF4-FFF2-40B4-BE49-F238E27FC236}">
                  <a16:creationId xmlns:a16="http://schemas.microsoft.com/office/drawing/2014/main" id="{41F77DE8-D8BF-7559-8BA6-0C720D0A5305}"/>
                </a:ext>
              </a:extLst>
            </p:cNvPr>
            <p:cNvSpPr/>
            <p:nvPr/>
          </p:nvSpPr>
          <p:spPr>
            <a:xfrm>
              <a:off x="1179935" y="-209451"/>
              <a:ext cx="5745334" cy="4760386"/>
            </a:xfrm>
            <a:custGeom>
              <a:avLst/>
              <a:gdLst/>
              <a:ahLst/>
              <a:cxnLst/>
              <a:rect l="l" t="t" r="r" b="b"/>
              <a:pathLst>
                <a:path w="208202" h="172509" extrusionOk="0">
                  <a:moveTo>
                    <a:pt x="90297" y="0"/>
                  </a:moveTo>
                  <a:cubicBezTo>
                    <a:pt x="60081" y="0"/>
                    <a:pt x="29711" y="6469"/>
                    <a:pt x="13646" y="23022"/>
                  </a:cubicBezTo>
                  <a:cubicBezTo>
                    <a:pt x="13646" y="23022"/>
                    <a:pt x="3033" y="29085"/>
                    <a:pt x="1517" y="44245"/>
                  </a:cubicBezTo>
                  <a:cubicBezTo>
                    <a:pt x="1" y="59406"/>
                    <a:pt x="16677" y="80631"/>
                    <a:pt x="19204" y="99833"/>
                  </a:cubicBezTo>
                  <a:cubicBezTo>
                    <a:pt x="21730" y="119036"/>
                    <a:pt x="1517" y="123584"/>
                    <a:pt x="9603" y="147841"/>
                  </a:cubicBezTo>
                  <a:cubicBezTo>
                    <a:pt x="15216" y="164681"/>
                    <a:pt x="37392" y="172509"/>
                    <a:pt x="58037" y="172509"/>
                  </a:cubicBezTo>
                  <a:cubicBezTo>
                    <a:pt x="67129" y="172509"/>
                    <a:pt x="75924" y="170991"/>
                    <a:pt x="82877" y="168055"/>
                  </a:cubicBezTo>
                  <a:cubicBezTo>
                    <a:pt x="105618" y="158453"/>
                    <a:pt x="116230" y="134197"/>
                    <a:pt x="150088" y="134197"/>
                  </a:cubicBezTo>
                  <a:cubicBezTo>
                    <a:pt x="183946" y="134197"/>
                    <a:pt x="208202" y="118531"/>
                    <a:pt x="206181" y="83662"/>
                  </a:cubicBezTo>
                  <a:cubicBezTo>
                    <a:pt x="204160" y="48794"/>
                    <a:pt x="196580" y="38181"/>
                    <a:pt x="169290" y="17967"/>
                  </a:cubicBezTo>
                  <a:cubicBezTo>
                    <a:pt x="155147" y="7490"/>
                    <a:pt x="122811" y="0"/>
                    <a:pt x="90297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2091;p51">
              <a:extLst>
                <a:ext uri="{FF2B5EF4-FFF2-40B4-BE49-F238E27FC236}">
                  <a16:creationId xmlns:a16="http://schemas.microsoft.com/office/drawing/2014/main" id="{12991041-895E-0680-AECD-150FB44EA81D}"/>
                </a:ext>
              </a:extLst>
            </p:cNvPr>
            <p:cNvSpPr/>
            <p:nvPr/>
          </p:nvSpPr>
          <p:spPr>
            <a:xfrm>
              <a:off x="1436950" y="5221775"/>
              <a:ext cx="4967025" cy="254200"/>
            </a:xfrm>
            <a:custGeom>
              <a:avLst/>
              <a:gdLst/>
              <a:ahLst/>
              <a:cxnLst/>
              <a:rect l="l" t="t" r="r" b="b"/>
              <a:pathLst>
                <a:path w="198681" h="10168" extrusionOk="0">
                  <a:moveTo>
                    <a:pt x="99341" y="0"/>
                  </a:moveTo>
                  <a:cubicBezTo>
                    <a:pt x="72994" y="0"/>
                    <a:pt x="47726" y="536"/>
                    <a:pt x="29096" y="1489"/>
                  </a:cubicBezTo>
                  <a:cubicBezTo>
                    <a:pt x="10467" y="2443"/>
                    <a:pt x="0" y="3736"/>
                    <a:pt x="0" y="5084"/>
                  </a:cubicBezTo>
                  <a:cubicBezTo>
                    <a:pt x="0" y="6432"/>
                    <a:pt x="10467" y="7724"/>
                    <a:pt x="29096" y="8679"/>
                  </a:cubicBezTo>
                  <a:cubicBezTo>
                    <a:pt x="47726" y="9632"/>
                    <a:pt x="72994" y="10167"/>
                    <a:pt x="99341" y="10167"/>
                  </a:cubicBezTo>
                  <a:cubicBezTo>
                    <a:pt x="125687" y="10167"/>
                    <a:pt x="150954" y="9632"/>
                    <a:pt x="169584" y="8679"/>
                  </a:cubicBezTo>
                  <a:cubicBezTo>
                    <a:pt x="188215" y="7724"/>
                    <a:pt x="198680" y="6432"/>
                    <a:pt x="198680" y="5084"/>
                  </a:cubicBezTo>
                  <a:cubicBezTo>
                    <a:pt x="198680" y="3736"/>
                    <a:pt x="188215" y="2443"/>
                    <a:pt x="169584" y="1489"/>
                  </a:cubicBezTo>
                  <a:cubicBezTo>
                    <a:pt x="150954" y="536"/>
                    <a:pt x="125687" y="0"/>
                    <a:pt x="99341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92;p51">
              <a:extLst>
                <a:ext uri="{FF2B5EF4-FFF2-40B4-BE49-F238E27FC236}">
                  <a16:creationId xmlns:a16="http://schemas.microsoft.com/office/drawing/2014/main" id="{B84D42E1-3A48-2551-99FC-CFDA23240982}"/>
                </a:ext>
              </a:extLst>
            </p:cNvPr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93;p51">
              <a:extLst>
                <a:ext uri="{FF2B5EF4-FFF2-40B4-BE49-F238E27FC236}">
                  <a16:creationId xmlns:a16="http://schemas.microsoft.com/office/drawing/2014/main" id="{BEB981FB-AEDA-5580-3148-5866CE1A5915}"/>
                </a:ext>
              </a:extLst>
            </p:cNvPr>
            <p:cNvSpPr/>
            <p:nvPr/>
          </p:nvSpPr>
          <p:spPr>
            <a:xfrm>
              <a:off x="1830725" y="499100"/>
              <a:ext cx="4045100" cy="2678700"/>
            </a:xfrm>
            <a:custGeom>
              <a:avLst/>
              <a:gdLst/>
              <a:ahLst/>
              <a:cxnLst/>
              <a:rect l="l" t="t" r="r" b="b"/>
              <a:pathLst>
                <a:path w="161804" h="107148" extrusionOk="0">
                  <a:moveTo>
                    <a:pt x="161235" y="569"/>
                  </a:moveTo>
                  <a:lnTo>
                    <a:pt x="161235" y="106580"/>
                  </a:lnTo>
                  <a:lnTo>
                    <a:pt x="568" y="106580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863"/>
                  </a:lnTo>
                  <a:cubicBezTo>
                    <a:pt x="1" y="107019"/>
                    <a:pt x="128" y="107147"/>
                    <a:pt x="285" y="107147"/>
                  </a:cubicBezTo>
                  <a:lnTo>
                    <a:pt x="161518" y="107147"/>
                  </a:lnTo>
                  <a:cubicBezTo>
                    <a:pt x="161674" y="107147"/>
                    <a:pt x="161802" y="107021"/>
                    <a:pt x="161803" y="10686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94;p51">
              <a:extLst>
                <a:ext uri="{FF2B5EF4-FFF2-40B4-BE49-F238E27FC236}">
                  <a16:creationId xmlns:a16="http://schemas.microsoft.com/office/drawing/2014/main" id="{DD69E388-DB41-5DAA-2D84-1E67D52E35A0}"/>
                </a:ext>
              </a:extLst>
            </p:cNvPr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95;p51">
              <a:extLst>
                <a:ext uri="{FF2B5EF4-FFF2-40B4-BE49-F238E27FC236}">
                  <a16:creationId xmlns:a16="http://schemas.microsoft.com/office/drawing/2014/main" id="{7490C7A7-F6DD-CAB1-8C6C-1EA828830F11}"/>
                </a:ext>
              </a:extLst>
            </p:cNvPr>
            <p:cNvSpPr/>
            <p:nvPr/>
          </p:nvSpPr>
          <p:spPr>
            <a:xfrm>
              <a:off x="1837825" y="506225"/>
              <a:ext cx="4030850" cy="2664475"/>
            </a:xfrm>
            <a:custGeom>
              <a:avLst/>
              <a:gdLst/>
              <a:ahLst/>
              <a:cxnLst/>
              <a:rect l="l" t="t" r="r" b="b"/>
              <a:pathLst>
                <a:path w="161234" h="106579" extrusionOk="0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96;p51">
              <a:extLst>
                <a:ext uri="{FF2B5EF4-FFF2-40B4-BE49-F238E27FC236}">
                  <a16:creationId xmlns:a16="http://schemas.microsoft.com/office/drawing/2014/main" id="{C0C62EDE-1E94-D001-560F-65A3277C1B3F}"/>
                </a:ext>
              </a:extLst>
            </p:cNvPr>
            <p:cNvSpPr/>
            <p:nvPr/>
          </p:nvSpPr>
          <p:spPr>
            <a:xfrm>
              <a:off x="2953725" y="803275"/>
              <a:ext cx="2811775" cy="2285975"/>
            </a:xfrm>
            <a:custGeom>
              <a:avLst/>
              <a:gdLst/>
              <a:ahLst/>
              <a:cxnLst/>
              <a:rect l="l" t="t" r="r" b="b"/>
              <a:pathLst>
                <a:path w="112471" h="91439" extrusionOk="0">
                  <a:moveTo>
                    <a:pt x="1" y="0"/>
                  </a:moveTo>
                  <a:lnTo>
                    <a:pt x="1" y="91438"/>
                  </a:lnTo>
                  <a:lnTo>
                    <a:pt x="112470" y="91438"/>
                  </a:lnTo>
                  <a:lnTo>
                    <a:pt x="112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97;p51">
              <a:extLst>
                <a:ext uri="{FF2B5EF4-FFF2-40B4-BE49-F238E27FC236}">
                  <a16:creationId xmlns:a16="http://schemas.microsoft.com/office/drawing/2014/main" id="{052B9724-2028-7E83-03B0-C12BDA95A8E5}"/>
                </a:ext>
              </a:extLst>
            </p:cNvPr>
            <p:cNvSpPr/>
            <p:nvPr/>
          </p:nvSpPr>
          <p:spPr>
            <a:xfrm>
              <a:off x="3342350" y="1015575"/>
              <a:ext cx="407700" cy="827825"/>
            </a:xfrm>
            <a:custGeom>
              <a:avLst/>
              <a:gdLst/>
              <a:ahLst/>
              <a:cxnLst/>
              <a:rect l="l" t="t" r="r" b="b"/>
              <a:pathLst>
                <a:path w="16308" h="33113" extrusionOk="0">
                  <a:moveTo>
                    <a:pt x="1" y="1"/>
                  </a:moveTo>
                  <a:lnTo>
                    <a:pt x="1" y="33112"/>
                  </a:lnTo>
                  <a:lnTo>
                    <a:pt x="16307" y="33112"/>
                  </a:lnTo>
                  <a:lnTo>
                    <a:pt x="1630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98;p51">
              <a:extLst>
                <a:ext uri="{FF2B5EF4-FFF2-40B4-BE49-F238E27FC236}">
                  <a16:creationId xmlns:a16="http://schemas.microsoft.com/office/drawing/2014/main" id="{2004BFAC-09BD-774E-E798-1468B68D9DE8}"/>
                </a:ext>
              </a:extLst>
            </p:cNvPr>
            <p:cNvSpPr/>
            <p:nvPr/>
          </p:nvSpPr>
          <p:spPr>
            <a:xfrm>
              <a:off x="5361625" y="1020425"/>
              <a:ext cx="407675" cy="411500"/>
            </a:xfrm>
            <a:custGeom>
              <a:avLst/>
              <a:gdLst/>
              <a:ahLst/>
              <a:cxnLst/>
              <a:rect l="l" t="t" r="r" b="b"/>
              <a:pathLst>
                <a:path w="16307" h="16460" extrusionOk="0">
                  <a:moveTo>
                    <a:pt x="0" y="0"/>
                  </a:moveTo>
                  <a:lnTo>
                    <a:pt x="0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99;p51">
              <a:extLst>
                <a:ext uri="{FF2B5EF4-FFF2-40B4-BE49-F238E27FC236}">
                  <a16:creationId xmlns:a16="http://schemas.microsoft.com/office/drawing/2014/main" id="{355EF87E-3839-7483-F79E-1CFCCD5B265B}"/>
                </a:ext>
              </a:extLst>
            </p:cNvPr>
            <p:cNvSpPr/>
            <p:nvPr/>
          </p:nvSpPr>
          <p:spPr>
            <a:xfrm>
              <a:off x="4148400" y="1020425"/>
              <a:ext cx="407675" cy="411500"/>
            </a:xfrm>
            <a:custGeom>
              <a:avLst/>
              <a:gdLst/>
              <a:ahLst/>
              <a:cxnLst/>
              <a:rect l="l" t="t" r="r" b="b"/>
              <a:pathLst>
                <a:path w="16307" h="16460" extrusionOk="0">
                  <a:moveTo>
                    <a:pt x="1" y="0"/>
                  </a:moveTo>
                  <a:lnTo>
                    <a:pt x="1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00;p51">
              <a:extLst>
                <a:ext uri="{FF2B5EF4-FFF2-40B4-BE49-F238E27FC236}">
                  <a16:creationId xmlns:a16="http://schemas.microsoft.com/office/drawing/2014/main" id="{B175B700-0DDA-BD40-B105-684A91D888E8}"/>
                </a:ext>
              </a:extLst>
            </p:cNvPr>
            <p:cNvSpPr/>
            <p:nvPr/>
          </p:nvSpPr>
          <p:spPr>
            <a:xfrm>
              <a:off x="2950050" y="2262200"/>
              <a:ext cx="798775" cy="411500"/>
            </a:xfrm>
            <a:custGeom>
              <a:avLst/>
              <a:gdLst/>
              <a:ahLst/>
              <a:cxnLst/>
              <a:rect l="l" t="t" r="r" b="b"/>
              <a:pathLst>
                <a:path w="31951" h="16460" extrusionOk="0">
                  <a:moveTo>
                    <a:pt x="1" y="1"/>
                  </a:moveTo>
                  <a:lnTo>
                    <a:pt x="1" y="16460"/>
                  </a:lnTo>
                  <a:lnTo>
                    <a:pt x="31950" y="16460"/>
                  </a:lnTo>
                  <a:lnTo>
                    <a:pt x="3195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01;p51">
              <a:extLst>
                <a:ext uri="{FF2B5EF4-FFF2-40B4-BE49-F238E27FC236}">
                  <a16:creationId xmlns:a16="http://schemas.microsoft.com/office/drawing/2014/main" id="{EA99972B-09B3-9404-3A4E-256821218398}"/>
                </a:ext>
              </a:extLst>
            </p:cNvPr>
            <p:cNvSpPr/>
            <p:nvPr/>
          </p:nvSpPr>
          <p:spPr>
            <a:xfrm>
              <a:off x="1837825" y="506225"/>
              <a:ext cx="4030850" cy="258950"/>
            </a:xfrm>
            <a:custGeom>
              <a:avLst/>
              <a:gdLst/>
              <a:ahLst/>
              <a:cxnLst/>
              <a:rect l="l" t="t" r="r" b="b"/>
              <a:pathLst>
                <a:path w="161234" h="10358" extrusionOk="0">
                  <a:moveTo>
                    <a:pt x="0" y="0"/>
                  </a:moveTo>
                  <a:lnTo>
                    <a:pt x="0" y="10358"/>
                  </a:lnTo>
                  <a:lnTo>
                    <a:pt x="161234" y="10358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02;p51">
              <a:extLst>
                <a:ext uri="{FF2B5EF4-FFF2-40B4-BE49-F238E27FC236}">
                  <a16:creationId xmlns:a16="http://schemas.microsoft.com/office/drawing/2014/main" id="{A210E800-DE9C-39AB-AA1B-294A82E3632D}"/>
                </a:ext>
              </a:extLst>
            </p:cNvPr>
            <p:cNvSpPr/>
            <p:nvPr/>
          </p:nvSpPr>
          <p:spPr>
            <a:xfrm>
              <a:off x="1830725" y="499100"/>
              <a:ext cx="4045100" cy="273175"/>
            </a:xfrm>
            <a:custGeom>
              <a:avLst/>
              <a:gdLst/>
              <a:ahLst/>
              <a:cxnLst/>
              <a:rect l="l" t="t" r="r" b="b"/>
              <a:pathLst>
                <a:path w="161804" h="10927" extrusionOk="0">
                  <a:moveTo>
                    <a:pt x="161235" y="569"/>
                  </a:moveTo>
                  <a:lnTo>
                    <a:pt x="161235" y="10359"/>
                  </a:lnTo>
                  <a:lnTo>
                    <a:pt x="568" y="10359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43"/>
                  </a:lnTo>
                  <a:cubicBezTo>
                    <a:pt x="1" y="10799"/>
                    <a:pt x="128" y="10926"/>
                    <a:pt x="285" y="10926"/>
                  </a:cubicBezTo>
                  <a:lnTo>
                    <a:pt x="161518" y="10926"/>
                  </a:lnTo>
                  <a:cubicBezTo>
                    <a:pt x="161674" y="10926"/>
                    <a:pt x="161802" y="10800"/>
                    <a:pt x="161803" y="1064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03;p51">
              <a:extLst>
                <a:ext uri="{FF2B5EF4-FFF2-40B4-BE49-F238E27FC236}">
                  <a16:creationId xmlns:a16="http://schemas.microsoft.com/office/drawing/2014/main" id="{C8277425-BA12-EFEB-AF35-DAEF8794F45C}"/>
                </a:ext>
              </a:extLst>
            </p:cNvPr>
            <p:cNvSpPr/>
            <p:nvPr/>
          </p:nvSpPr>
          <p:spPr>
            <a:xfrm>
              <a:off x="2946650" y="796150"/>
              <a:ext cx="2825925" cy="2300175"/>
            </a:xfrm>
            <a:custGeom>
              <a:avLst/>
              <a:gdLst/>
              <a:ahLst/>
              <a:cxnLst/>
              <a:rect l="l" t="t" r="r" b="b"/>
              <a:pathLst>
                <a:path w="113037" h="92007" extrusionOk="0">
                  <a:moveTo>
                    <a:pt x="112470" y="569"/>
                  </a:moveTo>
                  <a:lnTo>
                    <a:pt x="112470" y="91440"/>
                  </a:lnTo>
                  <a:lnTo>
                    <a:pt x="567" y="91440"/>
                  </a:lnTo>
                  <a:lnTo>
                    <a:pt x="567" y="569"/>
                  </a:lnTo>
                  <a:close/>
                  <a:moveTo>
                    <a:pt x="284" y="1"/>
                  </a:moveTo>
                  <a:cubicBezTo>
                    <a:pt x="127" y="1"/>
                    <a:pt x="0" y="128"/>
                    <a:pt x="0" y="285"/>
                  </a:cubicBezTo>
                  <a:lnTo>
                    <a:pt x="0" y="91723"/>
                  </a:lnTo>
                  <a:cubicBezTo>
                    <a:pt x="0" y="91880"/>
                    <a:pt x="127" y="92007"/>
                    <a:pt x="284" y="92007"/>
                  </a:cubicBezTo>
                  <a:lnTo>
                    <a:pt x="112753" y="92007"/>
                  </a:lnTo>
                  <a:cubicBezTo>
                    <a:pt x="112909" y="92007"/>
                    <a:pt x="113037" y="91880"/>
                    <a:pt x="113037" y="91723"/>
                  </a:cubicBezTo>
                  <a:lnTo>
                    <a:pt x="113037" y="285"/>
                  </a:lnTo>
                  <a:cubicBezTo>
                    <a:pt x="113037" y="128"/>
                    <a:pt x="112910" y="1"/>
                    <a:pt x="112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04;p51">
              <a:extLst>
                <a:ext uri="{FF2B5EF4-FFF2-40B4-BE49-F238E27FC236}">
                  <a16:creationId xmlns:a16="http://schemas.microsoft.com/office/drawing/2014/main" id="{71419E2B-1169-09CA-2704-64D3D734180B}"/>
                </a:ext>
              </a:extLst>
            </p:cNvPr>
            <p:cNvSpPr/>
            <p:nvPr/>
          </p:nvSpPr>
          <p:spPr>
            <a:xfrm>
              <a:off x="334177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05;p51">
              <a:extLst>
                <a:ext uri="{FF2B5EF4-FFF2-40B4-BE49-F238E27FC236}">
                  <a16:creationId xmlns:a16="http://schemas.microsoft.com/office/drawing/2014/main" id="{A82BC65A-71F4-E148-B3A8-68F19A665AA2}"/>
                </a:ext>
              </a:extLst>
            </p:cNvPr>
            <p:cNvSpPr/>
            <p:nvPr/>
          </p:nvSpPr>
          <p:spPr>
            <a:xfrm>
              <a:off x="374455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06;p51">
              <a:extLst>
                <a:ext uri="{FF2B5EF4-FFF2-40B4-BE49-F238E27FC236}">
                  <a16:creationId xmlns:a16="http://schemas.microsoft.com/office/drawing/2014/main" id="{5FC9F6A7-845C-4BB1-99CF-68F492B7CE47}"/>
                </a:ext>
              </a:extLst>
            </p:cNvPr>
            <p:cNvSpPr/>
            <p:nvPr/>
          </p:nvSpPr>
          <p:spPr>
            <a:xfrm>
              <a:off x="414732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07;p51">
              <a:extLst>
                <a:ext uri="{FF2B5EF4-FFF2-40B4-BE49-F238E27FC236}">
                  <a16:creationId xmlns:a16="http://schemas.microsoft.com/office/drawing/2014/main" id="{D83AEFD3-7DAA-3D6B-E963-977C6A059263}"/>
                </a:ext>
              </a:extLst>
            </p:cNvPr>
            <p:cNvSpPr/>
            <p:nvPr/>
          </p:nvSpPr>
          <p:spPr>
            <a:xfrm>
              <a:off x="4550075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08;p51">
              <a:extLst>
                <a:ext uri="{FF2B5EF4-FFF2-40B4-BE49-F238E27FC236}">
                  <a16:creationId xmlns:a16="http://schemas.microsoft.com/office/drawing/2014/main" id="{E2F7817A-F385-4EAC-513C-1C1BA51E42B6}"/>
                </a:ext>
              </a:extLst>
            </p:cNvPr>
            <p:cNvSpPr/>
            <p:nvPr/>
          </p:nvSpPr>
          <p:spPr>
            <a:xfrm>
              <a:off x="495285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0" y="82542"/>
                    <a:pt x="566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09;p51">
              <a:extLst>
                <a:ext uri="{FF2B5EF4-FFF2-40B4-BE49-F238E27FC236}">
                  <a16:creationId xmlns:a16="http://schemas.microsoft.com/office/drawing/2014/main" id="{71434929-DDEA-DA87-939E-5141087552F8}"/>
                </a:ext>
              </a:extLst>
            </p:cNvPr>
            <p:cNvSpPr/>
            <p:nvPr/>
          </p:nvSpPr>
          <p:spPr>
            <a:xfrm>
              <a:off x="5355600" y="1025150"/>
              <a:ext cx="14200" cy="2063575"/>
            </a:xfrm>
            <a:custGeom>
              <a:avLst/>
              <a:gdLst/>
              <a:ahLst/>
              <a:cxnLst/>
              <a:rect l="l" t="t" r="r" b="b"/>
              <a:pathLst>
                <a:path w="568" h="82543" extrusionOk="0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8" y="82543"/>
                    <a:pt x="285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10;p51">
              <a:extLst>
                <a:ext uri="{FF2B5EF4-FFF2-40B4-BE49-F238E27FC236}">
                  <a16:creationId xmlns:a16="http://schemas.microsoft.com/office/drawing/2014/main" id="{C8E70A4C-4A78-1EB7-E1B6-2EACCFDF2303}"/>
                </a:ext>
              </a:extLst>
            </p:cNvPr>
            <p:cNvSpPr/>
            <p:nvPr/>
          </p:nvSpPr>
          <p:spPr>
            <a:xfrm>
              <a:off x="2953725" y="1024225"/>
              <a:ext cx="2811775" cy="25"/>
            </a:xfrm>
            <a:custGeom>
              <a:avLst/>
              <a:gdLst/>
              <a:ahLst/>
              <a:cxnLst/>
              <a:rect l="l" t="t" r="r" b="b"/>
              <a:pathLst>
                <a:path w="112471" h="1" extrusionOk="0">
                  <a:moveTo>
                    <a:pt x="1" y="1"/>
                  </a:moveTo>
                  <a:lnTo>
                    <a:pt x="11247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11;p51">
              <a:extLst>
                <a:ext uri="{FF2B5EF4-FFF2-40B4-BE49-F238E27FC236}">
                  <a16:creationId xmlns:a16="http://schemas.microsoft.com/office/drawing/2014/main" id="{CF9FCA10-3B6D-C3E7-596F-C706632301B6}"/>
                </a:ext>
              </a:extLst>
            </p:cNvPr>
            <p:cNvSpPr/>
            <p:nvPr/>
          </p:nvSpPr>
          <p:spPr>
            <a:xfrm>
              <a:off x="2947075" y="1017125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4" y="1"/>
                  </a:moveTo>
                  <a:cubicBezTo>
                    <a:pt x="112748" y="1"/>
                    <a:pt x="112742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4"/>
                    <a:pt x="1" y="285"/>
                  </a:cubicBezTo>
                  <a:cubicBezTo>
                    <a:pt x="1" y="435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12;p51">
              <a:extLst>
                <a:ext uri="{FF2B5EF4-FFF2-40B4-BE49-F238E27FC236}">
                  <a16:creationId xmlns:a16="http://schemas.microsoft.com/office/drawing/2014/main" id="{1D064D09-E6C9-8F43-5D4E-894F204489BF}"/>
                </a:ext>
              </a:extLst>
            </p:cNvPr>
            <p:cNvSpPr/>
            <p:nvPr/>
          </p:nvSpPr>
          <p:spPr>
            <a:xfrm>
              <a:off x="2947050" y="1428600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1"/>
                  </a:moveTo>
                  <a:cubicBezTo>
                    <a:pt x="112749" y="1"/>
                    <a:pt x="112743" y="1"/>
                    <a:pt x="112737" y="1"/>
                  </a:cubicBezTo>
                  <a:lnTo>
                    <a:pt x="268" y="1"/>
                  </a:lnTo>
                  <a:cubicBezTo>
                    <a:pt x="117" y="10"/>
                    <a:pt x="0" y="134"/>
                    <a:pt x="0" y="285"/>
                  </a:cubicBezTo>
                  <a:cubicBezTo>
                    <a:pt x="0" y="435"/>
                    <a:pt x="117" y="560"/>
                    <a:pt x="268" y="568"/>
                  </a:cubicBezTo>
                  <a:lnTo>
                    <a:pt x="112737" y="568"/>
                  </a:lnTo>
                  <a:cubicBezTo>
                    <a:pt x="112743" y="569"/>
                    <a:pt x="112749" y="569"/>
                    <a:pt x="112755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13;p51">
              <a:extLst>
                <a:ext uri="{FF2B5EF4-FFF2-40B4-BE49-F238E27FC236}">
                  <a16:creationId xmlns:a16="http://schemas.microsoft.com/office/drawing/2014/main" id="{C40FF467-D52E-1F22-04F0-D9860CCA2DC2}"/>
                </a:ext>
              </a:extLst>
            </p:cNvPr>
            <p:cNvSpPr/>
            <p:nvPr/>
          </p:nvSpPr>
          <p:spPr>
            <a:xfrm>
              <a:off x="2947075" y="1840075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1"/>
                  </a:moveTo>
                  <a:cubicBezTo>
                    <a:pt x="112749" y="1"/>
                    <a:pt x="112743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5"/>
                    <a:pt x="1" y="285"/>
                  </a:cubicBezTo>
                  <a:cubicBezTo>
                    <a:pt x="1" y="434"/>
                    <a:pt x="117" y="559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10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14;p51">
              <a:extLst>
                <a:ext uri="{FF2B5EF4-FFF2-40B4-BE49-F238E27FC236}">
                  <a16:creationId xmlns:a16="http://schemas.microsoft.com/office/drawing/2014/main" id="{82776773-8BBF-2816-68DF-9A223759CDAB}"/>
                </a:ext>
              </a:extLst>
            </p:cNvPr>
            <p:cNvSpPr/>
            <p:nvPr/>
          </p:nvSpPr>
          <p:spPr>
            <a:xfrm>
              <a:off x="2947050" y="2251575"/>
              <a:ext cx="2825950" cy="14200"/>
            </a:xfrm>
            <a:custGeom>
              <a:avLst/>
              <a:gdLst/>
              <a:ahLst/>
              <a:cxnLst/>
              <a:rect l="l" t="t" r="r" b="b"/>
              <a:pathLst>
                <a:path w="113038" h="568" extrusionOk="0">
                  <a:moveTo>
                    <a:pt x="112755" y="0"/>
                  </a:moveTo>
                  <a:cubicBezTo>
                    <a:pt x="112749" y="0"/>
                    <a:pt x="112743" y="0"/>
                    <a:pt x="112737" y="1"/>
                  </a:cubicBezTo>
                  <a:lnTo>
                    <a:pt x="268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4"/>
                    <a:pt x="117" y="559"/>
                    <a:pt x="268" y="567"/>
                  </a:cubicBezTo>
                  <a:lnTo>
                    <a:pt x="112737" y="567"/>
                  </a:lnTo>
                  <a:cubicBezTo>
                    <a:pt x="112743" y="568"/>
                    <a:pt x="112748" y="568"/>
                    <a:pt x="112753" y="568"/>
                  </a:cubicBezTo>
                  <a:cubicBezTo>
                    <a:pt x="112908" y="568"/>
                    <a:pt x="113037" y="442"/>
                    <a:pt x="113037" y="284"/>
                  </a:cubicBezTo>
                  <a:cubicBezTo>
                    <a:pt x="113037" y="126"/>
                    <a:pt x="112909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15;p51">
              <a:extLst>
                <a:ext uri="{FF2B5EF4-FFF2-40B4-BE49-F238E27FC236}">
                  <a16:creationId xmlns:a16="http://schemas.microsoft.com/office/drawing/2014/main" id="{305D7ABA-9FDC-F1C4-630C-075B82F61780}"/>
                </a:ext>
              </a:extLst>
            </p:cNvPr>
            <p:cNvSpPr/>
            <p:nvPr/>
          </p:nvSpPr>
          <p:spPr>
            <a:xfrm>
              <a:off x="2947075" y="2663050"/>
              <a:ext cx="2825950" cy="14225"/>
            </a:xfrm>
            <a:custGeom>
              <a:avLst/>
              <a:gdLst/>
              <a:ahLst/>
              <a:cxnLst/>
              <a:rect l="l" t="t" r="r" b="b"/>
              <a:pathLst>
                <a:path w="113038" h="569" extrusionOk="0">
                  <a:moveTo>
                    <a:pt x="112755" y="0"/>
                  </a:moveTo>
                  <a:cubicBezTo>
                    <a:pt x="112749" y="0"/>
                    <a:pt x="112743" y="0"/>
                    <a:pt x="112736" y="1"/>
                  </a:cubicBezTo>
                  <a:lnTo>
                    <a:pt x="267" y="1"/>
                  </a:lnTo>
                  <a:cubicBezTo>
                    <a:pt x="117" y="9"/>
                    <a:pt x="1" y="134"/>
                    <a:pt x="1" y="284"/>
                  </a:cubicBezTo>
                  <a:cubicBezTo>
                    <a:pt x="1" y="433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8"/>
                    <a:pt x="112748" y="568"/>
                    <a:pt x="112754" y="568"/>
                  </a:cubicBezTo>
                  <a:cubicBezTo>
                    <a:pt x="112909" y="568"/>
                    <a:pt x="113037" y="442"/>
                    <a:pt x="113037" y="284"/>
                  </a:cubicBezTo>
                  <a:cubicBezTo>
                    <a:pt x="113037" y="126"/>
                    <a:pt x="112910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16;p51">
              <a:extLst>
                <a:ext uri="{FF2B5EF4-FFF2-40B4-BE49-F238E27FC236}">
                  <a16:creationId xmlns:a16="http://schemas.microsoft.com/office/drawing/2014/main" id="{AE19AEA6-0F5A-20FE-0252-D6EA765104CA}"/>
                </a:ext>
              </a:extLst>
            </p:cNvPr>
            <p:cNvSpPr/>
            <p:nvPr/>
          </p:nvSpPr>
          <p:spPr>
            <a:xfrm>
              <a:off x="199362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17;p51">
              <a:extLst>
                <a:ext uri="{FF2B5EF4-FFF2-40B4-BE49-F238E27FC236}">
                  <a16:creationId xmlns:a16="http://schemas.microsoft.com/office/drawing/2014/main" id="{06EBCAC0-8CC5-A2FD-5519-F72545A38C15}"/>
                </a:ext>
              </a:extLst>
            </p:cNvPr>
            <p:cNvSpPr/>
            <p:nvPr/>
          </p:nvSpPr>
          <p:spPr>
            <a:xfrm>
              <a:off x="2118150" y="918350"/>
              <a:ext cx="45325" cy="45325"/>
            </a:xfrm>
            <a:custGeom>
              <a:avLst/>
              <a:gdLst/>
              <a:ahLst/>
              <a:cxnLst/>
              <a:rect l="l" t="t" r="r" b="b"/>
              <a:pathLst>
                <a:path w="1813" h="1813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18;p51">
              <a:extLst>
                <a:ext uri="{FF2B5EF4-FFF2-40B4-BE49-F238E27FC236}">
                  <a16:creationId xmlns:a16="http://schemas.microsoft.com/office/drawing/2014/main" id="{CD08BD10-DFA3-9A2D-077B-FC5633A63ABC}"/>
                </a:ext>
              </a:extLst>
            </p:cNvPr>
            <p:cNvSpPr/>
            <p:nvPr/>
          </p:nvSpPr>
          <p:spPr>
            <a:xfrm>
              <a:off x="2242700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19;p51">
              <a:extLst>
                <a:ext uri="{FF2B5EF4-FFF2-40B4-BE49-F238E27FC236}">
                  <a16:creationId xmlns:a16="http://schemas.microsoft.com/office/drawing/2014/main" id="{7A682217-9E27-A6AA-D27E-B20A5BF3B968}"/>
                </a:ext>
              </a:extLst>
            </p:cNvPr>
            <p:cNvSpPr/>
            <p:nvPr/>
          </p:nvSpPr>
          <p:spPr>
            <a:xfrm>
              <a:off x="2365425" y="9183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0"/>
                  </a:moveTo>
                  <a:cubicBezTo>
                    <a:pt x="611" y="0"/>
                    <a:pt x="281" y="221"/>
                    <a:pt x="140" y="560"/>
                  </a:cubicBezTo>
                  <a:cubicBezTo>
                    <a:pt x="1" y="898"/>
                    <a:pt x="77" y="1288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20;p51">
              <a:extLst>
                <a:ext uri="{FF2B5EF4-FFF2-40B4-BE49-F238E27FC236}">
                  <a16:creationId xmlns:a16="http://schemas.microsoft.com/office/drawing/2014/main" id="{D2C9709D-DF4A-8FDB-BD28-4EA741F610A9}"/>
                </a:ext>
              </a:extLst>
            </p:cNvPr>
            <p:cNvSpPr/>
            <p:nvPr/>
          </p:nvSpPr>
          <p:spPr>
            <a:xfrm>
              <a:off x="2491750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7"/>
                    <a:pt x="405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21;p51">
              <a:extLst>
                <a:ext uri="{FF2B5EF4-FFF2-40B4-BE49-F238E27FC236}">
                  <a16:creationId xmlns:a16="http://schemas.microsoft.com/office/drawing/2014/main" id="{EFDC8BA6-626F-5B24-A2BC-676D6F355322}"/>
                </a:ext>
              </a:extLst>
            </p:cNvPr>
            <p:cNvSpPr/>
            <p:nvPr/>
          </p:nvSpPr>
          <p:spPr>
            <a:xfrm>
              <a:off x="261627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22;p51">
              <a:extLst>
                <a:ext uri="{FF2B5EF4-FFF2-40B4-BE49-F238E27FC236}">
                  <a16:creationId xmlns:a16="http://schemas.microsoft.com/office/drawing/2014/main" id="{FA2F121F-A04C-AF30-76E9-8AE34207AEE6}"/>
                </a:ext>
              </a:extLst>
            </p:cNvPr>
            <p:cNvSpPr/>
            <p:nvPr/>
          </p:nvSpPr>
          <p:spPr>
            <a:xfrm>
              <a:off x="2740825" y="918350"/>
              <a:ext cx="45300" cy="45325"/>
            </a:xfrm>
            <a:custGeom>
              <a:avLst/>
              <a:gdLst/>
              <a:ahLst/>
              <a:cxnLst/>
              <a:rect l="l" t="t" r="r" b="b"/>
              <a:pathLst>
                <a:path w="1812" h="1813" extrusionOk="0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7"/>
                    <a:pt x="405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23;p51">
              <a:extLst>
                <a:ext uri="{FF2B5EF4-FFF2-40B4-BE49-F238E27FC236}">
                  <a16:creationId xmlns:a16="http://schemas.microsoft.com/office/drawing/2014/main" id="{50B277A6-06FF-FA31-0DD4-AF6D67C1D4B7}"/>
                </a:ext>
              </a:extLst>
            </p:cNvPr>
            <p:cNvSpPr/>
            <p:nvPr/>
          </p:nvSpPr>
          <p:spPr>
            <a:xfrm>
              <a:off x="199362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24;p51">
              <a:extLst>
                <a:ext uri="{FF2B5EF4-FFF2-40B4-BE49-F238E27FC236}">
                  <a16:creationId xmlns:a16="http://schemas.microsoft.com/office/drawing/2014/main" id="{825ADB19-35AC-5257-EC6D-FE54EFD858A6}"/>
                </a:ext>
              </a:extLst>
            </p:cNvPr>
            <p:cNvSpPr/>
            <p:nvPr/>
          </p:nvSpPr>
          <p:spPr>
            <a:xfrm>
              <a:off x="2118150" y="1032300"/>
              <a:ext cx="45325" cy="45300"/>
            </a:xfrm>
            <a:custGeom>
              <a:avLst/>
              <a:gdLst/>
              <a:ahLst/>
              <a:cxnLst/>
              <a:rect l="l" t="t" r="r" b="b"/>
              <a:pathLst>
                <a:path w="1813" h="1812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25;p51">
              <a:extLst>
                <a:ext uri="{FF2B5EF4-FFF2-40B4-BE49-F238E27FC236}">
                  <a16:creationId xmlns:a16="http://schemas.microsoft.com/office/drawing/2014/main" id="{118A3BE2-9D2D-E1BC-1A9E-EFF1FE089FAF}"/>
                </a:ext>
              </a:extLst>
            </p:cNvPr>
            <p:cNvSpPr/>
            <p:nvPr/>
          </p:nvSpPr>
          <p:spPr>
            <a:xfrm>
              <a:off x="2242700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26;p51">
              <a:extLst>
                <a:ext uri="{FF2B5EF4-FFF2-40B4-BE49-F238E27FC236}">
                  <a16:creationId xmlns:a16="http://schemas.microsoft.com/office/drawing/2014/main" id="{C09A1ED1-2803-BF77-8288-413016F2FB79}"/>
                </a:ext>
              </a:extLst>
            </p:cNvPr>
            <p:cNvSpPr/>
            <p:nvPr/>
          </p:nvSpPr>
          <p:spPr>
            <a:xfrm>
              <a:off x="2365425" y="10323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8" y="0"/>
                  </a:moveTo>
                  <a:cubicBezTo>
                    <a:pt x="611" y="0"/>
                    <a:pt x="281" y="221"/>
                    <a:pt x="140" y="558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2"/>
                    <a:pt x="1884" y="1272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27;p51">
              <a:extLst>
                <a:ext uri="{FF2B5EF4-FFF2-40B4-BE49-F238E27FC236}">
                  <a16:creationId xmlns:a16="http://schemas.microsoft.com/office/drawing/2014/main" id="{FDB4C3FF-3820-A01E-BF16-2E6286946223}"/>
                </a:ext>
              </a:extLst>
            </p:cNvPr>
            <p:cNvSpPr/>
            <p:nvPr/>
          </p:nvSpPr>
          <p:spPr>
            <a:xfrm>
              <a:off x="2491750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5"/>
                    <a:pt x="405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28;p51">
              <a:extLst>
                <a:ext uri="{FF2B5EF4-FFF2-40B4-BE49-F238E27FC236}">
                  <a16:creationId xmlns:a16="http://schemas.microsoft.com/office/drawing/2014/main" id="{E9075919-CD4E-11C4-D49C-5C1A0160A40B}"/>
                </a:ext>
              </a:extLst>
            </p:cNvPr>
            <p:cNvSpPr/>
            <p:nvPr/>
          </p:nvSpPr>
          <p:spPr>
            <a:xfrm>
              <a:off x="261627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29;p51">
              <a:extLst>
                <a:ext uri="{FF2B5EF4-FFF2-40B4-BE49-F238E27FC236}">
                  <a16:creationId xmlns:a16="http://schemas.microsoft.com/office/drawing/2014/main" id="{274810AC-E257-9DC8-A62B-D745C865C439}"/>
                </a:ext>
              </a:extLst>
            </p:cNvPr>
            <p:cNvSpPr/>
            <p:nvPr/>
          </p:nvSpPr>
          <p:spPr>
            <a:xfrm>
              <a:off x="2740825" y="1032300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5"/>
                    <a:pt x="405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30;p51">
              <a:extLst>
                <a:ext uri="{FF2B5EF4-FFF2-40B4-BE49-F238E27FC236}">
                  <a16:creationId xmlns:a16="http://schemas.microsoft.com/office/drawing/2014/main" id="{90C7D1D7-1E83-6034-5108-7F708BF7D51D}"/>
                </a:ext>
              </a:extLst>
            </p:cNvPr>
            <p:cNvSpPr/>
            <p:nvPr/>
          </p:nvSpPr>
          <p:spPr>
            <a:xfrm>
              <a:off x="199362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31;p51">
              <a:extLst>
                <a:ext uri="{FF2B5EF4-FFF2-40B4-BE49-F238E27FC236}">
                  <a16:creationId xmlns:a16="http://schemas.microsoft.com/office/drawing/2014/main" id="{6AC3A9B4-8498-D790-6833-A73B6DDCFEC9}"/>
                </a:ext>
              </a:extLst>
            </p:cNvPr>
            <p:cNvSpPr/>
            <p:nvPr/>
          </p:nvSpPr>
          <p:spPr>
            <a:xfrm>
              <a:off x="2118150" y="1146225"/>
              <a:ext cx="45325" cy="45300"/>
            </a:xfrm>
            <a:custGeom>
              <a:avLst/>
              <a:gdLst/>
              <a:ahLst/>
              <a:cxnLst/>
              <a:rect l="l" t="t" r="r" b="b"/>
              <a:pathLst>
                <a:path w="1813" h="1812" extrusionOk="0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32;p51">
              <a:extLst>
                <a:ext uri="{FF2B5EF4-FFF2-40B4-BE49-F238E27FC236}">
                  <a16:creationId xmlns:a16="http://schemas.microsoft.com/office/drawing/2014/main" id="{97C43E00-ED45-5A18-165F-D0959C4D6139}"/>
                </a:ext>
              </a:extLst>
            </p:cNvPr>
            <p:cNvSpPr/>
            <p:nvPr/>
          </p:nvSpPr>
          <p:spPr>
            <a:xfrm>
              <a:off x="2242700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33;p51">
              <a:extLst>
                <a:ext uri="{FF2B5EF4-FFF2-40B4-BE49-F238E27FC236}">
                  <a16:creationId xmlns:a16="http://schemas.microsoft.com/office/drawing/2014/main" id="{853A3CBC-C19E-FC2A-67C8-07517C6FD73B}"/>
                </a:ext>
              </a:extLst>
            </p:cNvPr>
            <p:cNvSpPr/>
            <p:nvPr/>
          </p:nvSpPr>
          <p:spPr>
            <a:xfrm>
              <a:off x="2365425" y="114620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1"/>
                  </a:moveTo>
                  <a:cubicBezTo>
                    <a:pt x="611" y="1"/>
                    <a:pt x="281" y="222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4"/>
                  </a:cubicBezTo>
                  <a:cubicBezTo>
                    <a:pt x="1662" y="1604"/>
                    <a:pt x="1884" y="1273"/>
                    <a:pt x="1884" y="907"/>
                  </a:cubicBezTo>
                  <a:cubicBezTo>
                    <a:pt x="1884" y="407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34;p51">
              <a:extLst>
                <a:ext uri="{FF2B5EF4-FFF2-40B4-BE49-F238E27FC236}">
                  <a16:creationId xmlns:a16="http://schemas.microsoft.com/office/drawing/2014/main" id="{B62F5D23-EFBE-A4B4-8133-06CA9686ADA7}"/>
                </a:ext>
              </a:extLst>
            </p:cNvPr>
            <p:cNvSpPr/>
            <p:nvPr/>
          </p:nvSpPr>
          <p:spPr>
            <a:xfrm>
              <a:off x="2491750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cubicBezTo>
                    <a:pt x="1" y="1406"/>
                    <a:pt x="405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35;p51">
              <a:extLst>
                <a:ext uri="{FF2B5EF4-FFF2-40B4-BE49-F238E27FC236}">
                  <a16:creationId xmlns:a16="http://schemas.microsoft.com/office/drawing/2014/main" id="{5ED7D0DB-0188-62EB-89E0-9D816ED62CEC}"/>
                </a:ext>
              </a:extLst>
            </p:cNvPr>
            <p:cNvSpPr/>
            <p:nvPr/>
          </p:nvSpPr>
          <p:spPr>
            <a:xfrm>
              <a:off x="261627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36;p51">
              <a:extLst>
                <a:ext uri="{FF2B5EF4-FFF2-40B4-BE49-F238E27FC236}">
                  <a16:creationId xmlns:a16="http://schemas.microsoft.com/office/drawing/2014/main" id="{DA554F52-E70E-D583-2323-214BB1D86D0A}"/>
                </a:ext>
              </a:extLst>
            </p:cNvPr>
            <p:cNvSpPr/>
            <p:nvPr/>
          </p:nvSpPr>
          <p:spPr>
            <a:xfrm>
              <a:off x="2740825" y="1146225"/>
              <a:ext cx="45300" cy="45300"/>
            </a:xfrm>
            <a:custGeom>
              <a:avLst/>
              <a:gdLst/>
              <a:ahLst/>
              <a:cxnLst/>
              <a:rect l="l" t="t" r="r" b="b"/>
              <a:pathLst>
                <a:path w="1812" h="1812" extrusionOk="0">
                  <a:moveTo>
                    <a:pt x="906" y="1"/>
                  </a:moveTo>
                  <a:cubicBezTo>
                    <a:pt x="405" y="1"/>
                    <a:pt x="0" y="406"/>
                    <a:pt x="0" y="906"/>
                  </a:cubicBezTo>
                  <a:cubicBezTo>
                    <a:pt x="0" y="1406"/>
                    <a:pt x="405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37;p51">
              <a:extLst>
                <a:ext uri="{FF2B5EF4-FFF2-40B4-BE49-F238E27FC236}">
                  <a16:creationId xmlns:a16="http://schemas.microsoft.com/office/drawing/2014/main" id="{988A493A-5A8F-525E-8F2F-1124081619B2}"/>
                </a:ext>
              </a:extLst>
            </p:cNvPr>
            <p:cNvSpPr/>
            <p:nvPr/>
          </p:nvSpPr>
          <p:spPr>
            <a:xfrm>
              <a:off x="199182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1"/>
                  </a:moveTo>
                  <a:cubicBezTo>
                    <a:pt x="611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8" y="1548"/>
                  </a:cubicBezTo>
                  <a:cubicBezTo>
                    <a:pt x="511" y="1721"/>
                    <a:pt x="742" y="1813"/>
                    <a:pt x="978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38;p51">
              <a:extLst>
                <a:ext uri="{FF2B5EF4-FFF2-40B4-BE49-F238E27FC236}">
                  <a16:creationId xmlns:a16="http://schemas.microsoft.com/office/drawing/2014/main" id="{8DFA10BD-D1B1-7930-B51F-4523D0AE0ACB}"/>
                </a:ext>
              </a:extLst>
            </p:cNvPr>
            <p:cNvSpPr/>
            <p:nvPr/>
          </p:nvSpPr>
          <p:spPr>
            <a:xfrm>
              <a:off x="211637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39;p51">
              <a:extLst>
                <a:ext uri="{FF2B5EF4-FFF2-40B4-BE49-F238E27FC236}">
                  <a16:creationId xmlns:a16="http://schemas.microsoft.com/office/drawing/2014/main" id="{6BE4B4E7-4482-9E82-EC7B-325D1BD55274}"/>
                </a:ext>
              </a:extLst>
            </p:cNvPr>
            <p:cNvSpPr/>
            <p:nvPr/>
          </p:nvSpPr>
          <p:spPr>
            <a:xfrm>
              <a:off x="2240875" y="12601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9" y="1"/>
                  </a:moveTo>
                  <a:cubicBezTo>
                    <a:pt x="612" y="1"/>
                    <a:pt x="282" y="221"/>
                    <a:pt x="141" y="560"/>
                  </a:cubicBezTo>
                  <a:cubicBezTo>
                    <a:pt x="1" y="899"/>
                    <a:pt x="79" y="1288"/>
                    <a:pt x="337" y="1548"/>
                  </a:cubicBezTo>
                  <a:cubicBezTo>
                    <a:pt x="511" y="1721"/>
                    <a:pt x="743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6"/>
                    <a:pt x="1479" y="1"/>
                    <a:pt x="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140;p51">
              <a:extLst>
                <a:ext uri="{FF2B5EF4-FFF2-40B4-BE49-F238E27FC236}">
                  <a16:creationId xmlns:a16="http://schemas.microsoft.com/office/drawing/2014/main" id="{5EE13ADC-18F5-8687-16D8-9148AC7ED8EC}"/>
                </a:ext>
              </a:extLst>
            </p:cNvPr>
            <p:cNvSpPr/>
            <p:nvPr/>
          </p:nvSpPr>
          <p:spPr>
            <a:xfrm>
              <a:off x="2365425" y="1260150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1"/>
                  </a:moveTo>
                  <a:cubicBezTo>
                    <a:pt x="611" y="1"/>
                    <a:pt x="281" y="221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141;p51">
              <a:extLst>
                <a:ext uri="{FF2B5EF4-FFF2-40B4-BE49-F238E27FC236}">
                  <a16:creationId xmlns:a16="http://schemas.microsoft.com/office/drawing/2014/main" id="{2AADD5A3-5B8B-A79F-0830-B1253B885EE6}"/>
                </a:ext>
              </a:extLst>
            </p:cNvPr>
            <p:cNvSpPr/>
            <p:nvPr/>
          </p:nvSpPr>
          <p:spPr>
            <a:xfrm>
              <a:off x="2489950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1"/>
                  </a:moveTo>
                  <a:cubicBezTo>
                    <a:pt x="612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2" y="1790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142;p51">
              <a:extLst>
                <a:ext uri="{FF2B5EF4-FFF2-40B4-BE49-F238E27FC236}">
                  <a16:creationId xmlns:a16="http://schemas.microsoft.com/office/drawing/2014/main" id="{B1130DDD-0F59-5AF9-7529-4592ECF6807A}"/>
                </a:ext>
              </a:extLst>
            </p:cNvPr>
            <p:cNvSpPr/>
            <p:nvPr/>
          </p:nvSpPr>
          <p:spPr>
            <a:xfrm>
              <a:off x="2614500" y="1260150"/>
              <a:ext cx="47075" cy="45325"/>
            </a:xfrm>
            <a:custGeom>
              <a:avLst/>
              <a:gdLst/>
              <a:ahLst/>
              <a:cxnLst/>
              <a:rect l="l" t="t" r="r" b="b"/>
              <a:pathLst>
                <a:path w="1883" h="1813" extrusionOk="0">
                  <a:moveTo>
                    <a:pt x="977" y="1"/>
                  </a:moveTo>
                  <a:cubicBezTo>
                    <a:pt x="610" y="1"/>
                    <a:pt x="280" y="221"/>
                    <a:pt x="140" y="560"/>
                  </a:cubicBezTo>
                  <a:cubicBezTo>
                    <a:pt x="0" y="899"/>
                    <a:pt x="77" y="1288"/>
                    <a:pt x="337" y="1548"/>
                  </a:cubicBezTo>
                  <a:cubicBezTo>
                    <a:pt x="510" y="1721"/>
                    <a:pt x="741" y="1813"/>
                    <a:pt x="977" y="1813"/>
                  </a:cubicBezTo>
                  <a:cubicBezTo>
                    <a:pt x="1093" y="1813"/>
                    <a:pt x="1211" y="1790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6"/>
                    <a:pt x="1477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143;p51">
              <a:extLst>
                <a:ext uri="{FF2B5EF4-FFF2-40B4-BE49-F238E27FC236}">
                  <a16:creationId xmlns:a16="http://schemas.microsoft.com/office/drawing/2014/main" id="{0CA59045-92F9-DBCD-A2C9-52DFF9491C4D}"/>
                </a:ext>
              </a:extLst>
            </p:cNvPr>
            <p:cNvSpPr/>
            <p:nvPr/>
          </p:nvSpPr>
          <p:spPr>
            <a:xfrm>
              <a:off x="2739025" y="1260150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144;p51">
              <a:extLst>
                <a:ext uri="{FF2B5EF4-FFF2-40B4-BE49-F238E27FC236}">
                  <a16:creationId xmlns:a16="http://schemas.microsoft.com/office/drawing/2014/main" id="{478AFDCA-DB70-D570-C111-0FFCF65BC469}"/>
                </a:ext>
              </a:extLst>
            </p:cNvPr>
            <p:cNvSpPr/>
            <p:nvPr/>
          </p:nvSpPr>
          <p:spPr>
            <a:xfrm>
              <a:off x="199182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8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145;p51">
              <a:extLst>
                <a:ext uri="{FF2B5EF4-FFF2-40B4-BE49-F238E27FC236}">
                  <a16:creationId xmlns:a16="http://schemas.microsoft.com/office/drawing/2014/main" id="{A6522FCC-D3C4-B424-3903-F2E4EF20A88E}"/>
                </a:ext>
              </a:extLst>
            </p:cNvPr>
            <p:cNvSpPr/>
            <p:nvPr/>
          </p:nvSpPr>
          <p:spPr>
            <a:xfrm>
              <a:off x="211637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146;p51">
              <a:extLst>
                <a:ext uri="{FF2B5EF4-FFF2-40B4-BE49-F238E27FC236}">
                  <a16:creationId xmlns:a16="http://schemas.microsoft.com/office/drawing/2014/main" id="{38F9454E-D3D1-569E-BCDF-7F17275DA637}"/>
                </a:ext>
              </a:extLst>
            </p:cNvPr>
            <p:cNvSpPr/>
            <p:nvPr/>
          </p:nvSpPr>
          <p:spPr>
            <a:xfrm>
              <a:off x="2240875" y="13741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7"/>
                    <a:pt x="79" y="1288"/>
                    <a:pt x="337" y="1546"/>
                  </a:cubicBezTo>
                  <a:cubicBezTo>
                    <a:pt x="511" y="1720"/>
                    <a:pt x="743" y="1812"/>
                    <a:pt x="979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5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147;p51">
              <a:extLst>
                <a:ext uri="{FF2B5EF4-FFF2-40B4-BE49-F238E27FC236}">
                  <a16:creationId xmlns:a16="http://schemas.microsoft.com/office/drawing/2014/main" id="{562E4D9C-FFE1-7338-EF50-A83A934B4BA6}"/>
                </a:ext>
              </a:extLst>
            </p:cNvPr>
            <p:cNvSpPr/>
            <p:nvPr/>
          </p:nvSpPr>
          <p:spPr>
            <a:xfrm>
              <a:off x="2365425" y="1374100"/>
              <a:ext cx="47125" cy="45300"/>
            </a:xfrm>
            <a:custGeom>
              <a:avLst/>
              <a:gdLst/>
              <a:ahLst/>
              <a:cxnLst/>
              <a:rect l="l" t="t" r="r" b="b"/>
              <a:pathLst>
                <a:path w="1885" h="1812" extrusionOk="0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148;p51">
              <a:extLst>
                <a:ext uri="{FF2B5EF4-FFF2-40B4-BE49-F238E27FC236}">
                  <a16:creationId xmlns:a16="http://schemas.microsoft.com/office/drawing/2014/main" id="{4173A014-6E6B-E91C-AC94-F06556E711D5}"/>
                </a:ext>
              </a:extLst>
            </p:cNvPr>
            <p:cNvSpPr/>
            <p:nvPr/>
          </p:nvSpPr>
          <p:spPr>
            <a:xfrm>
              <a:off x="2489950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7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149;p51">
              <a:extLst>
                <a:ext uri="{FF2B5EF4-FFF2-40B4-BE49-F238E27FC236}">
                  <a16:creationId xmlns:a16="http://schemas.microsoft.com/office/drawing/2014/main" id="{16D3AE71-BB75-F03C-8570-0C87DBA269E1}"/>
                </a:ext>
              </a:extLst>
            </p:cNvPr>
            <p:cNvSpPr/>
            <p:nvPr/>
          </p:nvSpPr>
          <p:spPr>
            <a:xfrm>
              <a:off x="2614500" y="1374100"/>
              <a:ext cx="47075" cy="45300"/>
            </a:xfrm>
            <a:custGeom>
              <a:avLst/>
              <a:gdLst/>
              <a:ahLst/>
              <a:cxnLst/>
              <a:rect l="l" t="t" r="r" b="b"/>
              <a:pathLst>
                <a:path w="1883" h="1812" extrusionOk="0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7"/>
                    <a:pt x="77" y="1288"/>
                    <a:pt x="337" y="1546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4" y="1812"/>
                    <a:pt x="1211" y="1789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5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150;p51">
              <a:extLst>
                <a:ext uri="{FF2B5EF4-FFF2-40B4-BE49-F238E27FC236}">
                  <a16:creationId xmlns:a16="http://schemas.microsoft.com/office/drawing/2014/main" id="{168F12A2-DDCC-22D7-41BB-F6FFE69FB084}"/>
                </a:ext>
              </a:extLst>
            </p:cNvPr>
            <p:cNvSpPr/>
            <p:nvPr/>
          </p:nvSpPr>
          <p:spPr>
            <a:xfrm>
              <a:off x="2739025" y="1374100"/>
              <a:ext cx="47100" cy="45300"/>
            </a:xfrm>
            <a:custGeom>
              <a:avLst/>
              <a:gdLst/>
              <a:ahLst/>
              <a:cxnLst/>
              <a:rect l="l" t="t" r="r" b="b"/>
              <a:pathLst>
                <a:path w="1884" h="1812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151;p51">
              <a:extLst>
                <a:ext uri="{FF2B5EF4-FFF2-40B4-BE49-F238E27FC236}">
                  <a16:creationId xmlns:a16="http://schemas.microsoft.com/office/drawing/2014/main" id="{8C8EE5AC-3C96-92AD-8592-9175BE275D7E}"/>
                </a:ext>
              </a:extLst>
            </p:cNvPr>
            <p:cNvSpPr/>
            <p:nvPr/>
          </p:nvSpPr>
          <p:spPr>
            <a:xfrm>
              <a:off x="199182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8" y="1547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152;p51">
              <a:extLst>
                <a:ext uri="{FF2B5EF4-FFF2-40B4-BE49-F238E27FC236}">
                  <a16:creationId xmlns:a16="http://schemas.microsoft.com/office/drawing/2014/main" id="{9240E069-C9DE-D5AA-B7E7-8FF380082BE7}"/>
                </a:ext>
              </a:extLst>
            </p:cNvPr>
            <p:cNvSpPr/>
            <p:nvPr/>
          </p:nvSpPr>
          <p:spPr>
            <a:xfrm>
              <a:off x="211637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153;p51">
              <a:extLst>
                <a:ext uri="{FF2B5EF4-FFF2-40B4-BE49-F238E27FC236}">
                  <a16:creationId xmlns:a16="http://schemas.microsoft.com/office/drawing/2014/main" id="{93F70B8D-4DC4-8938-CBA8-7BF834935A60}"/>
                </a:ext>
              </a:extLst>
            </p:cNvPr>
            <p:cNvSpPr/>
            <p:nvPr/>
          </p:nvSpPr>
          <p:spPr>
            <a:xfrm>
              <a:off x="2240875" y="1488025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8"/>
                    <a:pt x="79" y="1287"/>
                    <a:pt x="337" y="1547"/>
                  </a:cubicBezTo>
                  <a:cubicBezTo>
                    <a:pt x="511" y="1720"/>
                    <a:pt x="743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4" y="1603"/>
                    <a:pt x="1884" y="1272"/>
                    <a:pt x="1884" y="907"/>
                  </a:cubicBezTo>
                  <a:cubicBezTo>
                    <a:pt x="1884" y="406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154;p51">
              <a:extLst>
                <a:ext uri="{FF2B5EF4-FFF2-40B4-BE49-F238E27FC236}">
                  <a16:creationId xmlns:a16="http://schemas.microsoft.com/office/drawing/2014/main" id="{BF46C9F8-729F-C861-A97D-C332A00D221D}"/>
                </a:ext>
              </a:extLst>
            </p:cNvPr>
            <p:cNvSpPr/>
            <p:nvPr/>
          </p:nvSpPr>
          <p:spPr>
            <a:xfrm>
              <a:off x="2365425" y="1488025"/>
              <a:ext cx="47125" cy="45325"/>
            </a:xfrm>
            <a:custGeom>
              <a:avLst/>
              <a:gdLst/>
              <a:ahLst/>
              <a:cxnLst/>
              <a:rect l="l" t="t" r="r" b="b"/>
              <a:pathLst>
                <a:path w="1885" h="1813" extrusionOk="0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8"/>
                    <a:pt x="77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155;p51">
              <a:extLst>
                <a:ext uri="{FF2B5EF4-FFF2-40B4-BE49-F238E27FC236}">
                  <a16:creationId xmlns:a16="http://schemas.microsoft.com/office/drawing/2014/main" id="{BCEAFC71-7B21-5081-4328-5B4B727EA0D5}"/>
                </a:ext>
              </a:extLst>
            </p:cNvPr>
            <p:cNvSpPr/>
            <p:nvPr/>
          </p:nvSpPr>
          <p:spPr>
            <a:xfrm>
              <a:off x="2489950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2" y="1790"/>
                    <a:pt x="1325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156;p51">
              <a:extLst>
                <a:ext uri="{FF2B5EF4-FFF2-40B4-BE49-F238E27FC236}">
                  <a16:creationId xmlns:a16="http://schemas.microsoft.com/office/drawing/2014/main" id="{A06FAF7C-4187-A906-802B-C1889591CBAC}"/>
                </a:ext>
              </a:extLst>
            </p:cNvPr>
            <p:cNvSpPr/>
            <p:nvPr/>
          </p:nvSpPr>
          <p:spPr>
            <a:xfrm>
              <a:off x="2614500" y="1488025"/>
              <a:ext cx="47075" cy="45325"/>
            </a:xfrm>
            <a:custGeom>
              <a:avLst/>
              <a:gdLst/>
              <a:ahLst/>
              <a:cxnLst/>
              <a:rect l="l" t="t" r="r" b="b"/>
              <a:pathLst>
                <a:path w="1883" h="1813" extrusionOk="0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8"/>
                    <a:pt x="77" y="1287"/>
                    <a:pt x="337" y="1547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3" y="1812"/>
                    <a:pt x="1211" y="1790"/>
                    <a:pt x="1323" y="1743"/>
                  </a:cubicBezTo>
                  <a:cubicBezTo>
                    <a:pt x="1662" y="1603"/>
                    <a:pt x="1883" y="1272"/>
                    <a:pt x="1883" y="907"/>
                  </a:cubicBezTo>
                  <a:cubicBezTo>
                    <a:pt x="1883" y="406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157;p51">
              <a:extLst>
                <a:ext uri="{FF2B5EF4-FFF2-40B4-BE49-F238E27FC236}">
                  <a16:creationId xmlns:a16="http://schemas.microsoft.com/office/drawing/2014/main" id="{6268984E-E64E-730C-9FE4-A306437D9770}"/>
                </a:ext>
              </a:extLst>
            </p:cNvPr>
            <p:cNvSpPr/>
            <p:nvPr/>
          </p:nvSpPr>
          <p:spPr>
            <a:xfrm>
              <a:off x="2739025" y="1488025"/>
              <a:ext cx="47100" cy="45325"/>
            </a:xfrm>
            <a:custGeom>
              <a:avLst/>
              <a:gdLst/>
              <a:ahLst/>
              <a:cxnLst/>
              <a:rect l="l" t="t" r="r" b="b"/>
              <a:pathLst>
                <a:path w="1884" h="1813" extrusionOk="0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158;p51">
              <a:extLst>
                <a:ext uri="{FF2B5EF4-FFF2-40B4-BE49-F238E27FC236}">
                  <a16:creationId xmlns:a16="http://schemas.microsoft.com/office/drawing/2014/main" id="{7B441177-F166-B021-4406-95F256185FAB}"/>
                </a:ext>
              </a:extLst>
            </p:cNvPr>
            <p:cNvSpPr/>
            <p:nvPr/>
          </p:nvSpPr>
          <p:spPr>
            <a:xfrm>
              <a:off x="1988475" y="1756475"/>
              <a:ext cx="362075" cy="14225"/>
            </a:xfrm>
            <a:custGeom>
              <a:avLst/>
              <a:gdLst/>
              <a:ahLst/>
              <a:cxnLst/>
              <a:rect l="l" t="t" r="r" b="b"/>
              <a:pathLst>
                <a:path w="14483" h="569" extrusionOk="0">
                  <a:moveTo>
                    <a:pt x="14198" y="0"/>
                  </a:moveTo>
                  <a:cubicBezTo>
                    <a:pt x="14193" y="0"/>
                    <a:pt x="14188" y="0"/>
                    <a:pt x="14183" y="0"/>
                  </a:cubicBezTo>
                  <a:lnTo>
                    <a:pt x="267" y="0"/>
                  </a:lnTo>
                  <a:cubicBezTo>
                    <a:pt x="117" y="9"/>
                    <a:pt x="0" y="133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8" y="569"/>
                    <a:pt x="14193" y="569"/>
                    <a:pt x="14198" y="569"/>
                  </a:cubicBezTo>
                  <a:cubicBezTo>
                    <a:pt x="14354" y="569"/>
                    <a:pt x="14483" y="442"/>
                    <a:pt x="14483" y="284"/>
                  </a:cubicBezTo>
                  <a:cubicBezTo>
                    <a:pt x="14483" y="127"/>
                    <a:pt x="14354" y="0"/>
                    <a:pt x="14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159;p51">
              <a:extLst>
                <a:ext uri="{FF2B5EF4-FFF2-40B4-BE49-F238E27FC236}">
                  <a16:creationId xmlns:a16="http://schemas.microsoft.com/office/drawing/2014/main" id="{0EAC98B6-F6B7-DC30-8884-98166FB5B60E}"/>
                </a:ext>
              </a:extLst>
            </p:cNvPr>
            <p:cNvSpPr/>
            <p:nvPr/>
          </p:nvSpPr>
          <p:spPr>
            <a:xfrm>
              <a:off x="1988475" y="1991525"/>
              <a:ext cx="362075" cy="14225"/>
            </a:xfrm>
            <a:custGeom>
              <a:avLst/>
              <a:gdLst/>
              <a:ahLst/>
              <a:cxnLst/>
              <a:rect l="l" t="t" r="r" b="b"/>
              <a:pathLst>
                <a:path w="14483" h="569" extrusionOk="0">
                  <a:moveTo>
                    <a:pt x="14200" y="0"/>
                  </a:moveTo>
                  <a:cubicBezTo>
                    <a:pt x="14194" y="0"/>
                    <a:pt x="14189" y="0"/>
                    <a:pt x="14183" y="1"/>
                  </a:cubicBezTo>
                  <a:lnTo>
                    <a:pt x="267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9" y="568"/>
                    <a:pt x="14194" y="568"/>
                    <a:pt x="14200" y="568"/>
                  </a:cubicBezTo>
                  <a:cubicBezTo>
                    <a:pt x="14355" y="568"/>
                    <a:pt x="14483" y="442"/>
                    <a:pt x="14483" y="284"/>
                  </a:cubicBezTo>
                  <a:cubicBezTo>
                    <a:pt x="14483" y="127"/>
                    <a:pt x="14355" y="0"/>
                    <a:pt x="14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60;p51">
              <a:extLst>
                <a:ext uri="{FF2B5EF4-FFF2-40B4-BE49-F238E27FC236}">
                  <a16:creationId xmlns:a16="http://schemas.microsoft.com/office/drawing/2014/main" id="{A14E421E-185E-7C7B-EB67-59E706548390}"/>
                </a:ext>
              </a:extLst>
            </p:cNvPr>
            <p:cNvSpPr/>
            <p:nvPr/>
          </p:nvSpPr>
          <p:spPr>
            <a:xfrm>
              <a:off x="1987625" y="2226550"/>
              <a:ext cx="362950" cy="14225"/>
            </a:xfrm>
            <a:custGeom>
              <a:avLst/>
              <a:gdLst/>
              <a:ahLst/>
              <a:cxnLst/>
              <a:rect l="l" t="t" r="r" b="b"/>
              <a:pathLst>
                <a:path w="14518" h="569" extrusionOk="0">
                  <a:moveTo>
                    <a:pt x="284" y="0"/>
                  </a:moveTo>
                  <a:cubicBezTo>
                    <a:pt x="128" y="0"/>
                    <a:pt x="0" y="127"/>
                    <a:pt x="0" y="284"/>
                  </a:cubicBezTo>
                  <a:cubicBezTo>
                    <a:pt x="0" y="442"/>
                    <a:pt x="127" y="568"/>
                    <a:pt x="282" y="568"/>
                  </a:cubicBezTo>
                  <a:cubicBezTo>
                    <a:pt x="289" y="568"/>
                    <a:pt x="295" y="568"/>
                    <a:pt x="301" y="568"/>
                  </a:cubicBezTo>
                  <a:lnTo>
                    <a:pt x="14217" y="568"/>
                  </a:lnTo>
                  <a:cubicBezTo>
                    <a:pt x="14223" y="568"/>
                    <a:pt x="14230" y="568"/>
                    <a:pt x="14236" y="568"/>
                  </a:cubicBezTo>
                  <a:cubicBezTo>
                    <a:pt x="14391" y="568"/>
                    <a:pt x="14518" y="442"/>
                    <a:pt x="14518" y="284"/>
                  </a:cubicBezTo>
                  <a:cubicBezTo>
                    <a:pt x="14518" y="127"/>
                    <a:pt x="14390" y="0"/>
                    <a:pt x="14234" y="0"/>
                  </a:cubicBezTo>
                  <a:cubicBezTo>
                    <a:pt x="14228" y="0"/>
                    <a:pt x="14223" y="1"/>
                    <a:pt x="14217" y="1"/>
                  </a:cubicBezTo>
                  <a:lnTo>
                    <a:pt x="301" y="1"/>
                  </a:lnTo>
                  <a:cubicBezTo>
                    <a:pt x="295" y="1"/>
                    <a:pt x="290" y="0"/>
                    <a:pt x="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61;p51">
              <a:extLst>
                <a:ext uri="{FF2B5EF4-FFF2-40B4-BE49-F238E27FC236}">
                  <a16:creationId xmlns:a16="http://schemas.microsoft.com/office/drawing/2014/main" id="{8A76F94D-8620-E98A-D231-2AB8F20DC489}"/>
                </a:ext>
              </a:extLst>
            </p:cNvPr>
            <p:cNvSpPr/>
            <p:nvPr/>
          </p:nvSpPr>
          <p:spPr>
            <a:xfrm>
              <a:off x="4707650" y="1162225"/>
              <a:ext cx="434275" cy="598325"/>
            </a:xfrm>
            <a:custGeom>
              <a:avLst/>
              <a:gdLst/>
              <a:ahLst/>
              <a:cxnLst/>
              <a:rect l="l" t="t" r="r" b="b"/>
              <a:pathLst>
                <a:path w="17371" h="23933" extrusionOk="0">
                  <a:moveTo>
                    <a:pt x="16538" y="0"/>
                  </a:moveTo>
                  <a:lnTo>
                    <a:pt x="2964" y="833"/>
                  </a:lnTo>
                  <a:cubicBezTo>
                    <a:pt x="2964" y="833"/>
                    <a:pt x="1247" y="5298"/>
                    <a:pt x="1604" y="5894"/>
                  </a:cubicBezTo>
                  <a:cubicBezTo>
                    <a:pt x="1961" y="6489"/>
                    <a:pt x="2845" y="7978"/>
                    <a:pt x="2368" y="9168"/>
                  </a:cubicBezTo>
                  <a:cubicBezTo>
                    <a:pt x="1892" y="10359"/>
                    <a:pt x="1" y="10562"/>
                    <a:pt x="239" y="11514"/>
                  </a:cubicBezTo>
                  <a:cubicBezTo>
                    <a:pt x="477" y="12467"/>
                    <a:pt x="1787" y="13181"/>
                    <a:pt x="1787" y="13181"/>
                  </a:cubicBezTo>
                  <a:cubicBezTo>
                    <a:pt x="1787" y="13181"/>
                    <a:pt x="3202" y="19527"/>
                    <a:pt x="3797" y="20360"/>
                  </a:cubicBezTo>
                  <a:cubicBezTo>
                    <a:pt x="4075" y="20750"/>
                    <a:pt x="4924" y="20854"/>
                    <a:pt x="5750" y="20854"/>
                  </a:cubicBezTo>
                  <a:cubicBezTo>
                    <a:pt x="6694" y="20854"/>
                    <a:pt x="7607" y="20719"/>
                    <a:pt x="7607" y="20719"/>
                  </a:cubicBezTo>
                  <a:lnTo>
                    <a:pt x="7845" y="23933"/>
                  </a:lnTo>
                  <a:lnTo>
                    <a:pt x="17371" y="23338"/>
                  </a:lnTo>
                  <a:lnTo>
                    <a:pt x="17014" y="17622"/>
                  </a:lnTo>
                  <a:lnTo>
                    <a:pt x="16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62;p51">
              <a:extLst>
                <a:ext uri="{FF2B5EF4-FFF2-40B4-BE49-F238E27FC236}">
                  <a16:creationId xmlns:a16="http://schemas.microsoft.com/office/drawing/2014/main" id="{B6B7B6D6-7C6E-9E8A-545A-B4DEB2C907B5}"/>
                </a:ext>
              </a:extLst>
            </p:cNvPr>
            <p:cNvSpPr/>
            <p:nvPr/>
          </p:nvSpPr>
          <p:spPr>
            <a:xfrm>
              <a:off x="4702350" y="1155125"/>
              <a:ext cx="446900" cy="612525"/>
            </a:xfrm>
            <a:custGeom>
              <a:avLst/>
              <a:gdLst/>
              <a:ahLst/>
              <a:cxnLst/>
              <a:rect l="l" t="t" r="r" b="b"/>
              <a:pathLst>
                <a:path w="17876" h="24501" extrusionOk="0">
                  <a:moveTo>
                    <a:pt x="16474" y="585"/>
                  </a:moveTo>
                  <a:lnTo>
                    <a:pt x="16942" y="17924"/>
                  </a:lnTo>
                  <a:lnTo>
                    <a:pt x="17282" y="23357"/>
                  </a:lnTo>
                  <a:lnTo>
                    <a:pt x="8319" y="23917"/>
                  </a:lnTo>
                  <a:lnTo>
                    <a:pt x="8103" y="20981"/>
                  </a:lnTo>
                  <a:cubicBezTo>
                    <a:pt x="8091" y="20833"/>
                    <a:pt x="7967" y="20719"/>
                    <a:pt x="7819" y="20719"/>
                  </a:cubicBezTo>
                  <a:cubicBezTo>
                    <a:pt x="7805" y="20719"/>
                    <a:pt x="7791" y="20720"/>
                    <a:pt x="7778" y="20722"/>
                  </a:cubicBezTo>
                  <a:cubicBezTo>
                    <a:pt x="7242" y="20801"/>
                    <a:pt x="6586" y="20855"/>
                    <a:pt x="5983" y="20855"/>
                  </a:cubicBezTo>
                  <a:cubicBezTo>
                    <a:pt x="5161" y="20855"/>
                    <a:pt x="4435" y="20755"/>
                    <a:pt x="4239" y="20480"/>
                  </a:cubicBezTo>
                  <a:cubicBezTo>
                    <a:pt x="3827" y="19903"/>
                    <a:pt x="2838" y="15933"/>
                    <a:pt x="2275" y="13404"/>
                  </a:cubicBezTo>
                  <a:cubicBezTo>
                    <a:pt x="2257" y="13325"/>
                    <a:pt x="2205" y="13257"/>
                    <a:pt x="2134" y="13218"/>
                  </a:cubicBezTo>
                  <a:cubicBezTo>
                    <a:pt x="2122" y="13210"/>
                    <a:pt x="930" y="12549"/>
                    <a:pt x="725" y="11730"/>
                  </a:cubicBezTo>
                  <a:cubicBezTo>
                    <a:pt x="657" y="11455"/>
                    <a:pt x="903" y="11267"/>
                    <a:pt x="1480" y="10903"/>
                  </a:cubicBezTo>
                  <a:cubicBezTo>
                    <a:pt x="1998" y="10576"/>
                    <a:pt x="2584" y="10206"/>
                    <a:pt x="2843" y="9557"/>
                  </a:cubicBezTo>
                  <a:cubicBezTo>
                    <a:pt x="3376" y="8226"/>
                    <a:pt x="2419" y="6631"/>
                    <a:pt x="2063" y="6039"/>
                  </a:cubicBezTo>
                  <a:cubicBezTo>
                    <a:pt x="1918" y="5672"/>
                    <a:pt x="2621" y="3376"/>
                    <a:pt x="3375" y="1389"/>
                  </a:cubicBezTo>
                  <a:lnTo>
                    <a:pt x="16474" y="585"/>
                  </a:lnTo>
                  <a:close/>
                  <a:moveTo>
                    <a:pt x="16752" y="0"/>
                  </a:moveTo>
                  <a:cubicBezTo>
                    <a:pt x="16745" y="0"/>
                    <a:pt x="16739" y="0"/>
                    <a:pt x="16732" y="1"/>
                  </a:cubicBezTo>
                  <a:lnTo>
                    <a:pt x="3159" y="834"/>
                  </a:lnTo>
                  <a:cubicBezTo>
                    <a:pt x="3048" y="841"/>
                    <a:pt x="2951" y="912"/>
                    <a:pt x="2911" y="1016"/>
                  </a:cubicBezTo>
                  <a:cubicBezTo>
                    <a:pt x="2381" y="2397"/>
                    <a:pt x="1187" y="5679"/>
                    <a:pt x="1574" y="6323"/>
                  </a:cubicBezTo>
                  <a:cubicBezTo>
                    <a:pt x="1894" y="6858"/>
                    <a:pt x="2745" y="8277"/>
                    <a:pt x="2317" y="9347"/>
                  </a:cubicBezTo>
                  <a:cubicBezTo>
                    <a:pt x="2125" y="9825"/>
                    <a:pt x="1644" y="10129"/>
                    <a:pt x="1178" y="10423"/>
                  </a:cubicBezTo>
                  <a:cubicBezTo>
                    <a:pt x="626" y="10772"/>
                    <a:pt x="1" y="11166"/>
                    <a:pt x="176" y="11866"/>
                  </a:cubicBezTo>
                  <a:cubicBezTo>
                    <a:pt x="399" y="12762"/>
                    <a:pt x="1405" y="13439"/>
                    <a:pt x="1749" y="13648"/>
                  </a:cubicBezTo>
                  <a:cubicBezTo>
                    <a:pt x="1985" y="14699"/>
                    <a:pt x="3195" y="19993"/>
                    <a:pt x="3777" y="20809"/>
                  </a:cubicBezTo>
                  <a:cubicBezTo>
                    <a:pt x="4127" y="21297"/>
                    <a:pt x="5083" y="21426"/>
                    <a:pt x="5992" y="21426"/>
                  </a:cubicBezTo>
                  <a:cubicBezTo>
                    <a:pt x="6600" y="21426"/>
                    <a:pt x="7187" y="21369"/>
                    <a:pt x="7559" y="21323"/>
                  </a:cubicBezTo>
                  <a:lnTo>
                    <a:pt x="7775" y="24238"/>
                  </a:lnTo>
                  <a:cubicBezTo>
                    <a:pt x="7786" y="24385"/>
                    <a:pt x="7909" y="24500"/>
                    <a:pt x="8057" y="24500"/>
                  </a:cubicBezTo>
                  <a:lnTo>
                    <a:pt x="8075" y="24500"/>
                  </a:lnTo>
                  <a:lnTo>
                    <a:pt x="17601" y="23905"/>
                  </a:lnTo>
                  <a:cubicBezTo>
                    <a:pt x="17757" y="23895"/>
                    <a:pt x="17876" y="23760"/>
                    <a:pt x="17866" y="23604"/>
                  </a:cubicBezTo>
                  <a:lnTo>
                    <a:pt x="17509" y="17899"/>
                  </a:lnTo>
                  <a:lnTo>
                    <a:pt x="17033" y="276"/>
                  </a:lnTo>
                  <a:cubicBezTo>
                    <a:pt x="17031" y="199"/>
                    <a:pt x="16997" y="126"/>
                    <a:pt x="16941" y="74"/>
                  </a:cubicBezTo>
                  <a:cubicBezTo>
                    <a:pt x="16890" y="27"/>
                    <a:pt x="16822" y="0"/>
                    <a:pt x="16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63;p51">
              <a:extLst>
                <a:ext uri="{FF2B5EF4-FFF2-40B4-BE49-F238E27FC236}">
                  <a16:creationId xmlns:a16="http://schemas.microsoft.com/office/drawing/2014/main" id="{A04B8119-656E-836E-F58C-693F8CCA7D2E}"/>
                </a:ext>
              </a:extLst>
            </p:cNvPr>
            <p:cNvSpPr/>
            <p:nvPr/>
          </p:nvSpPr>
          <p:spPr>
            <a:xfrm>
              <a:off x="4660275" y="1011275"/>
              <a:ext cx="612600" cy="600325"/>
            </a:xfrm>
            <a:custGeom>
              <a:avLst/>
              <a:gdLst/>
              <a:ahLst/>
              <a:cxnLst/>
              <a:rect l="l" t="t" r="r" b="b"/>
              <a:pathLst>
                <a:path w="24504" h="24013" extrusionOk="0">
                  <a:moveTo>
                    <a:pt x="12830" y="1"/>
                  </a:moveTo>
                  <a:cubicBezTo>
                    <a:pt x="10402" y="1"/>
                    <a:pt x="9363" y="1214"/>
                    <a:pt x="7801" y="1214"/>
                  </a:cubicBezTo>
                  <a:cubicBezTo>
                    <a:pt x="6898" y="1214"/>
                    <a:pt x="6169" y="575"/>
                    <a:pt x="5211" y="575"/>
                  </a:cubicBezTo>
                  <a:cubicBezTo>
                    <a:pt x="4514" y="575"/>
                    <a:pt x="3695" y="913"/>
                    <a:pt x="2600" y="2081"/>
                  </a:cubicBezTo>
                  <a:cubicBezTo>
                    <a:pt x="0" y="4855"/>
                    <a:pt x="3295" y="7803"/>
                    <a:pt x="3295" y="7803"/>
                  </a:cubicBezTo>
                  <a:cubicBezTo>
                    <a:pt x="4135" y="8560"/>
                    <a:pt x="4782" y="8727"/>
                    <a:pt x="5437" y="8727"/>
                  </a:cubicBezTo>
                  <a:cubicBezTo>
                    <a:pt x="5581" y="8727"/>
                    <a:pt x="5724" y="8719"/>
                    <a:pt x="5870" y="8707"/>
                  </a:cubicBezTo>
                  <a:lnTo>
                    <a:pt x="5870" y="8707"/>
                  </a:lnTo>
                  <a:cubicBezTo>
                    <a:pt x="5764" y="9236"/>
                    <a:pt x="5543" y="10388"/>
                    <a:pt x="5454" y="11277"/>
                  </a:cubicBezTo>
                  <a:cubicBezTo>
                    <a:pt x="5335" y="12468"/>
                    <a:pt x="7478" y="13778"/>
                    <a:pt x="7478" y="13778"/>
                  </a:cubicBezTo>
                  <a:cubicBezTo>
                    <a:pt x="7478" y="13778"/>
                    <a:pt x="7359" y="15564"/>
                    <a:pt x="7597" y="16159"/>
                  </a:cubicBezTo>
                  <a:cubicBezTo>
                    <a:pt x="7736" y="16506"/>
                    <a:pt x="7995" y="16691"/>
                    <a:pt x="8259" y="16691"/>
                  </a:cubicBezTo>
                  <a:cubicBezTo>
                    <a:pt x="8447" y="16691"/>
                    <a:pt x="8638" y="16596"/>
                    <a:pt x="8787" y="16397"/>
                  </a:cubicBezTo>
                  <a:cubicBezTo>
                    <a:pt x="9083" y="16002"/>
                    <a:pt x="9297" y="14379"/>
                    <a:pt x="9566" y="14379"/>
                  </a:cubicBezTo>
                  <a:cubicBezTo>
                    <a:pt x="9621" y="14379"/>
                    <a:pt x="9679" y="14448"/>
                    <a:pt x="9740" y="14611"/>
                  </a:cubicBezTo>
                  <a:cubicBezTo>
                    <a:pt x="10097" y="15564"/>
                    <a:pt x="11525" y="22707"/>
                    <a:pt x="12478" y="23541"/>
                  </a:cubicBezTo>
                  <a:cubicBezTo>
                    <a:pt x="12883" y="23895"/>
                    <a:pt x="13889" y="24013"/>
                    <a:pt x="15004" y="24013"/>
                  </a:cubicBezTo>
                  <a:cubicBezTo>
                    <a:pt x="16514" y="24013"/>
                    <a:pt x="18223" y="23797"/>
                    <a:pt x="18908" y="23660"/>
                  </a:cubicBezTo>
                  <a:cubicBezTo>
                    <a:pt x="20099" y="23422"/>
                    <a:pt x="22361" y="18421"/>
                    <a:pt x="23433" y="15445"/>
                  </a:cubicBezTo>
                  <a:cubicBezTo>
                    <a:pt x="24504" y="12468"/>
                    <a:pt x="24029" y="7228"/>
                    <a:pt x="22481" y="4847"/>
                  </a:cubicBezTo>
                  <a:cubicBezTo>
                    <a:pt x="21320" y="3061"/>
                    <a:pt x="19287" y="2279"/>
                    <a:pt x="17690" y="2101"/>
                  </a:cubicBezTo>
                  <a:cubicBezTo>
                    <a:pt x="17687" y="2090"/>
                    <a:pt x="17684" y="2081"/>
                    <a:pt x="17684" y="2081"/>
                  </a:cubicBezTo>
                  <a:cubicBezTo>
                    <a:pt x="17684" y="2081"/>
                    <a:pt x="15257" y="1"/>
                    <a:pt x="1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64;p51">
              <a:extLst>
                <a:ext uri="{FF2B5EF4-FFF2-40B4-BE49-F238E27FC236}">
                  <a16:creationId xmlns:a16="http://schemas.microsoft.com/office/drawing/2014/main" id="{551414B4-6629-AF0B-2DB9-6FD5AC38A76B}"/>
                </a:ext>
              </a:extLst>
            </p:cNvPr>
            <p:cNvSpPr/>
            <p:nvPr/>
          </p:nvSpPr>
          <p:spPr>
            <a:xfrm>
              <a:off x="4692250" y="1004200"/>
              <a:ext cx="587825" cy="614425"/>
            </a:xfrm>
            <a:custGeom>
              <a:avLst/>
              <a:gdLst/>
              <a:ahLst/>
              <a:cxnLst/>
              <a:rect l="l" t="t" r="r" b="b"/>
              <a:pathLst>
                <a:path w="23513" h="24577" extrusionOk="0">
                  <a:moveTo>
                    <a:pt x="11552" y="567"/>
                  </a:moveTo>
                  <a:cubicBezTo>
                    <a:pt x="13669" y="567"/>
                    <a:pt x="15841" y="2268"/>
                    <a:pt x="16177" y="2542"/>
                  </a:cubicBezTo>
                  <a:cubicBezTo>
                    <a:pt x="16223" y="2611"/>
                    <a:pt x="16298" y="2656"/>
                    <a:pt x="16380" y="2666"/>
                  </a:cubicBezTo>
                  <a:cubicBezTo>
                    <a:pt x="17109" y="2747"/>
                    <a:pt x="19594" y="3176"/>
                    <a:pt x="20965" y="5284"/>
                  </a:cubicBezTo>
                  <a:cubicBezTo>
                    <a:pt x="22474" y="7606"/>
                    <a:pt x="22932" y="12732"/>
                    <a:pt x="21888" y="15632"/>
                  </a:cubicBezTo>
                  <a:cubicBezTo>
                    <a:pt x="20574" y="19278"/>
                    <a:pt x="18451" y="23489"/>
                    <a:pt x="17574" y="23665"/>
                  </a:cubicBezTo>
                  <a:cubicBezTo>
                    <a:pt x="16752" y="23830"/>
                    <a:pt x="15119" y="24010"/>
                    <a:pt x="13719" y="24010"/>
                  </a:cubicBezTo>
                  <a:cubicBezTo>
                    <a:pt x="12654" y="24010"/>
                    <a:pt x="11724" y="23906"/>
                    <a:pt x="11386" y="23611"/>
                  </a:cubicBezTo>
                  <a:cubicBezTo>
                    <a:pt x="10778" y="23079"/>
                    <a:pt x="9805" y="19071"/>
                    <a:pt x="9281" y="16918"/>
                  </a:cubicBezTo>
                  <a:cubicBezTo>
                    <a:pt x="9025" y="15854"/>
                    <a:pt x="8838" y="15087"/>
                    <a:pt x="8727" y="14794"/>
                  </a:cubicBezTo>
                  <a:cubicBezTo>
                    <a:pt x="8688" y="14690"/>
                    <a:pt x="8571" y="14379"/>
                    <a:pt x="8290" y="14379"/>
                  </a:cubicBezTo>
                  <a:lnTo>
                    <a:pt x="8289" y="14379"/>
                  </a:lnTo>
                  <a:cubicBezTo>
                    <a:pt x="8284" y="14379"/>
                    <a:pt x="8277" y="14379"/>
                    <a:pt x="8272" y="14378"/>
                  </a:cubicBezTo>
                  <a:cubicBezTo>
                    <a:pt x="7921" y="14394"/>
                    <a:pt x="7801" y="14835"/>
                    <a:pt x="7603" y="15568"/>
                  </a:cubicBezTo>
                  <a:cubicBezTo>
                    <a:pt x="7507" y="15926"/>
                    <a:pt x="7386" y="16372"/>
                    <a:pt x="7283" y="16508"/>
                  </a:cubicBezTo>
                  <a:cubicBezTo>
                    <a:pt x="7194" y="16626"/>
                    <a:pt x="7087" y="16689"/>
                    <a:pt x="6979" y="16689"/>
                  </a:cubicBezTo>
                  <a:cubicBezTo>
                    <a:pt x="6968" y="16689"/>
                    <a:pt x="6956" y="16688"/>
                    <a:pt x="6944" y="16686"/>
                  </a:cubicBezTo>
                  <a:cubicBezTo>
                    <a:pt x="6798" y="16667"/>
                    <a:pt x="6662" y="16536"/>
                    <a:pt x="6582" y="16335"/>
                  </a:cubicBezTo>
                  <a:cubicBezTo>
                    <a:pt x="6407" y="15897"/>
                    <a:pt x="6451" y="14557"/>
                    <a:pt x="6482" y="14078"/>
                  </a:cubicBezTo>
                  <a:cubicBezTo>
                    <a:pt x="6490" y="13972"/>
                    <a:pt x="6438" y="13871"/>
                    <a:pt x="6347" y="13817"/>
                  </a:cubicBezTo>
                  <a:cubicBezTo>
                    <a:pt x="5831" y="13501"/>
                    <a:pt x="4375" y="12414"/>
                    <a:pt x="4457" y="11587"/>
                  </a:cubicBezTo>
                  <a:cubicBezTo>
                    <a:pt x="4547" y="10690"/>
                    <a:pt x="4775" y="9511"/>
                    <a:pt x="4870" y="9045"/>
                  </a:cubicBezTo>
                  <a:cubicBezTo>
                    <a:pt x="4905" y="8868"/>
                    <a:pt x="4768" y="8706"/>
                    <a:pt x="4592" y="8706"/>
                  </a:cubicBezTo>
                  <a:cubicBezTo>
                    <a:pt x="4584" y="8706"/>
                    <a:pt x="4577" y="8706"/>
                    <a:pt x="4570" y="8707"/>
                  </a:cubicBezTo>
                  <a:cubicBezTo>
                    <a:pt x="4428" y="8718"/>
                    <a:pt x="4289" y="8726"/>
                    <a:pt x="4151" y="8726"/>
                  </a:cubicBezTo>
                  <a:cubicBezTo>
                    <a:pt x="3562" y="8726"/>
                    <a:pt x="2986" y="8577"/>
                    <a:pt x="2205" y="7874"/>
                  </a:cubicBezTo>
                  <a:cubicBezTo>
                    <a:pt x="2191" y="7860"/>
                    <a:pt x="683" y="6492"/>
                    <a:pt x="609" y="4815"/>
                  </a:cubicBezTo>
                  <a:cubicBezTo>
                    <a:pt x="573" y="4006"/>
                    <a:pt x="883" y="3247"/>
                    <a:pt x="1530" y="2558"/>
                  </a:cubicBezTo>
                  <a:cubicBezTo>
                    <a:pt x="2555" y="1463"/>
                    <a:pt x="3298" y="1144"/>
                    <a:pt x="3937" y="1144"/>
                  </a:cubicBezTo>
                  <a:cubicBezTo>
                    <a:pt x="4376" y="1144"/>
                    <a:pt x="4767" y="1295"/>
                    <a:pt x="5166" y="1449"/>
                  </a:cubicBezTo>
                  <a:cubicBezTo>
                    <a:pt x="5589" y="1611"/>
                    <a:pt x="6026" y="1780"/>
                    <a:pt x="6524" y="1780"/>
                  </a:cubicBezTo>
                  <a:cubicBezTo>
                    <a:pt x="7273" y="1780"/>
                    <a:pt x="7905" y="1524"/>
                    <a:pt x="8573" y="1253"/>
                  </a:cubicBezTo>
                  <a:cubicBezTo>
                    <a:pt x="9364" y="930"/>
                    <a:pt x="10260" y="567"/>
                    <a:pt x="11552" y="567"/>
                  </a:cubicBezTo>
                  <a:close/>
                  <a:moveTo>
                    <a:pt x="11551" y="0"/>
                  </a:moveTo>
                  <a:cubicBezTo>
                    <a:pt x="10149" y="0"/>
                    <a:pt x="9198" y="386"/>
                    <a:pt x="8359" y="727"/>
                  </a:cubicBezTo>
                  <a:cubicBezTo>
                    <a:pt x="7717" y="988"/>
                    <a:pt x="7163" y="1214"/>
                    <a:pt x="6524" y="1214"/>
                  </a:cubicBezTo>
                  <a:cubicBezTo>
                    <a:pt x="6132" y="1214"/>
                    <a:pt x="5762" y="1071"/>
                    <a:pt x="5369" y="920"/>
                  </a:cubicBezTo>
                  <a:cubicBezTo>
                    <a:pt x="4929" y="750"/>
                    <a:pt x="4465" y="571"/>
                    <a:pt x="3930" y="571"/>
                  </a:cubicBezTo>
                  <a:cubicBezTo>
                    <a:pt x="3176" y="571"/>
                    <a:pt x="2281" y="928"/>
                    <a:pt x="1115" y="2170"/>
                  </a:cubicBezTo>
                  <a:cubicBezTo>
                    <a:pt x="361" y="2975"/>
                    <a:pt x="0" y="3873"/>
                    <a:pt x="42" y="4841"/>
                  </a:cubicBezTo>
                  <a:cubicBezTo>
                    <a:pt x="127" y="6754"/>
                    <a:pt x="1757" y="8234"/>
                    <a:pt x="1826" y="8296"/>
                  </a:cubicBezTo>
                  <a:cubicBezTo>
                    <a:pt x="2755" y="9132"/>
                    <a:pt x="3493" y="9294"/>
                    <a:pt x="4175" y="9294"/>
                  </a:cubicBezTo>
                  <a:cubicBezTo>
                    <a:pt x="4198" y="9294"/>
                    <a:pt x="4221" y="9293"/>
                    <a:pt x="4244" y="9293"/>
                  </a:cubicBezTo>
                  <a:lnTo>
                    <a:pt x="4244" y="9293"/>
                  </a:lnTo>
                  <a:cubicBezTo>
                    <a:pt x="4133" y="9872"/>
                    <a:pt x="3968" y="10791"/>
                    <a:pt x="3894" y="11531"/>
                  </a:cubicBezTo>
                  <a:cubicBezTo>
                    <a:pt x="3776" y="12710"/>
                    <a:pt x="5378" y="13863"/>
                    <a:pt x="5907" y="14210"/>
                  </a:cubicBezTo>
                  <a:cubicBezTo>
                    <a:pt x="5882" y="14696"/>
                    <a:pt x="5838" y="16003"/>
                    <a:pt x="6056" y="16547"/>
                  </a:cubicBezTo>
                  <a:cubicBezTo>
                    <a:pt x="6213" y="16941"/>
                    <a:pt x="6517" y="17203"/>
                    <a:pt x="6869" y="17250"/>
                  </a:cubicBezTo>
                  <a:cubicBezTo>
                    <a:pt x="6907" y="17255"/>
                    <a:pt x="6944" y="17257"/>
                    <a:pt x="6982" y="17257"/>
                  </a:cubicBezTo>
                  <a:cubicBezTo>
                    <a:pt x="7268" y="17257"/>
                    <a:pt x="7539" y="17113"/>
                    <a:pt x="7736" y="16850"/>
                  </a:cubicBezTo>
                  <a:cubicBezTo>
                    <a:pt x="7904" y="16626"/>
                    <a:pt x="8024" y="16184"/>
                    <a:pt x="8151" y="15717"/>
                  </a:cubicBezTo>
                  <a:cubicBezTo>
                    <a:pt x="8187" y="15580"/>
                    <a:pt x="8234" y="15410"/>
                    <a:pt x="8279" y="15258"/>
                  </a:cubicBezTo>
                  <a:cubicBezTo>
                    <a:pt x="8389" y="15645"/>
                    <a:pt x="8551" y="16309"/>
                    <a:pt x="8732" y="17052"/>
                  </a:cubicBezTo>
                  <a:cubicBezTo>
                    <a:pt x="9573" y="20518"/>
                    <a:pt x="10326" y="23436"/>
                    <a:pt x="11014" y="24037"/>
                  </a:cubicBezTo>
                  <a:cubicBezTo>
                    <a:pt x="11482" y="24447"/>
                    <a:pt x="12561" y="24576"/>
                    <a:pt x="13724" y="24576"/>
                  </a:cubicBezTo>
                  <a:cubicBezTo>
                    <a:pt x="15413" y="24576"/>
                    <a:pt x="17277" y="24304"/>
                    <a:pt x="17686" y="24221"/>
                  </a:cubicBezTo>
                  <a:cubicBezTo>
                    <a:pt x="19482" y="23862"/>
                    <a:pt x="22393" y="15903"/>
                    <a:pt x="22421" y="15823"/>
                  </a:cubicBezTo>
                  <a:cubicBezTo>
                    <a:pt x="23513" y="12791"/>
                    <a:pt x="23027" y="7417"/>
                    <a:pt x="21440" y="4975"/>
                  </a:cubicBezTo>
                  <a:cubicBezTo>
                    <a:pt x="19997" y="2754"/>
                    <a:pt x="17454" y="2232"/>
                    <a:pt x="16550" y="2115"/>
                  </a:cubicBezTo>
                  <a:cubicBezTo>
                    <a:pt x="16209" y="1832"/>
                    <a:pt x="13911" y="0"/>
                    <a:pt x="115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65;p51">
              <a:extLst>
                <a:ext uri="{FF2B5EF4-FFF2-40B4-BE49-F238E27FC236}">
                  <a16:creationId xmlns:a16="http://schemas.microsoft.com/office/drawing/2014/main" id="{DE9BEA0C-FC20-8494-39FD-52DB0A019C00}"/>
                </a:ext>
              </a:extLst>
            </p:cNvPr>
            <p:cNvSpPr/>
            <p:nvPr/>
          </p:nvSpPr>
          <p:spPr>
            <a:xfrm>
              <a:off x="4863625" y="1358700"/>
              <a:ext cx="69050" cy="172750"/>
            </a:xfrm>
            <a:custGeom>
              <a:avLst/>
              <a:gdLst/>
              <a:ahLst/>
              <a:cxnLst/>
              <a:rect l="l" t="t" r="r" b="b"/>
              <a:pathLst>
                <a:path w="2762" h="6910" extrusionOk="0">
                  <a:moveTo>
                    <a:pt x="1674" y="0"/>
                  </a:moveTo>
                  <a:cubicBezTo>
                    <a:pt x="1405" y="0"/>
                    <a:pt x="1051" y="186"/>
                    <a:pt x="582" y="655"/>
                  </a:cubicBezTo>
                  <a:cubicBezTo>
                    <a:pt x="582" y="655"/>
                    <a:pt x="873" y="2689"/>
                    <a:pt x="873" y="3997"/>
                  </a:cubicBezTo>
                  <a:cubicBezTo>
                    <a:pt x="873" y="5305"/>
                    <a:pt x="1" y="6032"/>
                    <a:pt x="582" y="6613"/>
                  </a:cubicBezTo>
                  <a:cubicBezTo>
                    <a:pt x="781" y="6813"/>
                    <a:pt x="964" y="6910"/>
                    <a:pt x="1135" y="6910"/>
                  </a:cubicBezTo>
                  <a:cubicBezTo>
                    <a:pt x="1463" y="6910"/>
                    <a:pt x="1749" y="6555"/>
                    <a:pt x="2036" y="5887"/>
                  </a:cubicBezTo>
                  <a:cubicBezTo>
                    <a:pt x="2472" y="4869"/>
                    <a:pt x="2761" y="3125"/>
                    <a:pt x="2617" y="2108"/>
                  </a:cubicBezTo>
                  <a:cubicBezTo>
                    <a:pt x="2511" y="1365"/>
                    <a:pt x="2404" y="0"/>
                    <a:pt x="1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6;p51">
              <a:extLst>
                <a:ext uri="{FF2B5EF4-FFF2-40B4-BE49-F238E27FC236}">
                  <a16:creationId xmlns:a16="http://schemas.microsoft.com/office/drawing/2014/main" id="{279F93EA-D355-6C59-4A3A-FDF9800E0903}"/>
                </a:ext>
              </a:extLst>
            </p:cNvPr>
            <p:cNvSpPr/>
            <p:nvPr/>
          </p:nvSpPr>
          <p:spPr>
            <a:xfrm>
              <a:off x="4861750" y="1351575"/>
              <a:ext cx="77975" cy="186950"/>
            </a:xfrm>
            <a:custGeom>
              <a:avLst/>
              <a:gdLst/>
              <a:ahLst/>
              <a:cxnLst/>
              <a:rect l="l" t="t" r="r" b="b"/>
              <a:pathLst>
                <a:path w="3119" h="7478" extrusionOk="0">
                  <a:moveTo>
                    <a:pt x="1752" y="569"/>
                  </a:moveTo>
                  <a:cubicBezTo>
                    <a:pt x="1785" y="569"/>
                    <a:pt x="1810" y="574"/>
                    <a:pt x="1828" y="580"/>
                  </a:cubicBezTo>
                  <a:cubicBezTo>
                    <a:pt x="2181" y="700"/>
                    <a:pt x="2311" y="1681"/>
                    <a:pt x="2381" y="2209"/>
                  </a:cubicBezTo>
                  <a:lnTo>
                    <a:pt x="2411" y="2432"/>
                  </a:lnTo>
                  <a:cubicBezTo>
                    <a:pt x="2543" y="3358"/>
                    <a:pt x="2281" y="5053"/>
                    <a:pt x="1850" y="6060"/>
                  </a:cubicBezTo>
                  <a:cubicBezTo>
                    <a:pt x="1552" y="6753"/>
                    <a:pt x="1341" y="6888"/>
                    <a:pt x="1242" y="6908"/>
                  </a:cubicBezTo>
                  <a:cubicBezTo>
                    <a:pt x="1232" y="6910"/>
                    <a:pt x="1221" y="6911"/>
                    <a:pt x="1210" y="6911"/>
                  </a:cubicBezTo>
                  <a:cubicBezTo>
                    <a:pt x="1096" y="6911"/>
                    <a:pt x="957" y="6796"/>
                    <a:pt x="857" y="6697"/>
                  </a:cubicBezTo>
                  <a:cubicBezTo>
                    <a:pt x="672" y="6512"/>
                    <a:pt x="718" y="6325"/>
                    <a:pt x="911" y="5792"/>
                  </a:cubicBezTo>
                  <a:cubicBezTo>
                    <a:pt x="1054" y="5395"/>
                    <a:pt x="1231" y="4901"/>
                    <a:pt x="1231" y="4282"/>
                  </a:cubicBezTo>
                  <a:cubicBezTo>
                    <a:pt x="1231" y="3155"/>
                    <a:pt x="1024" y="1533"/>
                    <a:pt x="957" y="1043"/>
                  </a:cubicBezTo>
                  <a:cubicBezTo>
                    <a:pt x="1378" y="645"/>
                    <a:pt x="1625" y="569"/>
                    <a:pt x="1752" y="569"/>
                  </a:cubicBezTo>
                  <a:close/>
                  <a:moveTo>
                    <a:pt x="1748" y="0"/>
                  </a:moveTo>
                  <a:cubicBezTo>
                    <a:pt x="1376" y="0"/>
                    <a:pt x="951" y="245"/>
                    <a:pt x="456" y="739"/>
                  </a:cubicBezTo>
                  <a:cubicBezTo>
                    <a:pt x="394" y="802"/>
                    <a:pt x="363" y="892"/>
                    <a:pt x="376" y="979"/>
                  </a:cubicBezTo>
                  <a:cubicBezTo>
                    <a:pt x="379" y="1000"/>
                    <a:pt x="664" y="3009"/>
                    <a:pt x="664" y="4282"/>
                  </a:cubicBezTo>
                  <a:cubicBezTo>
                    <a:pt x="664" y="4803"/>
                    <a:pt x="512" y="5227"/>
                    <a:pt x="376" y="5601"/>
                  </a:cubicBezTo>
                  <a:cubicBezTo>
                    <a:pt x="192" y="6113"/>
                    <a:pt x="1" y="6643"/>
                    <a:pt x="456" y="7098"/>
                  </a:cubicBezTo>
                  <a:cubicBezTo>
                    <a:pt x="709" y="7350"/>
                    <a:pt x="962" y="7478"/>
                    <a:pt x="1210" y="7478"/>
                  </a:cubicBezTo>
                  <a:cubicBezTo>
                    <a:pt x="1257" y="7478"/>
                    <a:pt x="1304" y="7474"/>
                    <a:pt x="1349" y="7464"/>
                  </a:cubicBezTo>
                  <a:cubicBezTo>
                    <a:pt x="1737" y="7389"/>
                    <a:pt x="2053" y="7025"/>
                    <a:pt x="2371" y="6282"/>
                  </a:cubicBezTo>
                  <a:cubicBezTo>
                    <a:pt x="2844" y="5180"/>
                    <a:pt x="3119" y="3380"/>
                    <a:pt x="2973" y="2352"/>
                  </a:cubicBezTo>
                  <a:lnTo>
                    <a:pt x="2944" y="2135"/>
                  </a:lnTo>
                  <a:cubicBezTo>
                    <a:pt x="2839" y="1350"/>
                    <a:pt x="2697" y="276"/>
                    <a:pt x="2010" y="43"/>
                  </a:cubicBezTo>
                  <a:cubicBezTo>
                    <a:pt x="1926" y="15"/>
                    <a:pt x="1838" y="0"/>
                    <a:pt x="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67;p51">
              <a:extLst>
                <a:ext uri="{FF2B5EF4-FFF2-40B4-BE49-F238E27FC236}">
                  <a16:creationId xmlns:a16="http://schemas.microsoft.com/office/drawing/2014/main" id="{4E2BAB13-D668-C9EF-BB81-41C0A3C9F997}"/>
                </a:ext>
              </a:extLst>
            </p:cNvPr>
            <p:cNvSpPr/>
            <p:nvPr/>
          </p:nvSpPr>
          <p:spPr>
            <a:xfrm>
              <a:off x="4446475" y="3047525"/>
              <a:ext cx="1082950" cy="2160925"/>
            </a:xfrm>
            <a:custGeom>
              <a:avLst/>
              <a:gdLst/>
              <a:ahLst/>
              <a:cxnLst/>
              <a:rect l="l" t="t" r="r" b="b"/>
              <a:pathLst>
                <a:path w="43318" h="86437" extrusionOk="0">
                  <a:moveTo>
                    <a:pt x="7576" y="0"/>
                  </a:moveTo>
                  <a:cubicBezTo>
                    <a:pt x="7576" y="0"/>
                    <a:pt x="4598" y="19855"/>
                    <a:pt x="2299" y="39393"/>
                  </a:cubicBezTo>
                  <a:cubicBezTo>
                    <a:pt x="0" y="58931"/>
                    <a:pt x="288" y="86228"/>
                    <a:pt x="288" y="86228"/>
                  </a:cubicBezTo>
                  <a:lnTo>
                    <a:pt x="6342" y="86194"/>
                  </a:lnTo>
                  <a:cubicBezTo>
                    <a:pt x="6342" y="86194"/>
                    <a:pt x="13217" y="48013"/>
                    <a:pt x="14654" y="43703"/>
                  </a:cubicBezTo>
                  <a:cubicBezTo>
                    <a:pt x="16091" y="39393"/>
                    <a:pt x="20975" y="21292"/>
                    <a:pt x="20975" y="21292"/>
                  </a:cubicBezTo>
                  <a:cubicBezTo>
                    <a:pt x="20975" y="21292"/>
                    <a:pt x="23562" y="41980"/>
                    <a:pt x="24424" y="43415"/>
                  </a:cubicBezTo>
                  <a:cubicBezTo>
                    <a:pt x="25286" y="44852"/>
                    <a:pt x="36988" y="86437"/>
                    <a:pt x="36988" y="86437"/>
                  </a:cubicBezTo>
                  <a:lnTo>
                    <a:pt x="43317" y="86356"/>
                  </a:lnTo>
                  <a:lnTo>
                    <a:pt x="37065" y="41405"/>
                  </a:lnTo>
                  <a:lnTo>
                    <a:pt x="33617" y="30"/>
                  </a:lnTo>
                  <a:lnTo>
                    <a:pt x="75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68;p51">
              <a:extLst>
                <a:ext uri="{FF2B5EF4-FFF2-40B4-BE49-F238E27FC236}">
                  <a16:creationId xmlns:a16="http://schemas.microsoft.com/office/drawing/2014/main" id="{02912F88-C114-D538-C55E-A7EF143E4C1F}"/>
                </a:ext>
              </a:extLst>
            </p:cNvPr>
            <p:cNvSpPr/>
            <p:nvPr/>
          </p:nvSpPr>
          <p:spPr>
            <a:xfrm>
              <a:off x="4440025" y="3040425"/>
              <a:ext cx="1096950" cy="2175150"/>
            </a:xfrm>
            <a:custGeom>
              <a:avLst/>
              <a:gdLst/>
              <a:ahLst/>
              <a:cxnLst/>
              <a:rect l="l" t="t" r="r" b="b"/>
              <a:pathLst>
                <a:path w="43878" h="87006" extrusionOk="0">
                  <a:moveTo>
                    <a:pt x="8079" y="569"/>
                  </a:moveTo>
                  <a:lnTo>
                    <a:pt x="33615" y="597"/>
                  </a:lnTo>
                  <a:lnTo>
                    <a:pt x="37043" y="41728"/>
                  </a:lnTo>
                  <a:lnTo>
                    <a:pt x="43249" y="86361"/>
                  </a:lnTo>
                  <a:lnTo>
                    <a:pt x="37461" y="86435"/>
                  </a:lnTo>
                  <a:cubicBezTo>
                    <a:pt x="36462" y="82889"/>
                    <a:pt x="25772" y="44968"/>
                    <a:pt x="24924" y="43553"/>
                  </a:cubicBezTo>
                  <a:cubicBezTo>
                    <a:pt x="24314" y="42537"/>
                    <a:pt x="22551" y="29832"/>
                    <a:pt x="21514" y="21540"/>
                  </a:cubicBezTo>
                  <a:cubicBezTo>
                    <a:pt x="21497" y="21406"/>
                    <a:pt x="21388" y="21302"/>
                    <a:pt x="21252" y="21292"/>
                  </a:cubicBezTo>
                  <a:lnTo>
                    <a:pt x="21233" y="21292"/>
                  </a:lnTo>
                  <a:cubicBezTo>
                    <a:pt x="21105" y="21292"/>
                    <a:pt x="20993" y="21379"/>
                    <a:pt x="20959" y="21502"/>
                  </a:cubicBezTo>
                  <a:cubicBezTo>
                    <a:pt x="20911" y="21683"/>
                    <a:pt x="16061" y="39645"/>
                    <a:pt x="14644" y="43897"/>
                  </a:cubicBezTo>
                  <a:cubicBezTo>
                    <a:pt x="13259" y="48049"/>
                    <a:pt x="6992" y="82707"/>
                    <a:pt x="6363" y="86196"/>
                  </a:cubicBezTo>
                  <a:lnTo>
                    <a:pt x="827" y="86226"/>
                  </a:lnTo>
                  <a:cubicBezTo>
                    <a:pt x="806" y="83275"/>
                    <a:pt x="693" y="57950"/>
                    <a:pt x="2839" y="39711"/>
                  </a:cubicBezTo>
                  <a:cubicBezTo>
                    <a:pt x="4975" y="21553"/>
                    <a:pt x="7733" y="2896"/>
                    <a:pt x="8079" y="569"/>
                  </a:cubicBezTo>
                  <a:close/>
                  <a:moveTo>
                    <a:pt x="7834" y="1"/>
                  </a:moveTo>
                  <a:cubicBezTo>
                    <a:pt x="7694" y="1"/>
                    <a:pt x="7575" y="103"/>
                    <a:pt x="7554" y="242"/>
                  </a:cubicBezTo>
                  <a:cubicBezTo>
                    <a:pt x="7524" y="441"/>
                    <a:pt x="4549" y="20325"/>
                    <a:pt x="2276" y="39645"/>
                  </a:cubicBezTo>
                  <a:cubicBezTo>
                    <a:pt x="1" y="58977"/>
                    <a:pt x="259" y="86242"/>
                    <a:pt x="263" y="86514"/>
                  </a:cubicBezTo>
                  <a:cubicBezTo>
                    <a:pt x="264" y="86670"/>
                    <a:pt x="390" y="86795"/>
                    <a:pt x="546" y="86795"/>
                  </a:cubicBezTo>
                  <a:lnTo>
                    <a:pt x="548" y="86795"/>
                  </a:lnTo>
                  <a:lnTo>
                    <a:pt x="6602" y="86762"/>
                  </a:lnTo>
                  <a:cubicBezTo>
                    <a:pt x="6739" y="86762"/>
                    <a:pt x="6855" y="86663"/>
                    <a:pt x="6879" y="86529"/>
                  </a:cubicBezTo>
                  <a:cubicBezTo>
                    <a:pt x="6948" y="86146"/>
                    <a:pt x="13767" y="48318"/>
                    <a:pt x="15181" y="44077"/>
                  </a:cubicBezTo>
                  <a:cubicBezTo>
                    <a:pt x="16370" y="40509"/>
                    <a:pt x="19959" y="27356"/>
                    <a:pt x="21131" y="23034"/>
                  </a:cubicBezTo>
                  <a:cubicBezTo>
                    <a:pt x="21761" y="27973"/>
                    <a:pt x="23675" y="42573"/>
                    <a:pt x="24439" y="43845"/>
                  </a:cubicBezTo>
                  <a:cubicBezTo>
                    <a:pt x="25104" y="44956"/>
                    <a:pt x="32929" y="72428"/>
                    <a:pt x="36974" y="86798"/>
                  </a:cubicBezTo>
                  <a:cubicBezTo>
                    <a:pt x="37008" y="86920"/>
                    <a:pt x="37120" y="87004"/>
                    <a:pt x="37246" y="87004"/>
                  </a:cubicBezTo>
                  <a:lnTo>
                    <a:pt x="37251" y="87005"/>
                  </a:lnTo>
                  <a:lnTo>
                    <a:pt x="43578" y="86924"/>
                  </a:lnTo>
                  <a:cubicBezTo>
                    <a:pt x="43748" y="86921"/>
                    <a:pt x="43878" y="86771"/>
                    <a:pt x="43855" y="86602"/>
                  </a:cubicBezTo>
                  <a:lnTo>
                    <a:pt x="37607" y="41664"/>
                  </a:lnTo>
                  <a:lnTo>
                    <a:pt x="34157" y="289"/>
                  </a:lnTo>
                  <a:cubicBezTo>
                    <a:pt x="34145" y="143"/>
                    <a:pt x="34022" y="30"/>
                    <a:pt x="33875" y="30"/>
                  </a:cubicBezTo>
                  <a:lnTo>
                    <a:pt x="7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69;p51">
              <a:extLst>
                <a:ext uri="{FF2B5EF4-FFF2-40B4-BE49-F238E27FC236}">
                  <a16:creationId xmlns:a16="http://schemas.microsoft.com/office/drawing/2014/main" id="{86E05431-361D-F1FC-ECF0-9B83DB30E6D1}"/>
                </a:ext>
              </a:extLst>
            </p:cNvPr>
            <p:cNvSpPr/>
            <p:nvPr/>
          </p:nvSpPr>
          <p:spPr>
            <a:xfrm>
              <a:off x="4963975" y="3405300"/>
              <a:ext cx="291075" cy="179850"/>
            </a:xfrm>
            <a:custGeom>
              <a:avLst/>
              <a:gdLst/>
              <a:ahLst/>
              <a:cxnLst/>
              <a:rect l="l" t="t" r="r" b="b"/>
              <a:pathLst>
                <a:path w="11643" h="7194" extrusionOk="0">
                  <a:moveTo>
                    <a:pt x="11403" y="0"/>
                  </a:moveTo>
                  <a:cubicBezTo>
                    <a:pt x="11379" y="0"/>
                    <a:pt x="11355" y="4"/>
                    <a:pt x="11331" y="13"/>
                  </a:cubicBezTo>
                  <a:lnTo>
                    <a:pt x="2876" y="3212"/>
                  </a:lnTo>
                  <a:cubicBezTo>
                    <a:pt x="2838" y="3227"/>
                    <a:pt x="2805" y="3250"/>
                    <a:pt x="2782" y="3284"/>
                  </a:cubicBezTo>
                  <a:lnTo>
                    <a:pt x="105" y="6854"/>
                  </a:lnTo>
                  <a:cubicBezTo>
                    <a:pt x="0" y="6994"/>
                    <a:pt x="100" y="7194"/>
                    <a:pt x="275" y="7194"/>
                  </a:cubicBezTo>
                  <a:cubicBezTo>
                    <a:pt x="342" y="7194"/>
                    <a:pt x="405" y="7161"/>
                    <a:pt x="445" y="7108"/>
                  </a:cubicBezTo>
                  <a:lnTo>
                    <a:pt x="3083" y="3588"/>
                  </a:lnTo>
                  <a:lnTo>
                    <a:pt x="11482" y="411"/>
                  </a:lnTo>
                  <a:cubicBezTo>
                    <a:pt x="11590" y="367"/>
                    <a:pt x="11643" y="246"/>
                    <a:pt x="11602" y="138"/>
                  </a:cubicBezTo>
                  <a:cubicBezTo>
                    <a:pt x="11570" y="52"/>
                    <a:pt x="11489" y="0"/>
                    <a:pt x="11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170;p51">
              <a:extLst>
                <a:ext uri="{FF2B5EF4-FFF2-40B4-BE49-F238E27FC236}">
                  <a16:creationId xmlns:a16="http://schemas.microsoft.com/office/drawing/2014/main" id="{0904301E-8998-2FFC-0FEE-84BE93195A44}"/>
                </a:ext>
              </a:extLst>
            </p:cNvPr>
            <p:cNvSpPr/>
            <p:nvPr/>
          </p:nvSpPr>
          <p:spPr>
            <a:xfrm>
              <a:off x="4735375" y="3171050"/>
              <a:ext cx="199175" cy="10650"/>
            </a:xfrm>
            <a:custGeom>
              <a:avLst/>
              <a:gdLst/>
              <a:ahLst/>
              <a:cxnLst/>
              <a:rect l="l" t="t" r="r" b="b"/>
              <a:pathLst>
                <a:path w="7967" h="426" extrusionOk="0">
                  <a:moveTo>
                    <a:pt x="214" y="1"/>
                  </a:moveTo>
                  <a:cubicBezTo>
                    <a:pt x="96" y="1"/>
                    <a:pt x="1" y="96"/>
                    <a:pt x="1" y="213"/>
                  </a:cubicBezTo>
                  <a:cubicBezTo>
                    <a:pt x="1" y="331"/>
                    <a:pt x="96" y="426"/>
                    <a:pt x="214" y="426"/>
                  </a:cubicBezTo>
                  <a:lnTo>
                    <a:pt x="7754" y="426"/>
                  </a:lnTo>
                  <a:cubicBezTo>
                    <a:pt x="7872" y="426"/>
                    <a:pt x="7966" y="331"/>
                    <a:pt x="7966" y="213"/>
                  </a:cubicBezTo>
                  <a:cubicBezTo>
                    <a:pt x="7966" y="96"/>
                    <a:pt x="7872" y="1"/>
                    <a:pt x="7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171;p51">
              <a:extLst>
                <a:ext uri="{FF2B5EF4-FFF2-40B4-BE49-F238E27FC236}">
                  <a16:creationId xmlns:a16="http://schemas.microsoft.com/office/drawing/2014/main" id="{B1C7A2A6-4D11-D7A5-9E66-CC11BCFA00E5}"/>
                </a:ext>
              </a:extLst>
            </p:cNvPr>
            <p:cNvSpPr/>
            <p:nvPr/>
          </p:nvSpPr>
          <p:spPr>
            <a:xfrm>
              <a:off x="5192400" y="3171050"/>
              <a:ext cx="84925" cy="10650"/>
            </a:xfrm>
            <a:custGeom>
              <a:avLst/>
              <a:gdLst/>
              <a:ahLst/>
              <a:cxnLst/>
              <a:rect l="l" t="t" r="r" b="b"/>
              <a:pathLst>
                <a:path w="3397" h="426" extrusionOk="0">
                  <a:moveTo>
                    <a:pt x="214" y="1"/>
                  </a:moveTo>
                  <a:cubicBezTo>
                    <a:pt x="96" y="1"/>
                    <a:pt x="0" y="96"/>
                    <a:pt x="0" y="213"/>
                  </a:cubicBezTo>
                  <a:cubicBezTo>
                    <a:pt x="0" y="331"/>
                    <a:pt x="96" y="426"/>
                    <a:pt x="214" y="426"/>
                  </a:cubicBezTo>
                  <a:lnTo>
                    <a:pt x="3184" y="426"/>
                  </a:lnTo>
                  <a:cubicBezTo>
                    <a:pt x="3301" y="426"/>
                    <a:pt x="3396" y="331"/>
                    <a:pt x="3396" y="213"/>
                  </a:cubicBezTo>
                  <a:cubicBezTo>
                    <a:pt x="3396" y="96"/>
                    <a:pt x="3301" y="1"/>
                    <a:pt x="3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172;p51">
              <a:extLst>
                <a:ext uri="{FF2B5EF4-FFF2-40B4-BE49-F238E27FC236}">
                  <a16:creationId xmlns:a16="http://schemas.microsoft.com/office/drawing/2014/main" id="{935BEE28-63A3-60AC-96B8-4AB2E3277604}"/>
                </a:ext>
              </a:extLst>
            </p:cNvPr>
            <p:cNvSpPr/>
            <p:nvPr/>
          </p:nvSpPr>
          <p:spPr>
            <a:xfrm>
              <a:off x="4199325" y="5206425"/>
              <a:ext cx="411775" cy="149375"/>
            </a:xfrm>
            <a:custGeom>
              <a:avLst/>
              <a:gdLst/>
              <a:ahLst/>
              <a:cxnLst/>
              <a:rect l="l" t="t" r="r" b="b"/>
              <a:pathLst>
                <a:path w="16471" h="5975" extrusionOk="0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173;p51">
              <a:extLst>
                <a:ext uri="{FF2B5EF4-FFF2-40B4-BE49-F238E27FC236}">
                  <a16:creationId xmlns:a16="http://schemas.microsoft.com/office/drawing/2014/main" id="{1BCACD74-E9F4-3AB5-8548-75C474B41040}"/>
                </a:ext>
              </a:extLst>
            </p:cNvPr>
            <p:cNvSpPr/>
            <p:nvPr/>
          </p:nvSpPr>
          <p:spPr>
            <a:xfrm>
              <a:off x="5125700" y="5206425"/>
              <a:ext cx="411775" cy="149375"/>
            </a:xfrm>
            <a:custGeom>
              <a:avLst/>
              <a:gdLst/>
              <a:ahLst/>
              <a:cxnLst/>
              <a:rect l="l" t="t" r="r" b="b"/>
              <a:pathLst>
                <a:path w="16471" h="5975" extrusionOk="0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174;p51">
              <a:extLst>
                <a:ext uri="{FF2B5EF4-FFF2-40B4-BE49-F238E27FC236}">
                  <a16:creationId xmlns:a16="http://schemas.microsoft.com/office/drawing/2014/main" id="{3C74FC8F-90E4-8218-6CDF-224BD230536B}"/>
                </a:ext>
              </a:extLst>
            </p:cNvPr>
            <p:cNvSpPr/>
            <p:nvPr/>
          </p:nvSpPr>
          <p:spPr>
            <a:xfrm>
              <a:off x="4781725" y="1727075"/>
              <a:ext cx="440575" cy="143650"/>
            </a:xfrm>
            <a:custGeom>
              <a:avLst/>
              <a:gdLst/>
              <a:ahLst/>
              <a:cxnLst/>
              <a:rect l="l" t="t" r="r" b="b"/>
              <a:pathLst>
                <a:path w="17623" h="5746" extrusionOk="0">
                  <a:moveTo>
                    <a:pt x="8537" y="1"/>
                  </a:moveTo>
                  <a:cubicBezTo>
                    <a:pt x="6393" y="1"/>
                    <a:pt x="4198" y="236"/>
                    <a:pt x="2620" y="982"/>
                  </a:cubicBezTo>
                  <a:lnTo>
                    <a:pt x="1" y="5745"/>
                  </a:lnTo>
                  <a:cubicBezTo>
                    <a:pt x="1" y="5745"/>
                    <a:pt x="6549" y="3840"/>
                    <a:pt x="10121" y="3840"/>
                  </a:cubicBezTo>
                  <a:cubicBezTo>
                    <a:pt x="13694" y="3840"/>
                    <a:pt x="17623" y="4555"/>
                    <a:pt x="17623" y="4555"/>
                  </a:cubicBezTo>
                  <a:lnTo>
                    <a:pt x="15739" y="694"/>
                  </a:lnTo>
                  <a:cubicBezTo>
                    <a:pt x="15739" y="694"/>
                    <a:pt x="12214" y="1"/>
                    <a:pt x="8537" y="1"/>
                  </a:cubicBez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175;p51">
              <a:extLst>
                <a:ext uri="{FF2B5EF4-FFF2-40B4-BE49-F238E27FC236}">
                  <a16:creationId xmlns:a16="http://schemas.microsoft.com/office/drawing/2014/main" id="{B48B3881-F66B-C831-9BFF-F892A2CEC70E}"/>
                </a:ext>
              </a:extLst>
            </p:cNvPr>
            <p:cNvSpPr/>
            <p:nvPr/>
          </p:nvSpPr>
          <p:spPr>
            <a:xfrm>
              <a:off x="4772950" y="1719850"/>
              <a:ext cx="458075" cy="157950"/>
            </a:xfrm>
            <a:custGeom>
              <a:avLst/>
              <a:gdLst/>
              <a:ahLst/>
              <a:cxnLst/>
              <a:rect l="l" t="t" r="r" b="b"/>
              <a:pathLst>
                <a:path w="18323" h="6318" extrusionOk="0">
                  <a:moveTo>
                    <a:pt x="8873" y="576"/>
                  </a:moveTo>
                  <a:cubicBezTo>
                    <a:pt x="12090" y="576"/>
                    <a:pt x="15213" y="1111"/>
                    <a:pt x="15899" y="1235"/>
                  </a:cubicBezTo>
                  <a:lnTo>
                    <a:pt x="17477" y="4473"/>
                  </a:lnTo>
                  <a:cubicBezTo>
                    <a:pt x="16267" y="4279"/>
                    <a:pt x="13248" y="3845"/>
                    <a:pt x="10472" y="3845"/>
                  </a:cubicBezTo>
                  <a:cubicBezTo>
                    <a:pt x="7527" y="3845"/>
                    <a:pt x="2682" y="5097"/>
                    <a:pt x="925" y="5579"/>
                  </a:cubicBezTo>
                  <a:lnTo>
                    <a:pt x="3174" y="1490"/>
                  </a:lnTo>
                  <a:lnTo>
                    <a:pt x="3174" y="1489"/>
                  </a:lnTo>
                  <a:cubicBezTo>
                    <a:pt x="4697" y="797"/>
                    <a:pt x="6804" y="576"/>
                    <a:pt x="8873" y="576"/>
                  </a:cubicBezTo>
                  <a:close/>
                  <a:moveTo>
                    <a:pt x="8908" y="1"/>
                  </a:moveTo>
                  <a:cubicBezTo>
                    <a:pt x="6727" y="1"/>
                    <a:pt x="4482" y="243"/>
                    <a:pt x="2850" y="1014"/>
                  </a:cubicBezTo>
                  <a:cubicBezTo>
                    <a:pt x="2796" y="1040"/>
                    <a:pt x="2751" y="1082"/>
                    <a:pt x="2722" y="1134"/>
                  </a:cubicBezTo>
                  <a:lnTo>
                    <a:pt x="103" y="5898"/>
                  </a:lnTo>
                  <a:cubicBezTo>
                    <a:pt x="0" y="6086"/>
                    <a:pt x="137" y="6316"/>
                    <a:pt x="352" y="6317"/>
                  </a:cubicBezTo>
                  <a:cubicBezTo>
                    <a:pt x="378" y="6317"/>
                    <a:pt x="405" y="6313"/>
                    <a:pt x="431" y="6306"/>
                  </a:cubicBezTo>
                  <a:cubicBezTo>
                    <a:pt x="496" y="6287"/>
                    <a:pt x="6981" y="4412"/>
                    <a:pt x="10472" y="4412"/>
                  </a:cubicBezTo>
                  <a:cubicBezTo>
                    <a:pt x="13976" y="4412"/>
                    <a:pt x="17884" y="5114"/>
                    <a:pt x="17923" y="5122"/>
                  </a:cubicBezTo>
                  <a:cubicBezTo>
                    <a:pt x="17940" y="5125"/>
                    <a:pt x="17957" y="5127"/>
                    <a:pt x="17974" y="5127"/>
                  </a:cubicBezTo>
                  <a:cubicBezTo>
                    <a:pt x="18177" y="5127"/>
                    <a:pt x="18322" y="4911"/>
                    <a:pt x="18228" y="4719"/>
                  </a:cubicBezTo>
                  <a:lnTo>
                    <a:pt x="16346" y="857"/>
                  </a:lnTo>
                  <a:cubicBezTo>
                    <a:pt x="16307" y="777"/>
                    <a:pt x="16232" y="721"/>
                    <a:pt x="16146" y="704"/>
                  </a:cubicBezTo>
                  <a:cubicBezTo>
                    <a:pt x="15919" y="659"/>
                    <a:pt x="12500" y="1"/>
                    <a:pt x="8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176;p51">
              <a:extLst>
                <a:ext uri="{FF2B5EF4-FFF2-40B4-BE49-F238E27FC236}">
                  <a16:creationId xmlns:a16="http://schemas.microsoft.com/office/drawing/2014/main" id="{9DA39A1E-3D5F-A158-FDD0-2EE2E345FAD0}"/>
                </a:ext>
              </a:extLst>
            </p:cNvPr>
            <p:cNvSpPr/>
            <p:nvPr/>
          </p:nvSpPr>
          <p:spPr>
            <a:xfrm>
              <a:off x="5154275" y="1927700"/>
              <a:ext cx="518725" cy="985300"/>
            </a:xfrm>
            <a:custGeom>
              <a:avLst/>
              <a:gdLst/>
              <a:ahLst/>
              <a:cxnLst/>
              <a:rect l="l" t="t" r="r" b="b"/>
              <a:pathLst>
                <a:path w="20749" h="39412" extrusionOk="0">
                  <a:moveTo>
                    <a:pt x="12201" y="1"/>
                  </a:moveTo>
                  <a:cubicBezTo>
                    <a:pt x="9248" y="241"/>
                    <a:pt x="7266" y="20313"/>
                    <a:pt x="7266" y="20313"/>
                  </a:cubicBezTo>
                  <a:lnTo>
                    <a:pt x="9134" y="29655"/>
                  </a:lnTo>
                  <a:lnTo>
                    <a:pt x="415" y="33806"/>
                  </a:lnTo>
                  <a:lnTo>
                    <a:pt x="0" y="39412"/>
                  </a:lnTo>
                  <a:lnTo>
                    <a:pt x="0" y="39412"/>
                  </a:lnTo>
                  <a:lnTo>
                    <a:pt x="17363" y="37029"/>
                  </a:lnTo>
                  <a:cubicBezTo>
                    <a:pt x="19402" y="36748"/>
                    <a:pt x="20749" y="34765"/>
                    <a:pt x="20257" y="32768"/>
                  </a:cubicBezTo>
                  <a:lnTo>
                    <a:pt x="12201" y="1"/>
                  </a:ln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177;p51">
              <a:extLst>
                <a:ext uri="{FF2B5EF4-FFF2-40B4-BE49-F238E27FC236}">
                  <a16:creationId xmlns:a16="http://schemas.microsoft.com/office/drawing/2014/main" id="{141A9DA8-5F6B-DD61-8925-F307AE9E6FCC}"/>
                </a:ext>
              </a:extLst>
            </p:cNvPr>
            <p:cNvSpPr/>
            <p:nvPr/>
          </p:nvSpPr>
          <p:spPr>
            <a:xfrm>
              <a:off x="5146900" y="1920600"/>
              <a:ext cx="527025" cy="999500"/>
            </a:xfrm>
            <a:custGeom>
              <a:avLst/>
              <a:gdLst/>
              <a:ahLst/>
              <a:cxnLst/>
              <a:rect l="l" t="t" r="r" b="b"/>
              <a:pathLst>
                <a:path w="21081" h="39980" extrusionOk="0">
                  <a:moveTo>
                    <a:pt x="12291" y="638"/>
                  </a:moveTo>
                  <a:lnTo>
                    <a:pt x="20277" y="33121"/>
                  </a:lnTo>
                  <a:cubicBezTo>
                    <a:pt x="20492" y="33996"/>
                    <a:pt x="20326" y="34922"/>
                    <a:pt x="19819" y="35667"/>
                  </a:cubicBezTo>
                  <a:cubicBezTo>
                    <a:pt x="19313" y="36413"/>
                    <a:pt x="18513" y="36909"/>
                    <a:pt x="17620" y="37031"/>
                  </a:cubicBezTo>
                  <a:lnTo>
                    <a:pt x="604" y="39367"/>
                  </a:lnTo>
                  <a:lnTo>
                    <a:pt x="982" y="34276"/>
                  </a:lnTo>
                  <a:lnTo>
                    <a:pt x="9552" y="30194"/>
                  </a:lnTo>
                  <a:cubicBezTo>
                    <a:pt x="9669" y="30139"/>
                    <a:pt x="9734" y="30010"/>
                    <a:pt x="9708" y="29883"/>
                  </a:cubicBezTo>
                  <a:lnTo>
                    <a:pt x="7848" y="20582"/>
                  </a:lnTo>
                  <a:cubicBezTo>
                    <a:pt x="8579" y="13206"/>
                    <a:pt x="10395" y="1660"/>
                    <a:pt x="12291" y="638"/>
                  </a:cubicBezTo>
                  <a:close/>
                  <a:moveTo>
                    <a:pt x="12492" y="0"/>
                  </a:moveTo>
                  <a:cubicBezTo>
                    <a:pt x="12486" y="0"/>
                    <a:pt x="12479" y="1"/>
                    <a:pt x="12472" y="1"/>
                  </a:cubicBezTo>
                  <a:cubicBezTo>
                    <a:pt x="9437" y="249"/>
                    <a:pt x="7615" y="17177"/>
                    <a:pt x="7279" y="20568"/>
                  </a:cubicBezTo>
                  <a:cubicBezTo>
                    <a:pt x="7277" y="20596"/>
                    <a:pt x="7278" y="20624"/>
                    <a:pt x="7284" y="20652"/>
                  </a:cubicBezTo>
                  <a:lnTo>
                    <a:pt x="9109" y="29778"/>
                  </a:lnTo>
                  <a:lnTo>
                    <a:pt x="589" y="33835"/>
                  </a:lnTo>
                  <a:cubicBezTo>
                    <a:pt x="497" y="33878"/>
                    <a:pt x="436" y="33968"/>
                    <a:pt x="428" y="34069"/>
                  </a:cubicBezTo>
                  <a:lnTo>
                    <a:pt x="13" y="39674"/>
                  </a:lnTo>
                  <a:cubicBezTo>
                    <a:pt x="1" y="39839"/>
                    <a:pt x="131" y="39978"/>
                    <a:pt x="295" y="39979"/>
                  </a:cubicBezTo>
                  <a:cubicBezTo>
                    <a:pt x="308" y="39978"/>
                    <a:pt x="321" y="39978"/>
                    <a:pt x="333" y="39976"/>
                  </a:cubicBezTo>
                  <a:lnTo>
                    <a:pt x="17696" y="37593"/>
                  </a:lnTo>
                  <a:cubicBezTo>
                    <a:pt x="18749" y="37449"/>
                    <a:pt x="19690" y="36865"/>
                    <a:pt x="20287" y="35986"/>
                  </a:cubicBezTo>
                  <a:cubicBezTo>
                    <a:pt x="20885" y="35107"/>
                    <a:pt x="21080" y="34016"/>
                    <a:pt x="20826" y="32985"/>
                  </a:cubicBezTo>
                  <a:lnTo>
                    <a:pt x="12771" y="216"/>
                  </a:lnTo>
                  <a:cubicBezTo>
                    <a:pt x="12738" y="89"/>
                    <a:pt x="12623" y="0"/>
                    <a:pt x="1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178;p51">
              <a:extLst>
                <a:ext uri="{FF2B5EF4-FFF2-40B4-BE49-F238E27FC236}">
                  <a16:creationId xmlns:a16="http://schemas.microsoft.com/office/drawing/2014/main" id="{BA35C9D0-5C24-5B0C-0F0F-BA353B69CB06}"/>
                </a:ext>
              </a:extLst>
            </p:cNvPr>
            <p:cNvSpPr/>
            <p:nvPr/>
          </p:nvSpPr>
          <p:spPr>
            <a:xfrm>
              <a:off x="4543950" y="1815650"/>
              <a:ext cx="918300" cy="1251350"/>
            </a:xfrm>
            <a:custGeom>
              <a:avLst/>
              <a:gdLst/>
              <a:ahLst/>
              <a:cxnLst/>
              <a:rect l="l" t="t" r="r" b="b"/>
              <a:pathLst>
                <a:path w="36732" h="50054" extrusionOk="0">
                  <a:moveTo>
                    <a:pt x="18657" y="0"/>
                  </a:moveTo>
                  <a:cubicBezTo>
                    <a:pt x="15879" y="0"/>
                    <a:pt x="13007" y="296"/>
                    <a:pt x="10308" y="861"/>
                  </a:cubicBezTo>
                  <a:cubicBezTo>
                    <a:pt x="7851" y="1374"/>
                    <a:pt x="5538" y="2109"/>
                    <a:pt x="3571" y="3046"/>
                  </a:cubicBezTo>
                  <a:cubicBezTo>
                    <a:pt x="1071" y="4236"/>
                    <a:pt x="0" y="4593"/>
                    <a:pt x="0" y="4593"/>
                  </a:cubicBezTo>
                  <a:cubicBezTo>
                    <a:pt x="0" y="4593"/>
                    <a:pt x="3081" y="44513"/>
                    <a:pt x="3081" y="46537"/>
                  </a:cubicBezTo>
                  <a:cubicBezTo>
                    <a:pt x="3081" y="48561"/>
                    <a:pt x="2962" y="48680"/>
                    <a:pt x="3676" y="49275"/>
                  </a:cubicBezTo>
                  <a:cubicBezTo>
                    <a:pt x="4281" y="49779"/>
                    <a:pt x="7024" y="50053"/>
                    <a:pt x="11825" y="50053"/>
                  </a:cubicBezTo>
                  <a:cubicBezTo>
                    <a:pt x="12695" y="50053"/>
                    <a:pt x="13632" y="50044"/>
                    <a:pt x="14635" y="50026"/>
                  </a:cubicBezTo>
                  <a:cubicBezTo>
                    <a:pt x="17364" y="49976"/>
                    <a:pt x="19968" y="49962"/>
                    <a:pt x="22121" y="49962"/>
                  </a:cubicBezTo>
                  <a:cubicBezTo>
                    <a:pt x="25134" y="49962"/>
                    <a:pt x="27263" y="49990"/>
                    <a:pt x="27610" y="49990"/>
                  </a:cubicBezTo>
                  <a:cubicBezTo>
                    <a:pt x="28205" y="49990"/>
                    <a:pt x="29277" y="49632"/>
                    <a:pt x="29991" y="48561"/>
                  </a:cubicBezTo>
                  <a:cubicBezTo>
                    <a:pt x="30706" y="47489"/>
                    <a:pt x="36496" y="4959"/>
                    <a:pt x="36614" y="4483"/>
                  </a:cubicBezTo>
                  <a:cubicBezTo>
                    <a:pt x="36732" y="4005"/>
                    <a:pt x="27619" y="1251"/>
                    <a:pt x="26777" y="1011"/>
                  </a:cubicBezTo>
                  <a:cubicBezTo>
                    <a:pt x="24383" y="327"/>
                    <a:pt x="21572" y="0"/>
                    <a:pt x="18657" y="0"/>
                  </a:cubicBez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179;p51">
              <a:extLst>
                <a:ext uri="{FF2B5EF4-FFF2-40B4-BE49-F238E27FC236}">
                  <a16:creationId xmlns:a16="http://schemas.microsoft.com/office/drawing/2014/main" id="{530EBE34-9DB1-C3C2-8DF6-DD0718255CBE}"/>
                </a:ext>
              </a:extLst>
            </p:cNvPr>
            <p:cNvSpPr/>
            <p:nvPr/>
          </p:nvSpPr>
          <p:spPr>
            <a:xfrm>
              <a:off x="4536625" y="1808450"/>
              <a:ext cx="933050" cy="1265625"/>
            </a:xfrm>
            <a:custGeom>
              <a:avLst/>
              <a:gdLst/>
              <a:ahLst/>
              <a:cxnLst/>
              <a:rect l="l" t="t" r="r" b="b"/>
              <a:pathLst>
                <a:path w="37322" h="50625" extrusionOk="0">
                  <a:moveTo>
                    <a:pt x="18942" y="566"/>
                  </a:moveTo>
                  <a:cubicBezTo>
                    <a:pt x="21873" y="566"/>
                    <a:pt x="24649" y="902"/>
                    <a:pt x="26992" y="1572"/>
                  </a:cubicBezTo>
                  <a:cubicBezTo>
                    <a:pt x="28646" y="2044"/>
                    <a:pt x="35732" y="4245"/>
                    <a:pt x="36607" y="4844"/>
                  </a:cubicBezTo>
                  <a:cubicBezTo>
                    <a:pt x="36534" y="5315"/>
                    <a:pt x="36301" y="6968"/>
                    <a:pt x="35754" y="10873"/>
                  </a:cubicBezTo>
                  <a:cubicBezTo>
                    <a:pt x="34212" y="21871"/>
                    <a:pt x="30602" y="47625"/>
                    <a:pt x="30048" y="48691"/>
                  </a:cubicBezTo>
                  <a:cubicBezTo>
                    <a:pt x="29362" y="49721"/>
                    <a:pt x="28345" y="49994"/>
                    <a:pt x="27903" y="49994"/>
                  </a:cubicBezTo>
                  <a:lnTo>
                    <a:pt x="27314" y="49989"/>
                  </a:lnTo>
                  <a:cubicBezTo>
                    <a:pt x="26453" y="49982"/>
                    <a:pt x="24693" y="49966"/>
                    <a:pt x="22431" y="49966"/>
                  </a:cubicBezTo>
                  <a:cubicBezTo>
                    <a:pt x="20270" y="49966"/>
                    <a:pt x="17652" y="49981"/>
                    <a:pt x="14924" y="50030"/>
                  </a:cubicBezTo>
                  <a:cubicBezTo>
                    <a:pt x="13893" y="50049"/>
                    <a:pt x="12961" y="50058"/>
                    <a:pt x="12116" y="50058"/>
                  </a:cubicBezTo>
                  <a:cubicBezTo>
                    <a:pt x="5763" y="50058"/>
                    <a:pt x="4426" y="49575"/>
                    <a:pt x="4152" y="49346"/>
                  </a:cubicBezTo>
                  <a:cubicBezTo>
                    <a:pt x="3641" y="48920"/>
                    <a:pt x="3642" y="48870"/>
                    <a:pt x="3654" y="47575"/>
                  </a:cubicBezTo>
                  <a:cubicBezTo>
                    <a:pt x="3656" y="47358"/>
                    <a:pt x="3658" y="47110"/>
                    <a:pt x="3658" y="46825"/>
                  </a:cubicBezTo>
                  <a:cubicBezTo>
                    <a:pt x="3658" y="44868"/>
                    <a:pt x="861" y="8568"/>
                    <a:pt x="592" y="5075"/>
                  </a:cubicBezTo>
                  <a:cubicBezTo>
                    <a:pt x="1014" y="4918"/>
                    <a:pt x="2088" y="4494"/>
                    <a:pt x="3987" y="3589"/>
                  </a:cubicBezTo>
                  <a:cubicBezTo>
                    <a:pt x="5896" y="2679"/>
                    <a:pt x="8141" y="1951"/>
                    <a:pt x="10658" y="1426"/>
                  </a:cubicBezTo>
                  <a:cubicBezTo>
                    <a:pt x="13405" y="851"/>
                    <a:pt x="16239" y="566"/>
                    <a:pt x="18942" y="566"/>
                  </a:cubicBezTo>
                  <a:close/>
                  <a:moveTo>
                    <a:pt x="18942" y="1"/>
                  </a:moveTo>
                  <a:cubicBezTo>
                    <a:pt x="16199" y="1"/>
                    <a:pt x="13325" y="290"/>
                    <a:pt x="10543" y="872"/>
                  </a:cubicBezTo>
                  <a:cubicBezTo>
                    <a:pt x="7982" y="1406"/>
                    <a:pt x="5694" y="2149"/>
                    <a:pt x="3743" y="3077"/>
                  </a:cubicBezTo>
                  <a:cubicBezTo>
                    <a:pt x="1294" y="4244"/>
                    <a:pt x="213" y="4609"/>
                    <a:pt x="204" y="4613"/>
                  </a:cubicBezTo>
                  <a:cubicBezTo>
                    <a:pt x="79" y="4654"/>
                    <a:pt x="0" y="4774"/>
                    <a:pt x="10" y="4904"/>
                  </a:cubicBezTo>
                  <a:cubicBezTo>
                    <a:pt x="41" y="5302"/>
                    <a:pt x="3091" y="44834"/>
                    <a:pt x="3091" y="46825"/>
                  </a:cubicBezTo>
                  <a:cubicBezTo>
                    <a:pt x="3091" y="47108"/>
                    <a:pt x="3089" y="47355"/>
                    <a:pt x="3087" y="47569"/>
                  </a:cubicBezTo>
                  <a:cubicBezTo>
                    <a:pt x="3074" y="48905"/>
                    <a:pt x="3071" y="49183"/>
                    <a:pt x="3789" y="49780"/>
                  </a:cubicBezTo>
                  <a:cubicBezTo>
                    <a:pt x="4462" y="50342"/>
                    <a:pt x="7258" y="50624"/>
                    <a:pt x="12117" y="50624"/>
                  </a:cubicBezTo>
                  <a:cubicBezTo>
                    <a:pt x="12990" y="50624"/>
                    <a:pt x="13929" y="50616"/>
                    <a:pt x="14934" y="50597"/>
                  </a:cubicBezTo>
                  <a:cubicBezTo>
                    <a:pt x="17659" y="50548"/>
                    <a:pt x="20273" y="50533"/>
                    <a:pt x="22431" y="50533"/>
                  </a:cubicBezTo>
                  <a:cubicBezTo>
                    <a:pt x="24691" y="50533"/>
                    <a:pt x="26449" y="50549"/>
                    <a:pt x="27309" y="50556"/>
                  </a:cubicBezTo>
                  <a:lnTo>
                    <a:pt x="27903" y="50560"/>
                  </a:lnTo>
                  <a:cubicBezTo>
                    <a:pt x="28490" y="50560"/>
                    <a:pt x="29702" y="50234"/>
                    <a:pt x="30520" y="49006"/>
                  </a:cubicBezTo>
                  <a:cubicBezTo>
                    <a:pt x="31004" y="48279"/>
                    <a:pt x="33187" y="33267"/>
                    <a:pt x="36314" y="10952"/>
                  </a:cubicBezTo>
                  <a:cubicBezTo>
                    <a:pt x="36799" y="7494"/>
                    <a:pt x="37149" y="4994"/>
                    <a:pt x="37182" y="4839"/>
                  </a:cubicBezTo>
                  <a:cubicBezTo>
                    <a:pt x="37263" y="4515"/>
                    <a:pt x="37321" y="4280"/>
                    <a:pt x="32437" y="2676"/>
                  </a:cubicBezTo>
                  <a:cubicBezTo>
                    <a:pt x="30038" y="1890"/>
                    <a:pt x="27564" y="1145"/>
                    <a:pt x="27149" y="1026"/>
                  </a:cubicBezTo>
                  <a:cubicBezTo>
                    <a:pt x="24758" y="344"/>
                    <a:pt x="21927" y="1"/>
                    <a:pt x="18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180;p51">
              <a:extLst>
                <a:ext uri="{FF2B5EF4-FFF2-40B4-BE49-F238E27FC236}">
                  <a16:creationId xmlns:a16="http://schemas.microsoft.com/office/drawing/2014/main" id="{F185F801-0391-B38F-994F-02FD18C5604C}"/>
                </a:ext>
              </a:extLst>
            </p:cNvPr>
            <p:cNvSpPr/>
            <p:nvPr/>
          </p:nvSpPr>
          <p:spPr>
            <a:xfrm>
              <a:off x="5098750" y="2607025"/>
              <a:ext cx="76075" cy="61225"/>
            </a:xfrm>
            <a:custGeom>
              <a:avLst/>
              <a:gdLst/>
              <a:ahLst/>
              <a:cxnLst/>
              <a:rect l="l" t="t" r="r" b="b"/>
              <a:pathLst>
                <a:path w="3043" h="2449" extrusionOk="0">
                  <a:moveTo>
                    <a:pt x="2721" y="0"/>
                  </a:moveTo>
                  <a:cubicBezTo>
                    <a:pt x="2646" y="0"/>
                    <a:pt x="2571" y="30"/>
                    <a:pt x="2515" y="89"/>
                  </a:cubicBezTo>
                  <a:cubicBezTo>
                    <a:pt x="1775" y="762"/>
                    <a:pt x="984" y="1376"/>
                    <a:pt x="150" y="1928"/>
                  </a:cubicBezTo>
                  <a:cubicBezTo>
                    <a:pt x="47" y="1997"/>
                    <a:pt x="0" y="2126"/>
                    <a:pt x="36" y="2245"/>
                  </a:cubicBezTo>
                  <a:cubicBezTo>
                    <a:pt x="71" y="2365"/>
                    <a:pt x="182" y="2447"/>
                    <a:pt x="306" y="2448"/>
                  </a:cubicBezTo>
                  <a:cubicBezTo>
                    <a:pt x="361" y="2448"/>
                    <a:pt x="415" y="2432"/>
                    <a:pt x="462" y="2402"/>
                  </a:cubicBezTo>
                  <a:cubicBezTo>
                    <a:pt x="1321" y="1834"/>
                    <a:pt x="2134" y="1201"/>
                    <a:pt x="2896" y="507"/>
                  </a:cubicBezTo>
                  <a:cubicBezTo>
                    <a:pt x="3026" y="406"/>
                    <a:pt x="3042" y="215"/>
                    <a:pt x="2931" y="93"/>
                  </a:cubicBezTo>
                  <a:cubicBezTo>
                    <a:pt x="2875" y="31"/>
                    <a:pt x="2798" y="0"/>
                    <a:pt x="2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181;p51">
              <a:extLst>
                <a:ext uri="{FF2B5EF4-FFF2-40B4-BE49-F238E27FC236}">
                  <a16:creationId xmlns:a16="http://schemas.microsoft.com/office/drawing/2014/main" id="{7B35DA98-0B0F-0F24-1826-8B8ADA56CB9D}"/>
                </a:ext>
              </a:extLst>
            </p:cNvPr>
            <p:cNvSpPr/>
            <p:nvPr/>
          </p:nvSpPr>
          <p:spPr>
            <a:xfrm>
              <a:off x="5213825" y="2219000"/>
              <a:ext cx="179225" cy="342950"/>
            </a:xfrm>
            <a:custGeom>
              <a:avLst/>
              <a:gdLst/>
              <a:ahLst/>
              <a:cxnLst/>
              <a:rect l="l" t="t" r="r" b="b"/>
              <a:pathLst>
                <a:path w="7169" h="13718" extrusionOk="0">
                  <a:moveTo>
                    <a:pt x="6857" y="1"/>
                  </a:moveTo>
                  <a:cubicBezTo>
                    <a:pt x="6726" y="1"/>
                    <a:pt x="6608" y="92"/>
                    <a:pt x="6580" y="225"/>
                  </a:cubicBezTo>
                  <a:cubicBezTo>
                    <a:pt x="6563" y="297"/>
                    <a:pt x="4880" y="7540"/>
                    <a:pt x="153" y="13252"/>
                  </a:cubicBezTo>
                  <a:cubicBezTo>
                    <a:pt x="0" y="13437"/>
                    <a:pt x="131" y="13717"/>
                    <a:pt x="371" y="13718"/>
                  </a:cubicBezTo>
                  <a:cubicBezTo>
                    <a:pt x="456" y="13718"/>
                    <a:pt x="536" y="13680"/>
                    <a:pt x="589" y="13615"/>
                  </a:cubicBezTo>
                  <a:cubicBezTo>
                    <a:pt x="5406" y="7795"/>
                    <a:pt x="7115" y="424"/>
                    <a:pt x="7132" y="350"/>
                  </a:cubicBezTo>
                  <a:cubicBezTo>
                    <a:pt x="7168" y="197"/>
                    <a:pt x="7073" y="43"/>
                    <a:pt x="6920" y="8"/>
                  </a:cubicBezTo>
                  <a:cubicBezTo>
                    <a:pt x="6899" y="3"/>
                    <a:pt x="6878" y="1"/>
                    <a:pt x="6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182;p51">
              <a:extLst>
                <a:ext uri="{FF2B5EF4-FFF2-40B4-BE49-F238E27FC236}">
                  <a16:creationId xmlns:a16="http://schemas.microsoft.com/office/drawing/2014/main" id="{F710AA50-A7F6-7A98-2D0F-650C513711F5}"/>
                </a:ext>
              </a:extLst>
            </p:cNvPr>
            <p:cNvSpPr/>
            <p:nvPr/>
          </p:nvSpPr>
          <p:spPr>
            <a:xfrm>
              <a:off x="5395900" y="2664750"/>
              <a:ext cx="165100" cy="82175"/>
            </a:xfrm>
            <a:custGeom>
              <a:avLst/>
              <a:gdLst/>
              <a:ahLst/>
              <a:cxnLst/>
              <a:rect l="l" t="t" r="r" b="b"/>
              <a:pathLst>
                <a:path w="6604" h="3287" extrusionOk="0">
                  <a:moveTo>
                    <a:pt x="321" y="0"/>
                  </a:moveTo>
                  <a:cubicBezTo>
                    <a:pt x="264" y="0"/>
                    <a:pt x="206" y="17"/>
                    <a:pt x="156" y="53"/>
                  </a:cubicBezTo>
                  <a:cubicBezTo>
                    <a:pt x="34" y="140"/>
                    <a:pt x="0" y="307"/>
                    <a:pt x="80" y="435"/>
                  </a:cubicBezTo>
                  <a:cubicBezTo>
                    <a:pt x="154" y="538"/>
                    <a:pt x="1951" y="2996"/>
                    <a:pt x="6304" y="3285"/>
                  </a:cubicBezTo>
                  <a:cubicBezTo>
                    <a:pt x="6312" y="3286"/>
                    <a:pt x="6317" y="3286"/>
                    <a:pt x="6323" y="3286"/>
                  </a:cubicBezTo>
                  <a:lnTo>
                    <a:pt x="6325" y="3286"/>
                  </a:lnTo>
                  <a:cubicBezTo>
                    <a:pt x="6474" y="3281"/>
                    <a:pt x="6594" y="3161"/>
                    <a:pt x="6598" y="3012"/>
                  </a:cubicBezTo>
                  <a:cubicBezTo>
                    <a:pt x="6604" y="2861"/>
                    <a:pt x="6491" y="2734"/>
                    <a:pt x="6343" y="2719"/>
                  </a:cubicBezTo>
                  <a:cubicBezTo>
                    <a:pt x="2272" y="2449"/>
                    <a:pt x="558" y="128"/>
                    <a:pt x="541" y="105"/>
                  </a:cubicBezTo>
                  <a:cubicBezTo>
                    <a:pt x="485" y="36"/>
                    <a:pt x="40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183;p51">
              <a:extLst>
                <a:ext uri="{FF2B5EF4-FFF2-40B4-BE49-F238E27FC236}">
                  <a16:creationId xmlns:a16="http://schemas.microsoft.com/office/drawing/2014/main" id="{8AC45BF9-CFB8-F7C9-DB16-EBE79A9990E0}"/>
                </a:ext>
              </a:extLst>
            </p:cNvPr>
            <p:cNvSpPr/>
            <p:nvPr/>
          </p:nvSpPr>
          <p:spPr>
            <a:xfrm>
              <a:off x="5375050" y="2662275"/>
              <a:ext cx="104575" cy="116525"/>
            </a:xfrm>
            <a:custGeom>
              <a:avLst/>
              <a:gdLst/>
              <a:ahLst/>
              <a:cxnLst/>
              <a:rect l="l" t="t" r="r" b="b"/>
              <a:pathLst>
                <a:path w="4183" h="4661" extrusionOk="0">
                  <a:moveTo>
                    <a:pt x="308" y="0"/>
                  </a:moveTo>
                  <a:cubicBezTo>
                    <a:pt x="285" y="0"/>
                    <a:pt x="262" y="3"/>
                    <a:pt x="239" y="9"/>
                  </a:cubicBezTo>
                  <a:cubicBezTo>
                    <a:pt x="92" y="46"/>
                    <a:pt x="0" y="191"/>
                    <a:pt x="29" y="340"/>
                  </a:cubicBezTo>
                  <a:cubicBezTo>
                    <a:pt x="57" y="453"/>
                    <a:pt x="753" y="3131"/>
                    <a:pt x="3751" y="4631"/>
                  </a:cubicBezTo>
                  <a:cubicBezTo>
                    <a:pt x="3791" y="4650"/>
                    <a:pt x="3834" y="4660"/>
                    <a:pt x="3877" y="4661"/>
                  </a:cubicBezTo>
                  <a:cubicBezTo>
                    <a:pt x="4008" y="4660"/>
                    <a:pt x="4122" y="4569"/>
                    <a:pt x="4152" y="4441"/>
                  </a:cubicBezTo>
                  <a:cubicBezTo>
                    <a:pt x="4182" y="4315"/>
                    <a:pt x="4121" y="4183"/>
                    <a:pt x="4005" y="4123"/>
                  </a:cubicBezTo>
                  <a:cubicBezTo>
                    <a:pt x="1250" y="2746"/>
                    <a:pt x="585" y="227"/>
                    <a:pt x="580" y="203"/>
                  </a:cubicBezTo>
                  <a:cubicBezTo>
                    <a:pt x="543" y="80"/>
                    <a:pt x="430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184;p51">
              <a:extLst>
                <a:ext uri="{FF2B5EF4-FFF2-40B4-BE49-F238E27FC236}">
                  <a16:creationId xmlns:a16="http://schemas.microsoft.com/office/drawing/2014/main" id="{008E12C5-4602-A328-8D5A-950B47A0BBFB}"/>
                </a:ext>
              </a:extLst>
            </p:cNvPr>
            <p:cNvSpPr/>
            <p:nvPr/>
          </p:nvSpPr>
          <p:spPr>
            <a:xfrm>
              <a:off x="3624925" y="1542075"/>
              <a:ext cx="1000550" cy="848475"/>
            </a:xfrm>
            <a:custGeom>
              <a:avLst/>
              <a:gdLst/>
              <a:ahLst/>
              <a:cxnLst/>
              <a:rect l="l" t="t" r="r" b="b"/>
              <a:pathLst>
                <a:path w="40022" h="33939" extrusionOk="0">
                  <a:moveTo>
                    <a:pt x="3242" y="1"/>
                  </a:moveTo>
                  <a:lnTo>
                    <a:pt x="1" y="2702"/>
                  </a:lnTo>
                  <a:lnTo>
                    <a:pt x="14963" y="31490"/>
                  </a:lnTo>
                  <a:cubicBezTo>
                    <a:pt x="15757" y="33017"/>
                    <a:pt x="17327" y="33938"/>
                    <a:pt x="18995" y="33938"/>
                  </a:cubicBezTo>
                  <a:cubicBezTo>
                    <a:pt x="19319" y="33938"/>
                    <a:pt x="19646" y="33904"/>
                    <a:pt x="19972" y="33832"/>
                  </a:cubicBezTo>
                  <a:lnTo>
                    <a:pt x="37823" y="29898"/>
                  </a:lnTo>
                  <a:cubicBezTo>
                    <a:pt x="37823" y="29898"/>
                    <a:pt x="40022" y="23868"/>
                    <a:pt x="36761" y="15536"/>
                  </a:cubicBezTo>
                  <a:lnTo>
                    <a:pt x="19940" y="20794"/>
                  </a:lnTo>
                  <a:lnTo>
                    <a:pt x="3242" y="1"/>
                  </a:lnTo>
                  <a:close/>
                </a:path>
              </a:pathLst>
            </a:cu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185;p51">
              <a:extLst>
                <a:ext uri="{FF2B5EF4-FFF2-40B4-BE49-F238E27FC236}">
                  <a16:creationId xmlns:a16="http://schemas.microsoft.com/office/drawing/2014/main" id="{11E5D884-9FA4-A0E9-9304-A8E6A752CA80}"/>
                </a:ext>
              </a:extLst>
            </p:cNvPr>
            <p:cNvSpPr/>
            <p:nvPr/>
          </p:nvSpPr>
          <p:spPr>
            <a:xfrm>
              <a:off x="3617100" y="1535000"/>
              <a:ext cx="1015025" cy="862625"/>
            </a:xfrm>
            <a:custGeom>
              <a:avLst/>
              <a:gdLst/>
              <a:ahLst/>
              <a:cxnLst/>
              <a:rect l="l" t="t" r="r" b="b"/>
              <a:pathLst>
                <a:path w="40601" h="34505" extrusionOk="0">
                  <a:moveTo>
                    <a:pt x="3515" y="685"/>
                  </a:moveTo>
                  <a:lnTo>
                    <a:pt x="20032" y="21254"/>
                  </a:lnTo>
                  <a:cubicBezTo>
                    <a:pt x="20086" y="21322"/>
                    <a:pt x="20168" y="21360"/>
                    <a:pt x="20252" y="21360"/>
                  </a:cubicBezTo>
                  <a:cubicBezTo>
                    <a:pt x="20281" y="21360"/>
                    <a:pt x="20309" y="21356"/>
                    <a:pt x="20337" y="21347"/>
                  </a:cubicBezTo>
                  <a:lnTo>
                    <a:pt x="36904" y="16168"/>
                  </a:lnTo>
                  <a:cubicBezTo>
                    <a:pt x="39682" y="23470"/>
                    <a:pt x="38210" y="28988"/>
                    <a:pt x="37916" y="29939"/>
                  </a:cubicBezTo>
                  <a:lnTo>
                    <a:pt x="20225" y="33838"/>
                  </a:lnTo>
                  <a:cubicBezTo>
                    <a:pt x="19920" y="33905"/>
                    <a:pt x="19613" y="33938"/>
                    <a:pt x="19310" y="33938"/>
                  </a:cubicBezTo>
                  <a:cubicBezTo>
                    <a:pt x="17746" y="33938"/>
                    <a:pt x="16271" y="33072"/>
                    <a:pt x="15529" y="31643"/>
                  </a:cubicBezTo>
                  <a:lnTo>
                    <a:pt x="671" y="3056"/>
                  </a:lnTo>
                  <a:lnTo>
                    <a:pt x="3515" y="685"/>
                  </a:lnTo>
                  <a:close/>
                  <a:moveTo>
                    <a:pt x="3559" y="0"/>
                  </a:moveTo>
                  <a:cubicBezTo>
                    <a:pt x="3491" y="0"/>
                    <a:pt x="3426" y="23"/>
                    <a:pt x="3374" y="65"/>
                  </a:cubicBezTo>
                  <a:lnTo>
                    <a:pt x="132" y="2768"/>
                  </a:lnTo>
                  <a:cubicBezTo>
                    <a:pt x="30" y="2853"/>
                    <a:pt x="1" y="2998"/>
                    <a:pt x="62" y="3116"/>
                  </a:cubicBezTo>
                  <a:lnTo>
                    <a:pt x="15025" y="31904"/>
                  </a:lnTo>
                  <a:cubicBezTo>
                    <a:pt x="15867" y="33524"/>
                    <a:pt x="17540" y="34504"/>
                    <a:pt x="19311" y="34504"/>
                  </a:cubicBezTo>
                  <a:cubicBezTo>
                    <a:pt x="19659" y="34504"/>
                    <a:pt x="20006" y="34467"/>
                    <a:pt x="20346" y="34392"/>
                  </a:cubicBezTo>
                  <a:lnTo>
                    <a:pt x="38196" y="30458"/>
                  </a:lnTo>
                  <a:cubicBezTo>
                    <a:pt x="38291" y="30438"/>
                    <a:pt x="38368" y="30370"/>
                    <a:pt x="38402" y="30279"/>
                  </a:cubicBezTo>
                  <a:cubicBezTo>
                    <a:pt x="38494" y="30028"/>
                    <a:pt x="40600" y="24052"/>
                    <a:pt x="37338" y="15716"/>
                  </a:cubicBezTo>
                  <a:cubicBezTo>
                    <a:pt x="37294" y="15605"/>
                    <a:pt x="37187" y="15536"/>
                    <a:pt x="37073" y="15536"/>
                  </a:cubicBezTo>
                  <a:cubicBezTo>
                    <a:pt x="37045" y="15536"/>
                    <a:pt x="37017" y="15540"/>
                    <a:pt x="36989" y="15548"/>
                  </a:cubicBezTo>
                  <a:lnTo>
                    <a:pt x="20354" y="20748"/>
                  </a:lnTo>
                  <a:lnTo>
                    <a:pt x="3777" y="106"/>
                  </a:lnTo>
                  <a:cubicBezTo>
                    <a:pt x="3729" y="47"/>
                    <a:pt x="3659" y="9"/>
                    <a:pt x="3584" y="1"/>
                  </a:cubicBezTo>
                  <a:cubicBezTo>
                    <a:pt x="3575" y="1"/>
                    <a:pt x="3567" y="0"/>
                    <a:pt x="3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186;p51">
              <a:extLst>
                <a:ext uri="{FF2B5EF4-FFF2-40B4-BE49-F238E27FC236}">
                  <a16:creationId xmlns:a16="http://schemas.microsoft.com/office/drawing/2014/main" id="{709BFDC7-AD0D-D10B-48A8-23EA1BD6A3C4}"/>
                </a:ext>
              </a:extLst>
            </p:cNvPr>
            <p:cNvSpPr/>
            <p:nvPr/>
          </p:nvSpPr>
          <p:spPr>
            <a:xfrm>
              <a:off x="4061850" y="2072550"/>
              <a:ext cx="56025" cy="127775"/>
            </a:xfrm>
            <a:custGeom>
              <a:avLst/>
              <a:gdLst/>
              <a:ahLst/>
              <a:cxnLst/>
              <a:rect l="l" t="t" r="r" b="b"/>
              <a:pathLst>
                <a:path w="2241" h="5111" extrusionOk="0">
                  <a:moveTo>
                    <a:pt x="1920" y="0"/>
                  </a:moveTo>
                  <a:cubicBezTo>
                    <a:pt x="1839" y="0"/>
                    <a:pt x="1758" y="36"/>
                    <a:pt x="1702" y="103"/>
                  </a:cubicBezTo>
                  <a:cubicBezTo>
                    <a:pt x="1633" y="195"/>
                    <a:pt x="1" y="2403"/>
                    <a:pt x="189" y="4849"/>
                  </a:cubicBezTo>
                  <a:cubicBezTo>
                    <a:pt x="200" y="4996"/>
                    <a:pt x="323" y="5110"/>
                    <a:pt x="470" y="5110"/>
                  </a:cubicBezTo>
                  <a:lnTo>
                    <a:pt x="493" y="5110"/>
                  </a:lnTo>
                  <a:cubicBezTo>
                    <a:pt x="649" y="5097"/>
                    <a:pt x="765" y="4961"/>
                    <a:pt x="754" y="4805"/>
                  </a:cubicBezTo>
                  <a:cubicBezTo>
                    <a:pt x="583" y="2576"/>
                    <a:pt x="2139" y="464"/>
                    <a:pt x="2156" y="442"/>
                  </a:cubicBezTo>
                  <a:cubicBezTo>
                    <a:pt x="2240" y="317"/>
                    <a:pt x="2211" y="148"/>
                    <a:pt x="2090" y="57"/>
                  </a:cubicBezTo>
                  <a:cubicBezTo>
                    <a:pt x="2039" y="19"/>
                    <a:pt x="1980" y="0"/>
                    <a:pt x="1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187;p51">
              <a:extLst>
                <a:ext uri="{FF2B5EF4-FFF2-40B4-BE49-F238E27FC236}">
                  <a16:creationId xmlns:a16="http://schemas.microsoft.com/office/drawing/2014/main" id="{3CD915DC-D5B8-E639-A6FE-A3EE88D1CAB5}"/>
                </a:ext>
              </a:extLst>
            </p:cNvPr>
            <p:cNvSpPr/>
            <p:nvPr/>
          </p:nvSpPr>
          <p:spPr>
            <a:xfrm>
              <a:off x="4016325" y="2118125"/>
              <a:ext cx="48075" cy="145975"/>
            </a:xfrm>
            <a:custGeom>
              <a:avLst/>
              <a:gdLst/>
              <a:ahLst/>
              <a:cxnLst/>
              <a:rect l="l" t="t" r="r" b="b"/>
              <a:pathLst>
                <a:path w="1923" h="5839" extrusionOk="0">
                  <a:moveTo>
                    <a:pt x="1014" y="1"/>
                  </a:moveTo>
                  <a:cubicBezTo>
                    <a:pt x="889" y="1"/>
                    <a:pt x="774" y="84"/>
                    <a:pt x="740" y="210"/>
                  </a:cubicBezTo>
                  <a:cubicBezTo>
                    <a:pt x="710" y="348"/>
                    <a:pt x="1" y="3627"/>
                    <a:pt x="1324" y="5707"/>
                  </a:cubicBezTo>
                  <a:cubicBezTo>
                    <a:pt x="1376" y="5789"/>
                    <a:pt x="1467" y="5838"/>
                    <a:pt x="1563" y="5838"/>
                  </a:cubicBezTo>
                  <a:cubicBezTo>
                    <a:pt x="1787" y="5837"/>
                    <a:pt x="1922" y="5591"/>
                    <a:pt x="1802" y="5402"/>
                  </a:cubicBezTo>
                  <a:cubicBezTo>
                    <a:pt x="607" y="3522"/>
                    <a:pt x="1286" y="364"/>
                    <a:pt x="1294" y="332"/>
                  </a:cubicBezTo>
                  <a:cubicBezTo>
                    <a:pt x="1319" y="184"/>
                    <a:pt x="1223" y="41"/>
                    <a:pt x="1075" y="7"/>
                  </a:cubicBezTo>
                  <a:cubicBezTo>
                    <a:pt x="1055" y="3"/>
                    <a:pt x="1034" y="1"/>
                    <a:pt x="1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188;p51">
              <a:extLst>
                <a:ext uri="{FF2B5EF4-FFF2-40B4-BE49-F238E27FC236}">
                  <a16:creationId xmlns:a16="http://schemas.microsoft.com/office/drawing/2014/main" id="{30A5F7B5-0A92-D41A-985D-2EED63AFAAA5}"/>
                </a:ext>
              </a:extLst>
            </p:cNvPr>
            <p:cNvSpPr/>
            <p:nvPr/>
          </p:nvSpPr>
          <p:spPr>
            <a:xfrm>
              <a:off x="4562225" y="2282075"/>
              <a:ext cx="202250" cy="177900"/>
            </a:xfrm>
            <a:custGeom>
              <a:avLst/>
              <a:gdLst/>
              <a:ahLst/>
              <a:cxnLst/>
              <a:rect l="l" t="t" r="r" b="b"/>
              <a:pathLst>
                <a:path w="8090" h="7116" extrusionOk="0">
                  <a:moveTo>
                    <a:pt x="318" y="0"/>
                  </a:moveTo>
                  <a:cubicBezTo>
                    <a:pt x="253" y="0"/>
                    <a:pt x="188" y="22"/>
                    <a:pt x="134" y="68"/>
                  </a:cubicBezTo>
                  <a:cubicBezTo>
                    <a:pt x="8" y="175"/>
                    <a:pt x="1" y="365"/>
                    <a:pt x="115" y="483"/>
                  </a:cubicBezTo>
                  <a:cubicBezTo>
                    <a:pt x="287" y="685"/>
                    <a:pt x="4366" y="5438"/>
                    <a:pt x="7659" y="7085"/>
                  </a:cubicBezTo>
                  <a:cubicBezTo>
                    <a:pt x="7698" y="7104"/>
                    <a:pt x="7741" y="7115"/>
                    <a:pt x="7786" y="7115"/>
                  </a:cubicBezTo>
                  <a:cubicBezTo>
                    <a:pt x="7916" y="7114"/>
                    <a:pt x="8030" y="7024"/>
                    <a:pt x="8060" y="6897"/>
                  </a:cubicBezTo>
                  <a:cubicBezTo>
                    <a:pt x="8090" y="6769"/>
                    <a:pt x="8029" y="6637"/>
                    <a:pt x="7912" y="6577"/>
                  </a:cubicBezTo>
                  <a:cubicBezTo>
                    <a:pt x="4723" y="4983"/>
                    <a:pt x="588" y="163"/>
                    <a:pt x="546" y="114"/>
                  </a:cubicBezTo>
                  <a:cubicBezTo>
                    <a:pt x="490" y="39"/>
                    <a:pt x="404" y="0"/>
                    <a:pt x="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189;p51">
              <a:extLst>
                <a:ext uri="{FF2B5EF4-FFF2-40B4-BE49-F238E27FC236}">
                  <a16:creationId xmlns:a16="http://schemas.microsoft.com/office/drawing/2014/main" id="{7552E55C-13BD-E884-2D82-889F267C65A6}"/>
                </a:ext>
              </a:extLst>
            </p:cNvPr>
            <p:cNvSpPr/>
            <p:nvPr/>
          </p:nvSpPr>
          <p:spPr>
            <a:xfrm>
              <a:off x="4589600" y="2345875"/>
              <a:ext cx="193125" cy="214300"/>
            </a:xfrm>
            <a:custGeom>
              <a:avLst/>
              <a:gdLst/>
              <a:ahLst/>
              <a:cxnLst/>
              <a:rect l="l" t="t" r="r" b="b"/>
              <a:pathLst>
                <a:path w="7725" h="8572" extrusionOk="0">
                  <a:moveTo>
                    <a:pt x="319" y="0"/>
                  </a:moveTo>
                  <a:cubicBezTo>
                    <a:pt x="281" y="0"/>
                    <a:pt x="243" y="8"/>
                    <a:pt x="206" y="24"/>
                  </a:cubicBezTo>
                  <a:cubicBezTo>
                    <a:pt x="68" y="84"/>
                    <a:pt x="0" y="241"/>
                    <a:pt x="52" y="383"/>
                  </a:cubicBezTo>
                  <a:cubicBezTo>
                    <a:pt x="151" y="610"/>
                    <a:pt x="2516" y="5969"/>
                    <a:pt x="7284" y="8538"/>
                  </a:cubicBezTo>
                  <a:cubicBezTo>
                    <a:pt x="7326" y="8559"/>
                    <a:pt x="7372" y="8571"/>
                    <a:pt x="7420" y="8571"/>
                  </a:cubicBezTo>
                  <a:lnTo>
                    <a:pt x="7419" y="8570"/>
                  </a:lnTo>
                  <a:cubicBezTo>
                    <a:pt x="7548" y="8570"/>
                    <a:pt x="7661" y="8481"/>
                    <a:pt x="7692" y="8356"/>
                  </a:cubicBezTo>
                  <a:cubicBezTo>
                    <a:pt x="7725" y="8230"/>
                    <a:pt x="7667" y="8100"/>
                    <a:pt x="7554" y="8038"/>
                  </a:cubicBezTo>
                  <a:cubicBezTo>
                    <a:pt x="2960" y="5565"/>
                    <a:pt x="597" y="212"/>
                    <a:pt x="573" y="158"/>
                  </a:cubicBezTo>
                  <a:cubicBezTo>
                    <a:pt x="523" y="58"/>
                    <a:pt x="423" y="0"/>
                    <a:pt x="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190;p51">
              <a:extLst>
                <a:ext uri="{FF2B5EF4-FFF2-40B4-BE49-F238E27FC236}">
                  <a16:creationId xmlns:a16="http://schemas.microsoft.com/office/drawing/2014/main" id="{2B097EEA-6E53-CC04-AD2F-B1EF4AE8A9FC}"/>
                </a:ext>
              </a:extLst>
            </p:cNvPr>
            <p:cNvSpPr/>
            <p:nvPr/>
          </p:nvSpPr>
          <p:spPr>
            <a:xfrm>
              <a:off x="3653275" y="1616225"/>
              <a:ext cx="105450" cy="72550"/>
            </a:xfrm>
            <a:custGeom>
              <a:avLst/>
              <a:gdLst/>
              <a:ahLst/>
              <a:cxnLst/>
              <a:rect l="l" t="t" r="r" b="b"/>
              <a:pathLst>
                <a:path w="4218" h="2902" extrusionOk="0">
                  <a:moveTo>
                    <a:pt x="3896" y="1"/>
                  </a:moveTo>
                  <a:cubicBezTo>
                    <a:pt x="3848" y="1"/>
                    <a:pt x="3799" y="13"/>
                    <a:pt x="3754" y="39"/>
                  </a:cubicBezTo>
                  <a:lnTo>
                    <a:pt x="153" y="2380"/>
                  </a:lnTo>
                  <a:cubicBezTo>
                    <a:pt x="48" y="2449"/>
                    <a:pt x="0" y="2578"/>
                    <a:pt x="36" y="2698"/>
                  </a:cubicBezTo>
                  <a:cubicBezTo>
                    <a:pt x="72" y="2818"/>
                    <a:pt x="182" y="2900"/>
                    <a:pt x="308" y="2902"/>
                  </a:cubicBezTo>
                  <a:cubicBezTo>
                    <a:pt x="362" y="2902"/>
                    <a:pt x="416" y="2885"/>
                    <a:pt x="461" y="2856"/>
                  </a:cubicBezTo>
                  <a:lnTo>
                    <a:pt x="4064" y="514"/>
                  </a:lnTo>
                  <a:cubicBezTo>
                    <a:pt x="4186" y="425"/>
                    <a:pt x="4217" y="256"/>
                    <a:pt x="4135" y="130"/>
                  </a:cubicBezTo>
                  <a:cubicBezTo>
                    <a:pt x="4080" y="47"/>
                    <a:pt x="3989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191;p51">
              <a:extLst>
                <a:ext uri="{FF2B5EF4-FFF2-40B4-BE49-F238E27FC236}">
                  <a16:creationId xmlns:a16="http://schemas.microsoft.com/office/drawing/2014/main" id="{9A3F7DA7-CF3F-5490-FFFC-9FD643CD6F1A}"/>
                </a:ext>
              </a:extLst>
            </p:cNvPr>
            <p:cNvSpPr/>
            <p:nvPr/>
          </p:nvSpPr>
          <p:spPr>
            <a:xfrm>
              <a:off x="3491600" y="1214750"/>
              <a:ext cx="282475" cy="394900"/>
            </a:xfrm>
            <a:custGeom>
              <a:avLst/>
              <a:gdLst/>
              <a:ahLst/>
              <a:cxnLst/>
              <a:rect l="l" t="t" r="r" b="b"/>
              <a:pathLst>
                <a:path w="11299" h="15796" extrusionOk="0">
                  <a:moveTo>
                    <a:pt x="2077" y="0"/>
                  </a:moveTo>
                  <a:cubicBezTo>
                    <a:pt x="1428" y="0"/>
                    <a:pt x="779" y="390"/>
                    <a:pt x="1169" y="1039"/>
                  </a:cubicBezTo>
                  <a:cubicBezTo>
                    <a:pt x="1558" y="1689"/>
                    <a:pt x="3506" y="4806"/>
                    <a:pt x="3506" y="4806"/>
                  </a:cubicBezTo>
                  <a:lnTo>
                    <a:pt x="3896" y="6104"/>
                  </a:lnTo>
                  <a:cubicBezTo>
                    <a:pt x="3896" y="6104"/>
                    <a:pt x="1688" y="6234"/>
                    <a:pt x="1428" y="6623"/>
                  </a:cubicBezTo>
                  <a:cubicBezTo>
                    <a:pt x="1169" y="7013"/>
                    <a:pt x="1298" y="8182"/>
                    <a:pt x="649" y="8961"/>
                  </a:cubicBezTo>
                  <a:cubicBezTo>
                    <a:pt x="0" y="9740"/>
                    <a:pt x="130" y="10519"/>
                    <a:pt x="390" y="11299"/>
                  </a:cubicBezTo>
                  <a:cubicBezTo>
                    <a:pt x="649" y="12078"/>
                    <a:pt x="1428" y="13377"/>
                    <a:pt x="1947" y="13377"/>
                  </a:cubicBezTo>
                  <a:cubicBezTo>
                    <a:pt x="2467" y="13377"/>
                    <a:pt x="2857" y="13117"/>
                    <a:pt x="2857" y="13117"/>
                  </a:cubicBezTo>
                  <a:lnTo>
                    <a:pt x="5334" y="15795"/>
                  </a:lnTo>
                  <a:lnTo>
                    <a:pt x="8575" y="13094"/>
                  </a:lnTo>
                  <a:cubicBezTo>
                    <a:pt x="8575" y="13094"/>
                    <a:pt x="9741" y="11688"/>
                    <a:pt x="9741" y="10390"/>
                  </a:cubicBezTo>
                  <a:cubicBezTo>
                    <a:pt x="9741" y="9091"/>
                    <a:pt x="8831" y="7533"/>
                    <a:pt x="9221" y="6493"/>
                  </a:cubicBezTo>
                  <a:cubicBezTo>
                    <a:pt x="9611" y="5455"/>
                    <a:pt x="11299" y="4157"/>
                    <a:pt x="9870" y="3766"/>
                  </a:cubicBezTo>
                  <a:cubicBezTo>
                    <a:pt x="9614" y="3696"/>
                    <a:pt x="9367" y="3664"/>
                    <a:pt x="9132" y="3664"/>
                  </a:cubicBezTo>
                  <a:cubicBezTo>
                    <a:pt x="8056" y="3664"/>
                    <a:pt x="7249" y="4343"/>
                    <a:pt x="7142" y="5195"/>
                  </a:cubicBezTo>
                  <a:cubicBezTo>
                    <a:pt x="7045" y="5977"/>
                    <a:pt x="7094" y="6244"/>
                    <a:pt x="7124" y="6328"/>
                  </a:cubicBezTo>
                  <a:lnTo>
                    <a:pt x="7124" y="6328"/>
                  </a:lnTo>
                  <a:cubicBezTo>
                    <a:pt x="6949" y="5980"/>
                    <a:pt x="5519" y="3182"/>
                    <a:pt x="4545" y="2208"/>
                  </a:cubicBezTo>
                  <a:cubicBezTo>
                    <a:pt x="3506" y="1169"/>
                    <a:pt x="2727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192;p51">
              <a:extLst>
                <a:ext uri="{FF2B5EF4-FFF2-40B4-BE49-F238E27FC236}">
                  <a16:creationId xmlns:a16="http://schemas.microsoft.com/office/drawing/2014/main" id="{41B143A2-9D5C-BB86-36B1-942348798604}"/>
                </a:ext>
              </a:extLst>
            </p:cNvPr>
            <p:cNvSpPr/>
            <p:nvPr/>
          </p:nvSpPr>
          <p:spPr>
            <a:xfrm>
              <a:off x="3483825" y="1207625"/>
              <a:ext cx="278975" cy="409100"/>
            </a:xfrm>
            <a:custGeom>
              <a:avLst/>
              <a:gdLst/>
              <a:ahLst/>
              <a:cxnLst/>
              <a:rect l="l" t="t" r="r" b="b"/>
              <a:pathLst>
                <a:path w="11159" h="16364" extrusionOk="0">
                  <a:moveTo>
                    <a:pt x="2389" y="569"/>
                  </a:moveTo>
                  <a:cubicBezTo>
                    <a:pt x="2723" y="569"/>
                    <a:pt x="3271" y="1182"/>
                    <a:pt x="3801" y="1775"/>
                  </a:cubicBezTo>
                  <a:cubicBezTo>
                    <a:pt x="4066" y="2070"/>
                    <a:pt x="4350" y="2387"/>
                    <a:pt x="4656" y="2694"/>
                  </a:cubicBezTo>
                  <a:cubicBezTo>
                    <a:pt x="5582" y="3619"/>
                    <a:pt x="6975" y="6332"/>
                    <a:pt x="7176" y="6728"/>
                  </a:cubicBezTo>
                  <a:cubicBezTo>
                    <a:pt x="7193" y="6773"/>
                    <a:pt x="7220" y="6815"/>
                    <a:pt x="7253" y="6850"/>
                  </a:cubicBezTo>
                  <a:cubicBezTo>
                    <a:pt x="7308" y="6903"/>
                    <a:pt x="7380" y="6931"/>
                    <a:pt x="7452" y="6931"/>
                  </a:cubicBezTo>
                  <a:cubicBezTo>
                    <a:pt x="7510" y="6931"/>
                    <a:pt x="7568" y="6913"/>
                    <a:pt x="7618" y="6877"/>
                  </a:cubicBezTo>
                  <a:cubicBezTo>
                    <a:pt x="7730" y="6797"/>
                    <a:pt x="7768" y="6646"/>
                    <a:pt x="7708" y="6522"/>
                  </a:cubicBezTo>
                  <a:cubicBezTo>
                    <a:pt x="7705" y="6519"/>
                    <a:pt x="7703" y="6513"/>
                    <a:pt x="7699" y="6507"/>
                  </a:cubicBezTo>
                  <a:cubicBezTo>
                    <a:pt x="7687" y="6457"/>
                    <a:pt x="7647" y="6223"/>
                    <a:pt x="7735" y="5516"/>
                  </a:cubicBezTo>
                  <a:cubicBezTo>
                    <a:pt x="7783" y="5128"/>
                    <a:pt x="8007" y="4781"/>
                    <a:pt x="8363" y="4542"/>
                  </a:cubicBezTo>
                  <a:cubicBezTo>
                    <a:pt x="8668" y="4339"/>
                    <a:pt x="9045" y="4234"/>
                    <a:pt x="9446" y="4234"/>
                  </a:cubicBezTo>
                  <a:cubicBezTo>
                    <a:pt x="9662" y="4234"/>
                    <a:pt x="9884" y="4264"/>
                    <a:pt x="10107" y="4325"/>
                  </a:cubicBezTo>
                  <a:cubicBezTo>
                    <a:pt x="10303" y="4379"/>
                    <a:pt x="10426" y="4450"/>
                    <a:pt x="10453" y="4528"/>
                  </a:cubicBezTo>
                  <a:cubicBezTo>
                    <a:pt x="10527" y="4733"/>
                    <a:pt x="10183" y="5217"/>
                    <a:pt x="9907" y="5607"/>
                  </a:cubicBezTo>
                  <a:cubicBezTo>
                    <a:pt x="9659" y="5958"/>
                    <a:pt x="9401" y="6323"/>
                    <a:pt x="9267" y="6680"/>
                  </a:cubicBezTo>
                  <a:cubicBezTo>
                    <a:pt x="9008" y="7368"/>
                    <a:pt x="9238" y="8215"/>
                    <a:pt x="9460" y="9034"/>
                  </a:cubicBezTo>
                  <a:cubicBezTo>
                    <a:pt x="9612" y="9591"/>
                    <a:pt x="9767" y="10168"/>
                    <a:pt x="9767" y="10675"/>
                  </a:cubicBezTo>
                  <a:cubicBezTo>
                    <a:pt x="9767" y="11778"/>
                    <a:pt x="8817" y="13012"/>
                    <a:pt x="8683" y="13179"/>
                  </a:cubicBezTo>
                  <a:lnTo>
                    <a:pt x="5671" y="15691"/>
                  </a:lnTo>
                  <a:lnTo>
                    <a:pt x="3377" y="13210"/>
                  </a:lnTo>
                  <a:cubicBezTo>
                    <a:pt x="3323" y="13152"/>
                    <a:pt x="3247" y="13119"/>
                    <a:pt x="3168" y="13119"/>
                  </a:cubicBezTo>
                  <a:cubicBezTo>
                    <a:pt x="3112" y="13119"/>
                    <a:pt x="3057" y="13135"/>
                    <a:pt x="3010" y="13167"/>
                  </a:cubicBezTo>
                  <a:cubicBezTo>
                    <a:pt x="3007" y="13169"/>
                    <a:pt x="2680" y="13379"/>
                    <a:pt x="2258" y="13379"/>
                  </a:cubicBezTo>
                  <a:cubicBezTo>
                    <a:pt x="1991" y="13379"/>
                    <a:pt x="1266" y="12387"/>
                    <a:pt x="969" y="11494"/>
                  </a:cubicBezTo>
                  <a:cubicBezTo>
                    <a:pt x="702" y="10694"/>
                    <a:pt x="644" y="10068"/>
                    <a:pt x="1178" y="9428"/>
                  </a:cubicBezTo>
                  <a:cubicBezTo>
                    <a:pt x="1630" y="8886"/>
                    <a:pt x="1743" y="8184"/>
                    <a:pt x="1827" y="7672"/>
                  </a:cubicBezTo>
                  <a:cubicBezTo>
                    <a:pt x="1868" y="7422"/>
                    <a:pt x="1910" y="7162"/>
                    <a:pt x="1969" y="7075"/>
                  </a:cubicBezTo>
                  <a:cubicBezTo>
                    <a:pt x="2122" y="6919"/>
                    <a:pt x="3155" y="6735"/>
                    <a:pt x="4223" y="6672"/>
                  </a:cubicBezTo>
                  <a:cubicBezTo>
                    <a:pt x="4406" y="6662"/>
                    <a:pt x="4530" y="6483"/>
                    <a:pt x="4478" y="6308"/>
                  </a:cubicBezTo>
                  <a:lnTo>
                    <a:pt x="4089" y="5010"/>
                  </a:lnTo>
                  <a:cubicBezTo>
                    <a:pt x="4081" y="4986"/>
                    <a:pt x="4072" y="4962"/>
                    <a:pt x="4058" y="4940"/>
                  </a:cubicBezTo>
                  <a:cubicBezTo>
                    <a:pt x="4038" y="4910"/>
                    <a:pt x="2107" y="1818"/>
                    <a:pt x="1723" y="1179"/>
                  </a:cubicBezTo>
                  <a:cubicBezTo>
                    <a:pt x="1601" y="975"/>
                    <a:pt x="1655" y="879"/>
                    <a:pt x="1673" y="848"/>
                  </a:cubicBezTo>
                  <a:cubicBezTo>
                    <a:pt x="1765" y="687"/>
                    <a:pt x="2066" y="569"/>
                    <a:pt x="2389" y="569"/>
                  </a:cubicBezTo>
                  <a:close/>
                  <a:moveTo>
                    <a:pt x="2388" y="1"/>
                  </a:moveTo>
                  <a:cubicBezTo>
                    <a:pt x="1848" y="1"/>
                    <a:pt x="1375" y="222"/>
                    <a:pt x="1180" y="566"/>
                  </a:cubicBezTo>
                  <a:cubicBezTo>
                    <a:pt x="1091" y="722"/>
                    <a:pt x="982" y="1046"/>
                    <a:pt x="1236" y="1470"/>
                  </a:cubicBezTo>
                  <a:cubicBezTo>
                    <a:pt x="1602" y="2078"/>
                    <a:pt x="3348" y="4874"/>
                    <a:pt x="3557" y="5208"/>
                  </a:cubicBezTo>
                  <a:lnTo>
                    <a:pt x="3834" y="6130"/>
                  </a:lnTo>
                  <a:cubicBezTo>
                    <a:pt x="2952" y="6200"/>
                    <a:pt x="1760" y="6365"/>
                    <a:pt x="1503" y="6750"/>
                  </a:cubicBezTo>
                  <a:cubicBezTo>
                    <a:pt x="1370" y="6950"/>
                    <a:pt x="1323" y="7243"/>
                    <a:pt x="1267" y="7580"/>
                  </a:cubicBezTo>
                  <a:cubicBezTo>
                    <a:pt x="1191" y="8053"/>
                    <a:pt x="1095" y="8640"/>
                    <a:pt x="742" y="9064"/>
                  </a:cubicBezTo>
                  <a:cubicBezTo>
                    <a:pt x="1" y="9954"/>
                    <a:pt x="154" y="10844"/>
                    <a:pt x="431" y="11674"/>
                  </a:cubicBezTo>
                  <a:cubicBezTo>
                    <a:pt x="625" y="12256"/>
                    <a:pt x="1452" y="13946"/>
                    <a:pt x="2258" y="13946"/>
                  </a:cubicBezTo>
                  <a:cubicBezTo>
                    <a:pt x="2614" y="13946"/>
                    <a:pt x="2916" y="13842"/>
                    <a:pt x="3108" y="13755"/>
                  </a:cubicBezTo>
                  <a:lnTo>
                    <a:pt x="5436" y="16273"/>
                  </a:lnTo>
                  <a:cubicBezTo>
                    <a:pt x="5490" y="16331"/>
                    <a:pt x="5566" y="16363"/>
                    <a:pt x="5645" y="16363"/>
                  </a:cubicBezTo>
                  <a:cubicBezTo>
                    <a:pt x="5711" y="16363"/>
                    <a:pt x="5774" y="16340"/>
                    <a:pt x="5825" y="16297"/>
                  </a:cubicBezTo>
                  <a:lnTo>
                    <a:pt x="9068" y="13596"/>
                  </a:lnTo>
                  <a:cubicBezTo>
                    <a:pt x="9081" y="13584"/>
                    <a:pt x="9092" y="13572"/>
                    <a:pt x="9103" y="13559"/>
                  </a:cubicBezTo>
                  <a:cubicBezTo>
                    <a:pt x="9154" y="13499"/>
                    <a:pt x="10334" y="12060"/>
                    <a:pt x="10334" y="10674"/>
                  </a:cubicBezTo>
                  <a:cubicBezTo>
                    <a:pt x="10334" y="10091"/>
                    <a:pt x="10168" y="9478"/>
                    <a:pt x="10007" y="8884"/>
                  </a:cubicBezTo>
                  <a:cubicBezTo>
                    <a:pt x="9799" y="8118"/>
                    <a:pt x="9603" y="7395"/>
                    <a:pt x="9797" y="6878"/>
                  </a:cubicBezTo>
                  <a:cubicBezTo>
                    <a:pt x="9905" y="6589"/>
                    <a:pt x="10141" y="6256"/>
                    <a:pt x="10370" y="5933"/>
                  </a:cubicBezTo>
                  <a:cubicBezTo>
                    <a:pt x="10776" y="5360"/>
                    <a:pt x="11159" y="4818"/>
                    <a:pt x="10987" y="4336"/>
                  </a:cubicBezTo>
                  <a:cubicBezTo>
                    <a:pt x="10891" y="4072"/>
                    <a:pt x="10646" y="3884"/>
                    <a:pt x="10255" y="3777"/>
                  </a:cubicBezTo>
                  <a:cubicBezTo>
                    <a:pt x="9983" y="3703"/>
                    <a:pt x="9710" y="3666"/>
                    <a:pt x="9445" y="3666"/>
                  </a:cubicBezTo>
                  <a:cubicBezTo>
                    <a:pt x="8931" y="3666"/>
                    <a:pt x="8445" y="3804"/>
                    <a:pt x="8047" y="4071"/>
                  </a:cubicBezTo>
                  <a:cubicBezTo>
                    <a:pt x="7559" y="4397"/>
                    <a:pt x="7239" y="4898"/>
                    <a:pt x="7172" y="5444"/>
                  </a:cubicBezTo>
                  <a:cubicBezTo>
                    <a:pt x="7170" y="5461"/>
                    <a:pt x="7168" y="5476"/>
                    <a:pt x="7166" y="5492"/>
                  </a:cubicBezTo>
                  <a:cubicBezTo>
                    <a:pt x="6612" y="4473"/>
                    <a:pt x="5738" y="2972"/>
                    <a:pt x="5056" y="2292"/>
                  </a:cubicBezTo>
                  <a:cubicBezTo>
                    <a:pt x="4759" y="1993"/>
                    <a:pt x="4482" y="1684"/>
                    <a:pt x="4223" y="1395"/>
                  </a:cubicBezTo>
                  <a:cubicBezTo>
                    <a:pt x="3526" y="616"/>
                    <a:pt x="2976" y="1"/>
                    <a:pt x="23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193;p51">
              <a:extLst>
                <a:ext uri="{FF2B5EF4-FFF2-40B4-BE49-F238E27FC236}">
                  <a16:creationId xmlns:a16="http://schemas.microsoft.com/office/drawing/2014/main" id="{44460267-CE08-AC0E-C7AE-F3D726A454C8}"/>
                </a:ext>
              </a:extLst>
            </p:cNvPr>
            <p:cNvSpPr/>
            <p:nvPr/>
          </p:nvSpPr>
          <p:spPr>
            <a:xfrm>
              <a:off x="3522725" y="1487225"/>
              <a:ext cx="49300" cy="62550"/>
            </a:xfrm>
            <a:custGeom>
              <a:avLst/>
              <a:gdLst/>
              <a:ahLst/>
              <a:cxnLst/>
              <a:rect l="l" t="t" r="r" b="b"/>
              <a:pathLst>
                <a:path w="1972" h="2502" extrusionOk="0">
                  <a:moveTo>
                    <a:pt x="322" y="0"/>
                  </a:moveTo>
                  <a:cubicBezTo>
                    <a:pt x="268" y="0"/>
                    <a:pt x="213" y="16"/>
                    <a:pt x="165" y="48"/>
                  </a:cubicBezTo>
                  <a:cubicBezTo>
                    <a:pt x="39" y="132"/>
                    <a:pt x="0" y="298"/>
                    <a:pt x="77" y="428"/>
                  </a:cubicBezTo>
                  <a:lnTo>
                    <a:pt x="1376" y="2375"/>
                  </a:lnTo>
                  <a:cubicBezTo>
                    <a:pt x="1428" y="2454"/>
                    <a:pt x="1517" y="2502"/>
                    <a:pt x="1611" y="2502"/>
                  </a:cubicBezTo>
                  <a:lnTo>
                    <a:pt x="1611" y="2502"/>
                  </a:lnTo>
                  <a:cubicBezTo>
                    <a:pt x="1837" y="2501"/>
                    <a:pt x="1971" y="2249"/>
                    <a:pt x="1847" y="2061"/>
                  </a:cubicBezTo>
                  <a:lnTo>
                    <a:pt x="549" y="113"/>
                  </a:lnTo>
                  <a:cubicBezTo>
                    <a:pt x="493" y="40"/>
                    <a:pt x="408" y="0"/>
                    <a:pt x="322" y="0"/>
                  </a:cubicBezTo>
                  <a:close/>
                  <a:moveTo>
                    <a:pt x="1611" y="2502"/>
                  </a:moveTo>
                  <a:lnTo>
                    <a:pt x="1611" y="2502"/>
                  </a:lnTo>
                  <a:cubicBezTo>
                    <a:pt x="1611" y="2502"/>
                    <a:pt x="1611" y="2502"/>
                    <a:pt x="1611" y="2502"/>
                  </a:cubicBezTo>
                  <a:lnTo>
                    <a:pt x="1612" y="2502"/>
                  </a:lnTo>
                  <a:cubicBezTo>
                    <a:pt x="1612" y="2502"/>
                    <a:pt x="1612" y="2502"/>
                    <a:pt x="1611" y="25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061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Barlow" panose="00000500000000000000" pitchFamily="2" charset="0"/>
              </a:rPr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3916218" cy="1879791"/>
          </a:xfrm>
        </p:spPr>
        <p:txBody>
          <a:bodyPr/>
          <a:lstStyle/>
          <a:p>
            <a:pPr lvl="0"/>
            <a:r>
              <a:rPr lang="en-US" dirty="0"/>
              <a:t>www.servicewow-consultancy.com</a:t>
            </a: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7630E8AE-021C-FA4D-EAFC-43FF4AA82AC8}"/>
              </a:ext>
            </a:extLst>
          </p:cNvPr>
          <p:cNvSpPr/>
          <p:nvPr/>
        </p:nvSpPr>
        <p:spPr>
          <a:xfrm>
            <a:off x="1574993" y="444403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Preparation 1">
            <a:extLst>
              <a:ext uri="{FF2B5EF4-FFF2-40B4-BE49-F238E27FC236}">
                <a16:creationId xmlns:a16="http://schemas.microsoft.com/office/drawing/2014/main" id="{0AB4CE49-CB6E-9C7E-912B-D420B35534BF}"/>
              </a:ext>
            </a:extLst>
          </p:cNvPr>
          <p:cNvSpPr/>
          <p:nvPr/>
        </p:nvSpPr>
        <p:spPr>
          <a:xfrm>
            <a:off x="3948599" y="4570802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eparation 1">
            <a:extLst>
              <a:ext uri="{FF2B5EF4-FFF2-40B4-BE49-F238E27FC236}">
                <a16:creationId xmlns:a16="http://schemas.microsoft.com/office/drawing/2014/main" id="{788A1B29-2898-275C-FD49-2B9AC1E30993}"/>
              </a:ext>
            </a:extLst>
          </p:cNvPr>
          <p:cNvSpPr/>
          <p:nvPr/>
        </p:nvSpPr>
        <p:spPr>
          <a:xfrm>
            <a:off x="1574992" y="3138082"/>
            <a:ext cx="1464783" cy="1346240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2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3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D1F660-49A5-E847-97EA-A216F5773A95}">
  <we:reference id="be13a235-7700-1110-ffca-78847a5a99ab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1457</Words>
  <Application>Microsoft Office PowerPoint</Application>
  <PresentationFormat>Widescreen</PresentationFormat>
  <Paragraphs>166</Paragraphs>
  <Slides>13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等线</vt:lpstr>
      <vt:lpstr>Abadi</vt:lpstr>
      <vt:lpstr>Aptos</vt:lpstr>
      <vt:lpstr>Aptos Display</vt:lpstr>
      <vt:lpstr>Arial</vt:lpstr>
      <vt:lpstr>Barlow</vt:lpstr>
      <vt:lpstr>Calibri</vt:lpstr>
      <vt:lpstr>Century Gothic</vt:lpstr>
      <vt:lpstr>inherit</vt:lpstr>
      <vt:lpstr>Poppins</vt:lpstr>
      <vt:lpstr>Posterama</vt:lpstr>
      <vt:lpstr>Posterama Text Black</vt:lpstr>
      <vt:lpstr>Posterama Text SemiBold</vt:lpstr>
      <vt:lpstr>ServiceNow</vt:lpstr>
      <vt:lpstr>Times New Roman</vt:lpstr>
      <vt:lpstr>Custom</vt:lpstr>
      <vt:lpstr>PowerPoint Presentation</vt:lpstr>
      <vt:lpstr>PowerPoint Presentation</vt:lpstr>
      <vt:lpstr>PowerPoint Presentation</vt:lpstr>
      <vt:lpstr>Encryption Strategy</vt:lpstr>
      <vt:lpstr>Platform Encryption</vt:lpstr>
      <vt:lpstr>Full Disk Encryption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2023-09-14T06:03:51Z</dcterms:created>
  <dcterms:modified xsi:type="dcterms:W3CDTF">2025-03-21T10:38:26Z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a7295cc1-d279-42ac-ab4d-3b0f4fece050_Enabled">
    <vt:lpwstr>true</vt:lpwstr>
  </property>
  <property fmtid="{D5CDD505-2E9C-101B-9397-08002B2CF9AE}" pid="5" name="MSIP_Label_a7295cc1-d279-42ac-ab4d-3b0f4fece050_SetDate">
    <vt:lpwstr>2025-02-11T09:30:08Z</vt:lpwstr>
  </property>
  <property fmtid="{D5CDD505-2E9C-101B-9397-08002B2CF9AE}" pid="6" name="MSIP_Label_a7295cc1-d279-42ac-ab4d-3b0f4fece050_Method">
    <vt:lpwstr>Standard</vt:lpwstr>
  </property>
  <property fmtid="{D5CDD505-2E9C-101B-9397-08002B2CF9AE}" pid="7" name="MSIP_Label_a7295cc1-d279-42ac-ab4d-3b0f4fece050_Name">
    <vt:lpwstr>FUJITSU-RESTRICTED​</vt:lpwstr>
  </property>
  <property fmtid="{D5CDD505-2E9C-101B-9397-08002B2CF9AE}" pid="8" name="MSIP_Label_a7295cc1-d279-42ac-ab4d-3b0f4fece050_SiteId">
    <vt:lpwstr>a19f121d-81e1-4858-a9d8-736e267fd4c7</vt:lpwstr>
  </property>
  <property fmtid="{D5CDD505-2E9C-101B-9397-08002B2CF9AE}" pid="9" name="MSIP_Label_a7295cc1-d279-42ac-ab4d-3b0f4fece050_ActionId">
    <vt:lpwstr>95278961-6634-494c-b22a-8a8e584a4a75</vt:lpwstr>
  </property>
  <property fmtid="{D5CDD505-2E9C-101B-9397-08002B2CF9AE}" pid="10" name="MSIP_Label_a7295cc1-d279-42ac-ab4d-3b0f4fece050_ContentBits">
    <vt:lpwstr>0</vt:lpwstr>
  </property>
</Properties>
</file>