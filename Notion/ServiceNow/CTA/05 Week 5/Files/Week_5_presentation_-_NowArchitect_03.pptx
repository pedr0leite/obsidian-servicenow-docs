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theme/themeOverride5.xml" ContentType="application/vnd.openxmlformats-officedocument.themeOverride+xml"/>
  <Override PartName="/ppt/notesSlides/notesSlide6.xml" ContentType="application/vnd.openxmlformats-officedocument.presentationml.notesSlide+xml"/>
  <Override PartName="/ppt/theme/themeOverride6.xml" ContentType="application/vnd.openxmlformats-officedocument.themeOverride+xml"/>
  <Override PartName="/ppt/notesSlides/notesSlide7.xml" ContentType="application/vnd.openxmlformats-officedocument.presentationml.notesSlide+xml"/>
  <Override PartName="/ppt/theme/themeOverride7.xml" ContentType="application/vnd.openxmlformats-officedocument.themeOverride+xml"/>
  <Override PartName="/ppt/notesSlides/notesSlide8.xml" ContentType="application/vnd.openxmlformats-officedocument.presentationml.notesSlide+xml"/>
  <Override PartName="/ppt/theme/themeOverride8.xml" ContentType="application/vnd.openxmlformats-officedocument.themeOverr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271" r:id="rId4"/>
  </p:sldMasterIdLst>
  <p:notesMasterIdLst>
    <p:notesMasterId r:id="rId18"/>
  </p:notesMasterIdLst>
  <p:handoutMasterIdLst>
    <p:handoutMasterId r:id="rId19"/>
  </p:handoutMasterIdLst>
  <p:sldIdLst>
    <p:sldId id="2147483221" r:id="rId5"/>
    <p:sldId id="2147483234" r:id="rId6"/>
    <p:sldId id="2147483235" r:id="rId7"/>
    <p:sldId id="2147470727" r:id="rId8"/>
    <p:sldId id="2147483253" r:id="rId9"/>
    <p:sldId id="2147483240" r:id="rId10"/>
    <p:sldId id="2147483254" r:id="rId11"/>
    <p:sldId id="2147483237" r:id="rId12"/>
    <p:sldId id="2147483255" r:id="rId13"/>
    <p:sldId id="2147483251" r:id="rId14"/>
    <p:sldId id="2147483245" r:id="rId15"/>
    <p:sldId id="2147483252" r:id="rId16"/>
    <p:sldId id="28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EE9D2"/>
    <a:srgbClr val="078136"/>
    <a:srgbClr val="80B894"/>
    <a:srgbClr val="FFFFFF"/>
    <a:srgbClr val="7FB793"/>
    <a:srgbClr val="087A33"/>
    <a:srgbClr val="097531"/>
    <a:srgbClr val="0E5B28"/>
    <a:srgbClr val="00F06B"/>
    <a:srgbClr val="00AC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A8B243-5FE2-4D7C-A08D-4C2BFAEBEEC0}" v="219" dt="2025-03-10T21:42:19.930"/>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59" autoAdjust="0"/>
    <p:restoredTop sz="79782" autoAdjust="0"/>
  </p:normalViewPr>
  <p:slideViewPr>
    <p:cSldViewPr snapToGrid="0" showGuides="1">
      <p:cViewPr varScale="1">
        <p:scale>
          <a:sx n="88" d="100"/>
          <a:sy n="88" d="100"/>
        </p:scale>
        <p:origin x="1518" y="90"/>
      </p:cViewPr>
      <p:guideLst>
        <p:guide orient="horz" pos="1536"/>
        <p:guide pos="31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3120"/>
    </p:cViewPr>
  </p:sorterViewPr>
  <p:notesViewPr>
    <p:cSldViewPr snapToGrid="0">
      <p:cViewPr varScale="1">
        <p:scale>
          <a:sx n="120" d="100"/>
          <a:sy n="120" d="100"/>
        </p:scale>
        <p:origin x="5104"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3/12/2025</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‹Nº›</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ED2950FC-64C0-50D7-5101-884A13ED2F1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CEA88831-A930-596B-0685-672024BE2711}"/>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2A3FD0A0-F4FB-BC20-358F-C4F179AA8980}"/>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2D389891-233D-6282-224F-6B8EC0182D20}"/>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D61DD8-56E8-44DB-8D68-9188DEA50502}" type="datetimeFigureOut">
              <a:rPr lang="en-US" smtClean="0"/>
              <a:t>3/12/2025</a:t>
            </a:fld>
            <a:endParaRPr lang="en-US"/>
          </a:p>
        </p:txBody>
      </p:sp>
      <p:sp>
        <p:nvSpPr>
          <p:cNvPr id="12" name="Notes Placeholder 11">
            <a:extLst>
              <a:ext uri="{FF2B5EF4-FFF2-40B4-BE49-F238E27FC236}">
                <a16:creationId xmlns:a16="http://schemas.microsoft.com/office/drawing/2014/main" id="{F2A2D99A-04B6-3AD9-B6DA-EEE29FB0DDFD}"/>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EF4F81C-C1F0-7738-A271-96AF417D7F89}"/>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84C781-2765-427A-A960-385CE0D0CAB9}" type="slidenum">
              <a:rPr lang="en-US" smtClean="0"/>
              <a:t>‹Nº›</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pPr>
              <a:lnSpc>
                <a:spcPct val="115000"/>
              </a:lnSpc>
              <a:spcAft>
                <a:spcPts val="800"/>
              </a:spcAft>
              <a:buNone/>
            </a:pP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Hello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name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Marta Hernández and in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workshop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are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going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see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three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important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aspects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take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account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before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starting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work</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with</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ServiceNow</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20147970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3FCAF-B17D-2A91-FCC1-839B4969EC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85D0CD-8EFF-2079-5FFD-5320A10A86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D61D82-9F4D-832D-6F72-A46E244E4C20}"/>
              </a:ext>
            </a:extLst>
          </p:cNvPr>
          <p:cNvSpPr>
            <a:spLocks noGrp="1"/>
          </p:cNvSpPr>
          <p:nvPr>
            <p:ph type="body" idx="1"/>
          </p:nvPr>
        </p:nvSpPr>
        <p:spPr/>
        <p:txBody>
          <a:bodyPr/>
          <a:lstStyle/>
          <a:p>
            <a:pPr>
              <a:lnSpc>
                <a:spcPct val="115000"/>
              </a:lnSpc>
              <a:spcAft>
                <a:spcPts val="800"/>
              </a:spcAft>
              <a:buNone/>
            </a:pPr>
            <a:r>
              <a:rPr lang="es-ES" sz="1800" kern="100" dirty="0">
                <a:effectLst/>
                <a:latin typeface="Aptos" panose="020B0004020202020204" pitchFamily="34" charset="0"/>
                <a:ea typeface="Aptos" panose="020B0004020202020204" pitchFamily="34" charset="0"/>
                <a:cs typeface="Times New Roman" panose="02020603050405020304" pitchFamily="18" charset="0"/>
              </a:rPr>
              <a:t>“Data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Strategies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 set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of</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practices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and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techniques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used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manage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organize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and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analyze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within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platform</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buNone/>
            </a:pPr>
            <a:r>
              <a:rPr lang="es-ES" sz="1800" kern="100" dirty="0">
                <a:effectLst/>
                <a:latin typeface="Aptos" panose="020B0004020202020204" pitchFamily="34" charset="0"/>
                <a:ea typeface="Aptos" panose="020B0004020202020204" pitchFamily="34" charset="0"/>
                <a:cs typeface="Times New Roman" panose="02020603050405020304" pitchFamily="18" charset="0"/>
              </a:rPr>
              <a:t>“</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Instance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Replication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process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of</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copying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from</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one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ServiceNow</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instance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another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ServiceNow</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instance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(s).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Typically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purpose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of</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backing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up,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migrating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synchronizing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between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instance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(s). In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section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will</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look at and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analyze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capability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as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can be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used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by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Sovereign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Bank”</a:t>
            </a:r>
          </a:p>
          <a:p>
            <a:pPr>
              <a:lnSpc>
                <a:spcPct val="115000"/>
              </a:lnSpc>
              <a:spcAft>
                <a:spcPts val="800"/>
              </a:spcAft>
            </a:pPr>
            <a:r>
              <a:rPr lang="es-ES" sz="1800" kern="100" dirty="0">
                <a:effectLst/>
                <a:latin typeface="Aptos" panose="020B0004020202020204" pitchFamily="34" charset="0"/>
                <a:ea typeface="Aptos" panose="020B0004020202020204" pitchFamily="34" charset="0"/>
                <a:cs typeface="Times New Roman" panose="02020603050405020304" pitchFamily="18" charset="0"/>
              </a:rPr>
              <a:t>“</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Domain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Separation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feature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that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allows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organizations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separate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and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processes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within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 single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instance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of</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ServiceNow</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allowing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creation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of</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distinct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environments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different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business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units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departments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regions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helps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maintain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isolation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while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allowing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centralized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management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and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configuration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within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one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platform</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will</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discuss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feature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later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whether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applicable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not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Sovereign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Bank"</a:t>
            </a:r>
          </a:p>
        </p:txBody>
      </p:sp>
      <p:sp>
        <p:nvSpPr>
          <p:cNvPr id="4" name="Slide Number Placeholder 3">
            <a:extLst>
              <a:ext uri="{FF2B5EF4-FFF2-40B4-BE49-F238E27FC236}">
                <a16:creationId xmlns:a16="http://schemas.microsoft.com/office/drawing/2014/main" id="{91001964-D35A-63B6-30C7-641BFBD3901A}"/>
              </a:ext>
            </a:extLst>
          </p:cNvPr>
          <p:cNvSpPr>
            <a:spLocks noGrp="1"/>
          </p:cNvSpPr>
          <p:nvPr>
            <p:ph type="sldNum" sz="quarter" idx="5"/>
          </p:nvPr>
        </p:nvSpPr>
        <p:spPr/>
        <p:txBody>
          <a:bodyPr/>
          <a:lstStyle/>
          <a:p>
            <a:fld id="{C384C781-2765-427A-A960-385CE0D0CAB9}" type="slidenum">
              <a:rPr lang="en-US" smtClean="0"/>
              <a:t>2</a:t>
            </a:fld>
            <a:endParaRPr lang="en-US"/>
          </a:p>
        </p:txBody>
      </p:sp>
    </p:spTree>
    <p:extLst>
      <p:ext uri="{BB962C8B-B14F-4D97-AF65-F5344CB8AC3E}">
        <p14:creationId xmlns:p14="http://schemas.microsoft.com/office/powerpoint/2010/main" val="2591549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D003E-AF78-5908-3DA6-DF4EFDFD48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079A99-10D2-BC30-C338-4A28F30297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AFF078-E83E-5DDA-DEAE-CD82269024CF}"/>
              </a:ext>
            </a:extLst>
          </p:cNvPr>
          <p:cNvSpPr>
            <a:spLocks noGrp="1"/>
          </p:cNvSpPr>
          <p:nvPr>
            <p:ph type="body" idx="1"/>
          </p:nvPr>
        </p:nvSpPr>
        <p:spPr/>
        <p:txBody>
          <a:bodyPr/>
          <a:lstStyle/>
          <a:p>
            <a:pPr>
              <a:lnSpc>
                <a:spcPct val="115000"/>
              </a:lnSpc>
              <a:spcAft>
                <a:spcPts val="800"/>
              </a:spcAft>
              <a:buNone/>
            </a:pP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important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differentiate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types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of</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that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are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going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manage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within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SerivceNow</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starting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from</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top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bottom)</a:t>
            </a:r>
          </a:p>
          <a:p>
            <a:pPr>
              <a:lnSpc>
                <a:spcPct val="115000"/>
              </a:lnSpc>
              <a:spcAft>
                <a:spcPts val="800"/>
              </a:spcAft>
              <a:buNone/>
            </a:pP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Reporting</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data: </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Performance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created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measure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and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track</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KPIs</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Transactional</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records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recorded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from</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transactions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platform</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Incidents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cases…)</a:t>
            </a:r>
          </a:p>
          <a:p>
            <a:pPr>
              <a:lnSpc>
                <a:spcPct val="115000"/>
              </a:lnSpc>
              <a:spcAft>
                <a:spcPts val="800"/>
              </a:spcAft>
              <a:buNone/>
            </a:pP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Product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setup</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configure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application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functionality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behavior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approvals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notifiaccions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buNone/>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Common service data: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includes: Service model data, CSDM, CMDB data, including CIs and relationships</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Foundation platform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includes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the core business structure and commonly referenced data. (For example: users, groups, and group memberships, companies, business units, and departments, locations, …)</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Integrations data: </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Integrations data is other data referenced by processes on the platform. It is also imported by integration from external sources. </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effectLst/>
              <a:latin typeface="inherit"/>
            </a:endParaRPr>
          </a:p>
        </p:txBody>
      </p:sp>
      <p:sp>
        <p:nvSpPr>
          <p:cNvPr id="4" name="Slide Number Placeholder 3">
            <a:extLst>
              <a:ext uri="{FF2B5EF4-FFF2-40B4-BE49-F238E27FC236}">
                <a16:creationId xmlns:a16="http://schemas.microsoft.com/office/drawing/2014/main" id="{2941F45D-498C-4953-E1D0-161B5F23D381}"/>
              </a:ext>
            </a:extLst>
          </p:cNvPr>
          <p:cNvSpPr>
            <a:spLocks noGrp="1"/>
          </p:cNvSpPr>
          <p:nvPr>
            <p:ph type="sldNum" sz="quarter" idx="5"/>
          </p:nvPr>
        </p:nvSpPr>
        <p:spPr/>
        <p:txBody>
          <a:bodyPr/>
          <a:lstStyle/>
          <a:p>
            <a:fld id="{C384C781-2765-427A-A960-385CE0D0CAB9}" type="slidenum">
              <a:rPr lang="en-US" smtClean="0"/>
              <a:t>3</a:t>
            </a:fld>
            <a:endParaRPr lang="en-US"/>
          </a:p>
        </p:txBody>
      </p:sp>
    </p:spTree>
    <p:extLst>
      <p:ext uri="{BB962C8B-B14F-4D97-AF65-F5344CB8AC3E}">
        <p14:creationId xmlns:p14="http://schemas.microsoft.com/office/powerpoint/2010/main" val="336012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are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considering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following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structure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buNone/>
            </a:pP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First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load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Foundation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from</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Sovereign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Bank" Active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Directory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where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will</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import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users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groups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departments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locations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and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business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units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as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well</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as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any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possible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relationships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between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different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elements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(i.e.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membership</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in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groups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departments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load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will</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be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scheduled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every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night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so as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not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overload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system</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Second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load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most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relevant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from</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BMC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ServiceNow</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among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them</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have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identified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their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relationships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ITSM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records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incidents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problems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changes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knowledge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articles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These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will</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only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be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loaded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once and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beginning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of</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project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have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its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history</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must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also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bring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from</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HR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applications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so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that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ServiceNow</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synchronized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with</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them</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(SAP in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case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of</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EMA and Asia and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WorkDay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users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who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are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from</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North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America</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buNone/>
            </a:pPr>
            <a:r>
              <a:rPr lang="es-ES" sz="1800" kern="100" dirty="0">
                <a:effectLst/>
                <a:latin typeface="Aptos" panose="020B0004020202020204" pitchFamily="34" charset="0"/>
                <a:ea typeface="Aptos" panose="020B0004020202020204" pitchFamily="34" charset="0"/>
                <a:cs typeface="Times New Roman" panose="02020603050405020304" pitchFamily="18" charset="0"/>
              </a:rPr>
              <a:t>In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same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way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that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have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Foundation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updated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necessary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have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CMDB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updated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will</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use Discovery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discover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as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well</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as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their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relationships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In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addition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will</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also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use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from</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System</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Center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Configuration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Manager" and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ensure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will</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use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Identification</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Reconciliation</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Engine</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(IRE)”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API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processes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three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types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of</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inbound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quality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checks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buNone/>
            </a:pP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Identification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rules determine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if</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new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existing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CI, a new CI,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generate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task</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let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you</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know</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something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was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found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but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could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not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be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identified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buNone/>
            </a:pP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Reconciliation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rules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make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sure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only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most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trusted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used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when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there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are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multiple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sources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of</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a:t>
            </a:r>
          </a:p>
          <a:p>
            <a:pPr>
              <a:lnSpc>
                <a:spcPct val="115000"/>
              </a:lnSpc>
              <a:spcAft>
                <a:spcPts val="800"/>
              </a:spcAft>
              <a:buNone/>
            </a:pP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Relationship</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rules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make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sure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that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have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required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and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appropriate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relationships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other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in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CMDB.</a:t>
            </a:r>
          </a:p>
          <a:p>
            <a:pPr>
              <a:lnSpc>
                <a:spcPct val="115000"/>
              </a:lnSpc>
              <a:spcAft>
                <a:spcPts val="800"/>
              </a:spcAft>
              <a:buNone/>
            </a:pP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will</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also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do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these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loads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daily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basis and at a time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when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performance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of</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instance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not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affected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buNone/>
            </a:pP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pP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Finally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in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event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that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necessary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integrate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with</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internal</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systems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integrations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with</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third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parties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will</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be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carried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out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50B8D3E2-EA5A-C24A-AAA7-147629141BA4}" type="slidenum">
              <a:rPr lang="en-US" smtClean="0"/>
              <a:t>4</a:t>
            </a:fld>
            <a:endParaRPr lang="en-US"/>
          </a:p>
        </p:txBody>
      </p:sp>
    </p:spTree>
    <p:extLst>
      <p:ext uri="{BB962C8B-B14F-4D97-AF65-F5344CB8AC3E}">
        <p14:creationId xmlns:p14="http://schemas.microsoft.com/office/powerpoint/2010/main" val="30888799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B32BD-2F76-DCEA-B1D0-0594D6918D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60243A-B274-4F9D-605E-952672641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8E258B-DE19-5E8A-0C66-062316FCBC07}"/>
              </a:ext>
            </a:extLst>
          </p:cNvPr>
          <p:cNvSpPr>
            <a:spLocks noGrp="1"/>
          </p:cNvSpPr>
          <p:nvPr>
            <p:ph type="body" idx="1"/>
          </p:nvPr>
        </p:nvSpPr>
        <p:spPr/>
        <p:txBody>
          <a:bodyPr/>
          <a:lstStyle/>
          <a:p>
            <a:pPr>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When we are importing data from other systems it is always important to keep these three aspects in mind:</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Only import data that is needed to support the processes or applications running on ServiceNow.</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Import data from authoritative systems of record for each data element.</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Choose automated mechanisms over manual and align import schedules with the latency expectations of dependent processes and expected rate of change in the data.</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EBEC6FF9-A6E9-8E7E-D60C-2435C86761FB}"/>
              </a:ext>
            </a:extLst>
          </p:cNvPr>
          <p:cNvSpPr>
            <a:spLocks noGrp="1"/>
          </p:cNvSpPr>
          <p:nvPr>
            <p:ph type="sldNum" sz="quarter" idx="5"/>
          </p:nvPr>
        </p:nvSpPr>
        <p:spPr/>
        <p:txBody>
          <a:bodyPr/>
          <a:lstStyle/>
          <a:p>
            <a:fld id="{C384C781-2765-427A-A960-385CE0D0CAB9}" type="slidenum">
              <a:rPr lang="en-US" smtClean="0"/>
              <a:t>5</a:t>
            </a:fld>
            <a:endParaRPr lang="en-US"/>
          </a:p>
        </p:txBody>
      </p:sp>
    </p:spTree>
    <p:extLst>
      <p:ext uri="{BB962C8B-B14F-4D97-AF65-F5344CB8AC3E}">
        <p14:creationId xmlns:p14="http://schemas.microsoft.com/office/powerpoint/2010/main" val="2130151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ED33-2FE1-3E0D-F5AA-BF99E66FAC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64C6C-2B5C-1B6A-ED15-2C241DEED2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6580FE-7767-B211-2802-48AA185312CA}"/>
              </a:ext>
            </a:extLst>
          </p:cNvPr>
          <p:cNvSpPr>
            <a:spLocks noGrp="1"/>
          </p:cNvSpPr>
          <p:nvPr>
            <p:ph type="body" idx="1"/>
          </p:nvPr>
        </p:nvSpPr>
        <p:spPr/>
        <p:txBody>
          <a:bodyPr/>
          <a:lstStyle/>
          <a:p>
            <a:pPr>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Data security sets the standards for how customers secure the data created, stored, and/or accessed on the Now Platform.</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Identify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encryption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requirements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your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organization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and define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how</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you</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plan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meet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them</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nSpc>
                <a:spcPct val="115000"/>
              </a:lnSpc>
              <a:spcAft>
                <a:spcPts val="800"/>
              </a:spcAft>
              <a:buSzPts val="1000"/>
              <a:buFont typeface="Symbol" panose="05050102010706020507" pitchFamily="18" charset="2"/>
              <a:buChar char=""/>
              <a:tabLst>
                <a:tab pos="457200" algn="l"/>
              </a:tabLst>
            </a:pP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Providing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record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access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controls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(CRUD) and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auditing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a:t>
            </a:r>
          </a:p>
          <a:p>
            <a:pPr marL="342900" lvl="0" indent="-342900">
              <a:lnSpc>
                <a:spcPct val="115000"/>
              </a:lnSpc>
              <a:spcAft>
                <a:spcPts val="800"/>
              </a:spcAft>
              <a:buSzPts val="1000"/>
              <a:buFont typeface="Symbol" panose="05050102010706020507" pitchFamily="18" charset="2"/>
              <a:buChar char=""/>
              <a:tabLst>
                <a:tab pos="457200" algn="l"/>
              </a:tabLst>
            </a:pP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Identify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and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protect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Personally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Identifiable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Information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(PII)</a:t>
            </a:r>
          </a:p>
          <a:p>
            <a:pPr marL="342900" lvl="0" indent="-342900">
              <a:lnSpc>
                <a:spcPct val="115000"/>
              </a:lnSpc>
              <a:spcAft>
                <a:spcPts val="800"/>
              </a:spcAft>
              <a:buSzPts val="1000"/>
              <a:buFont typeface="Symbol" panose="05050102010706020507" pitchFamily="18" charset="2"/>
              <a:buChar char=""/>
              <a:tabLst>
                <a:tab pos="457200" algn="l"/>
              </a:tabLst>
            </a:pP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Identify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which</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asset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 CI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considered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sensitive,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using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access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controls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levels</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Consider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any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application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product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specific</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security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requirements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such</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as ITSM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ITOM</a:t>
            </a:r>
          </a:p>
        </p:txBody>
      </p:sp>
      <p:sp>
        <p:nvSpPr>
          <p:cNvPr id="4" name="Slide Number Placeholder 3">
            <a:extLst>
              <a:ext uri="{FF2B5EF4-FFF2-40B4-BE49-F238E27FC236}">
                <a16:creationId xmlns:a16="http://schemas.microsoft.com/office/drawing/2014/main" id="{C280CDB0-D295-9590-39F9-86A9D88A834A}"/>
              </a:ext>
            </a:extLst>
          </p:cNvPr>
          <p:cNvSpPr>
            <a:spLocks noGrp="1"/>
          </p:cNvSpPr>
          <p:nvPr>
            <p:ph type="sldNum" sz="quarter" idx="5"/>
          </p:nvPr>
        </p:nvSpPr>
        <p:spPr/>
        <p:txBody>
          <a:bodyPr/>
          <a:lstStyle/>
          <a:p>
            <a:fld id="{C384C781-2765-427A-A960-385CE0D0CAB9}" type="slidenum">
              <a:rPr lang="en-US" smtClean="0"/>
              <a:t>6</a:t>
            </a:fld>
            <a:endParaRPr lang="en-US"/>
          </a:p>
        </p:txBody>
      </p:sp>
    </p:spTree>
    <p:extLst>
      <p:ext uri="{BB962C8B-B14F-4D97-AF65-F5344CB8AC3E}">
        <p14:creationId xmlns:p14="http://schemas.microsoft.com/office/powerpoint/2010/main" val="39377994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5BB69-70CD-F91B-670D-0E338EA68D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7A1FDC-C51C-7E8F-1ECB-0E092C3E6A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12E091-5B8E-DD20-3A9F-2F41915BB7C3}"/>
              </a:ext>
            </a:extLst>
          </p:cNvPr>
          <p:cNvSpPr>
            <a:spLocks noGrp="1"/>
          </p:cNvSpPr>
          <p:nvPr>
            <p:ph type="body" idx="1"/>
          </p:nvPr>
        </p:nvSpPr>
        <p:spPr/>
        <p:txBody>
          <a:bodyPr/>
          <a:lstStyle/>
          <a:p>
            <a:pPr>
              <a:lnSpc>
                <a:spcPct val="115000"/>
              </a:lnSpc>
              <a:spcAft>
                <a:spcPts val="800"/>
              </a:spcAft>
            </a:pPr>
            <a:r>
              <a:rPr lang="es-ES" sz="1800" kern="100" dirty="0">
                <a:effectLst/>
                <a:latin typeface="Aptos" panose="020B0004020202020204" pitchFamily="34" charset="0"/>
                <a:ea typeface="Aptos" panose="020B0004020202020204" pitchFamily="34" charset="0"/>
                <a:cs typeface="Times New Roman" panose="02020603050405020304" pitchFamily="18" charset="0"/>
              </a:rPr>
              <a:t>Use Data Discovery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identify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sensitive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within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ServiceNow</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instance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classify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protect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report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Discovery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runs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jobs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 set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of</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tables and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reports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information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you</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review</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Discovery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dashboard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scheduled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job</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automatically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uses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all</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active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patterns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and target tables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when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runs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a:t>
            </a:r>
          </a:p>
          <a:p>
            <a:endParaRPr lang="en-US" dirty="0"/>
          </a:p>
        </p:txBody>
      </p:sp>
      <p:sp>
        <p:nvSpPr>
          <p:cNvPr id="4" name="Slide Number Placeholder 3">
            <a:extLst>
              <a:ext uri="{FF2B5EF4-FFF2-40B4-BE49-F238E27FC236}">
                <a16:creationId xmlns:a16="http://schemas.microsoft.com/office/drawing/2014/main" id="{5337564B-50B3-800C-9552-9E78A509D552}"/>
              </a:ext>
            </a:extLst>
          </p:cNvPr>
          <p:cNvSpPr>
            <a:spLocks noGrp="1"/>
          </p:cNvSpPr>
          <p:nvPr>
            <p:ph type="sldNum" sz="quarter" idx="5"/>
          </p:nvPr>
        </p:nvSpPr>
        <p:spPr/>
        <p:txBody>
          <a:bodyPr/>
          <a:lstStyle/>
          <a:p>
            <a:fld id="{C384C781-2765-427A-A960-385CE0D0CAB9}" type="slidenum">
              <a:rPr lang="en-US" smtClean="0"/>
              <a:t>7</a:t>
            </a:fld>
            <a:endParaRPr lang="en-US"/>
          </a:p>
        </p:txBody>
      </p:sp>
    </p:spTree>
    <p:extLst>
      <p:ext uri="{BB962C8B-B14F-4D97-AF65-F5344CB8AC3E}">
        <p14:creationId xmlns:p14="http://schemas.microsoft.com/office/powerpoint/2010/main" val="28173479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7AA6C-A880-1C15-DD39-EDE26C01F4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20DC24-A94F-CDC7-CEBB-07EEE1AC1F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45DD40-1065-42D6-2F48-C3374EDC701D}"/>
              </a:ext>
            </a:extLst>
          </p:cNvPr>
          <p:cNvSpPr>
            <a:spLocks noGrp="1"/>
          </p:cNvSpPr>
          <p:nvPr>
            <p:ph type="body" idx="1"/>
          </p:nvPr>
        </p:nvSpPr>
        <p:spPr/>
        <p:txBody>
          <a:bodyPr/>
          <a:lstStyle/>
          <a:p>
            <a:pPr>
              <a:lnSpc>
                <a:spcPct val="115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Instance Data Replication, or IDR allows data synchronization between ServiceNow instances. The instances can be owned by one company who has an IT workflow and an HR Service Delivery instance that requires data to be shared,</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Using Instance Data Replication we can:</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Copies data updates from one instance to one or more instances</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Maintains consistent data across different organizations in the company</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Enables one instance to propagate data across different departments and business units to keep data in sync through one-to-many replication</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Allows the modifying of data during replication to transform the data as applicable</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Advantages of using IDR</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Simple (No – code)</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Flexible (Supports a variety of uses cases)</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Reliable (Minimal impact  on performance, </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IDR uses a Kafka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integration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system</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in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backend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Secure (Never leaves ServiceNow datacenters)</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357E9A2D-91DE-A796-72C6-B9B0CF82D462}"/>
              </a:ext>
            </a:extLst>
          </p:cNvPr>
          <p:cNvSpPr>
            <a:spLocks noGrp="1"/>
          </p:cNvSpPr>
          <p:nvPr>
            <p:ph type="sldNum" sz="quarter" idx="5"/>
          </p:nvPr>
        </p:nvSpPr>
        <p:spPr/>
        <p:txBody>
          <a:bodyPr/>
          <a:lstStyle/>
          <a:p>
            <a:fld id="{C384C781-2765-427A-A960-385CE0D0CAB9}" type="slidenum">
              <a:rPr lang="en-US" smtClean="0"/>
              <a:t>8</a:t>
            </a:fld>
            <a:endParaRPr lang="en-US"/>
          </a:p>
        </p:txBody>
      </p:sp>
    </p:spTree>
    <p:extLst>
      <p:ext uri="{BB962C8B-B14F-4D97-AF65-F5344CB8AC3E}">
        <p14:creationId xmlns:p14="http://schemas.microsoft.com/office/powerpoint/2010/main" val="2624978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66326-86BA-B055-EBFD-671E940DEA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FCD856-9906-1DC9-BA01-8F1733A1E1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27465B-D5D7-CAE1-B2C0-5FA485FBD7C5}"/>
              </a:ext>
            </a:extLst>
          </p:cNvPr>
          <p:cNvSpPr>
            <a:spLocks noGrp="1"/>
          </p:cNvSpPr>
          <p:nvPr>
            <p:ph type="body" idx="1"/>
          </p:nvPr>
        </p:nvSpPr>
        <p:spPr/>
        <p:txBody>
          <a:bodyPr/>
          <a:lstStyle/>
          <a:p>
            <a:pPr>
              <a:lnSpc>
                <a:spcPct val="115000"/>
              </a:lnSpc>
              <a:spcAft>
                <a:spcPts val="800"/>
              </a:spcAft>
              <a:buNone/>
            </a:pP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We</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propose</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that</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Sovereign</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Bank" use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two</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production</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instances</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one</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for</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HR and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one</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for</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rest</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of</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processes</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for</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following</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reasons</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Separation</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of</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Business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Functions</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These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process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have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distinct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processes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workflows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and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security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requirements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Keeping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them</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in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separate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instances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prevents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conflicts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and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ensures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each</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department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can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operate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independently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a:t>
            </a:r>
            <a:br>
              <a:rPr lang="es-ES" sz="1800" kern="100" dirty="0">
                <a:effectLst/>
                <a:latin typeface="Aptos" panose="020B0004020202020204" pitchFamily="34" charset="0"/>
                <a:ea typeface="Aptos" panose="020B0004020202020204" pitchFamily="34" charset="0"/>
                <a:cs typeface="Times New Roman" panose="02020603050405020304" pitchFamily="18" charset="0"/>
              </a:rPr>
            </a:b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Compliance</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and Data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Privacy</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HR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includes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sensitive personal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information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(PII)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subject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strict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regulatory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requirements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like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GDPR and PDPA. 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separate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HR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instance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allows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enhanced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security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access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controls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and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compliance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measures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that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may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not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be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necessary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ITSM.</a:t>
            </a:r>
            <a:br>
              <a:rPr lang="es-ES" sz="1800" kern="100" dirty="0">
                <a:effectLst/>
                <a:latin typeface="Aptos" panose="020B0004020202020204" pitchFamily="34" charset="0"/>
                <a:ea typeface="Aptos" panose="020B0004020202020204" pitchFamily="34" charset="0"/>
                <a:cs typeface="Times New Roman" panose="02020603050405020304" pitchFamily="18" charset="0"/>
              </a:rPr>
            </a:b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Easier</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Upgrades</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and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Customization</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HR and ITSM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may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have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different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upgrade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schedules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and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customization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needs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Separate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instances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allow</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each</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system</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be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updated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customized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and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managed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according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its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own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roadmap</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without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dependencies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a:t>
            </a:r>
            <a:br>
              <a:rPr lang="es-ES" sz="1800" kern="100" dirty="0">
                <a:effectLst/>
                <a:latin typeface="Aptos" panose="020B0004020202020204" pitchFamily="34" charset="0"/>
                <a:ea typeface="Aptos" panose="020B0004020202020204" pitchFamily="34" charset="0"/>
                <a:cs typeface="Times New Roman" panose="02020603050405020304" pitchFamily="18" charset="0"/>
              </a:rPr>
            </a:b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Integration</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b="1" kern="100" dirty="0" err="1">
                <a:effectLst/>
                <a:latin typeface="Aptos" panose="020B0004020202020204" pitchFamily="34" charset="0"/>
                <a:ea typeface="Aptos" panose="020B0004020202020204" pitchFamily="34" charset="0"/>
                <a:cs typeface="Times New Roman" panose="02020603050405020304" pitchFamily="18" charset="0"/>
              </a:rPr>
              <a:t>Considerations</a:t>
            </a:r>
            <a:r>
              <a:rPr lang="es-ES" sz="1800" b="1" kern="100" dirty="0">
                <a:effectLst/>
                <a:latin typeface="Aptos" panose="020B0004020202020204" pitchFamily="34" charset="0"/>
                <a:ea typeface="Aptos" panose="020B0004020202020204" pitchFamily="34" charset="0"/>
                <a:cs typeface="Times New Roman" panose="02020603050405020304" pitchFamily="18" charset="0"/>
              </a:rPr>
              <a:t> : </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HR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already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integrated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with</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SAP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SuccessFactors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and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Workday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while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ITSM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involves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IT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Operations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Management (ITOM),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security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and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incident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management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Having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two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instances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ensures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smoother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integration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without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unnecessary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entanglement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between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unrelated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systems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buNone/>
            </a:pP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be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synchronized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buNone/>
            </a:pP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Foundation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for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companies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locations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and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users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must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be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shared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between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instances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point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will</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use 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low</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complexity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indicating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ITSM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instance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as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provider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since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instance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that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integration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with</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Active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Directory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will</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be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configured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status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of</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Assets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since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HR can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assign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asset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 new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employee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onboarding</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phase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and ITSM can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assign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 new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asset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an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employee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based</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on</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request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this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point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will</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use a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medium</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complexity</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since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two</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instances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can be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consumers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or</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providers</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of</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a:t>
            </a:r>
            <a:r>
              <a:rPr lang="es-ES" sz="1800" kern="100" dirty="0" err="1">
                <a:effectLst/>
                <a:latin typeface="Aptos" panose="020B0004020202020204" pitchFamily="34" charset="0"/>
                <a:ea typeface="Aptos" panose="020B0004020202020204" pitchFamily="34" charset="0"/>
                <a:cs typeface="Times New Roman" panose="02020603050405020304" pitchFamily="18" charset="0"/>
              </a:rPr>
              <a:t>the</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data.</a:t>
            </a:r>
          </a:p>
        </p:txBody>
      </p:sp>
      <p:sp>
        <p:nvSpPr>
          <p:cNvPr id="4" name="Slide Number Placeholder 3">
            <a:extLst>
              <a:ext uri="{FF2B5EF4-FFF2-40B4-BE49-F238E27FC236}">
                <a16:creationId xmlns:a16="http://schemas.microsoft.com/office/drawing/2014/main" id="{7B7F2559-9898-26E3-E4B3-B5BC270E6A60}"/>
              </a:ext>
            </a:extLst>
          </p:cNvPr>
          <p:cNvSpPr>
            <a:spLocks noGrp="1"/>
          </p:cNvSpPr>
          <p:nvPr>
            <p:ph type="sldNum" sz="quarter" idx="5"/>
          </p:nvPr>
        </p:nvSpPr>
        <p:spPr/>
        <p:txBody>
          <a:bodyPr/>
          <a:lstStyle/>
          <a:p>
            <a:fld id="{C384C781-2765-427A-A960-385CE0D0CAB9}" type="slidenum">
              <a:rPr lang="en-US" smtClean="0"/>
              <a:t>9</a:t>
            </a:fld>
            <a:endParaRPr lang="en-US"/>
          </a:p>
        </p:txBody>
      </p:sp>
    </p:spTree>
    <p:extLst>
      <p:ext uri="{BB962C8B-B14F-4D97-AF65-F5344CB8AC3E}">
        <p14:creationId xmlns:p14="http://schemas.microsoft.com/office/powerpoint/2010/main" val="11808045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Sovereign Bank needs:</a:t>
            </a:r>
          </a:p>
          <a:p>
            <a:pPr marL="342900" indent="-342900">
              <a:buFont typeface="Wingdings" panose="05000000000000000000" pitchFamily="2" charset="2"/>
              <a:buChar char="ü"/>
            </a:pPr>
            <a:r>
              <a:rPr lang="en-US" b="1" dirty="0"/>
              <a:t>Multi-region data compliance (GDPR, Privacy Act AU, PDPA APAC, UK data residency).</a:t>
            </a:r>
          </a:p>
          <a:p>
            <a:pPr marL="342900" indent="-342900">
              <a:buFont typeface="Wingdings" panose="05000000000000000000" pitchFamily="2" charset="2"/>
              <a:buChar char="ü"/>
            </a:pPr>
            <a:r>
              <a:rPr lang="en-US" b="1" dirty="0"/>
              <a:t>Consolidation of historical ITSM and customer data into one platform.</a:t>
            </a:r>
          </a:p>
          <a:p>
            <a:pPr marL="342900" indent="-342900">
              <a:buFont typeface="Wingdings" panose="05000000000000000000" pitchFamily="2" charset="2"/>
              <a:buChar char="ü"/>
            </a:pPr>
            <a:r>
              <a:rPr lang="en-US" b="1" dirty="0"/>
              <a:t>Instance data replication strategy for seamless access across regions.</a:t>
            </a:r>
          </a:p>
          <a:p>
            <a:pPr marL="342900" indent="-342900">
              <a:buFont typeface="Wingdings" panose="05000000000000000000" pitchFamily="2" charset="2"/>
              <a:buChar char="ü"/>
            </a:pPr>
            <a:r>
              <a:rPr lang="en-US" b="1" dirty="0"/>
              <a:t>Integration with SAP SuccessFactors, Workday, and third-party tools.</a:t>
            </a:r>
          </a:p>
          <a:p>
            <a:endParaRPr lang="en-US" b="1" dirty="0"/>
          </a:p>
          <a:p>
            <a:r>
              <a:rPr lang="en-US" b="1" dirty="0"/>
              <a:t>After a long debate, the team of architects </a:t>
            </a:r>
            <a:r>
              <a:rPr lang="en-US" b="1"/>
              <a:t>have decided: Do not use domain separation</a:t>
            </a:r>
            <a:endParaRPr lang="en-US" b="1" dirty="0"/>
          </a:p>
          <a:p>
            <a:r>
              <a:rPr lang="en-US" b="1" dirty="0"/>
              <a:t>Does This Warrant Domain Separation?</a:t>
            </a:r>
          </a:p>
          <a:p>
            <a:pPr marL="342900" indent="-342900">
              <a:buFontTx/>
              <a:buChar char="Ꭓ"/>
            </a:pPr>
            <a:r>
              <a:rPr lang="en-US" b="1" dirty="0"/>
              <a:t>Not really! </a:t>
            </a:r>
            <a:br>
              <a:rPr lang="en-US" b="1" dirty="0"/>
            </a:br>
            <a:endParaRPr lang="en-US" b="1" dirty="0"/>
          </a:p>
          <a:p>
            <a:r>
              <a:rPr lang="en-US" b="1" dirty="0"/>
              <a:t>Domain separation is meant for:</a:t>
            </a:r>
          </a:p>
          <a:p>
            <a:r>
              <a:rPr lang="en-US" b="1" dirty="0"/>
              <a:t>Managed service providers (MSPs) who serve multiple customers in a single instance.</a:t>
            </a:r>
          </a:p>
          <a:p>
            <a:r>
              <a:rPr lang="en-US" b="1" dirty="0"/>
              <a:t>Highly isolated business units with distinct data, workflows, and admin teams.</a:t>
            </a:r>
          </a:p>
          <a:p>
            <a:r>
              <a:rPr lang="en-US" b="1" dirty="0"/>
              <a:t>Sovereign Bank isn’t an MSP, and their business units need controlled data access, not complete isolation.</a:t>
            </a:r>
            <a:endParaRPr lang="es-ES" dirty="0"/>
          </a:p>
          <a:p>
            <a:pPr marL="0" indent="0" algn="ctr">
              <a:lnSpc>
                <a:spcPct val="100000"/>
              </a:lnSpc>
              <a:spcBef>
                <a:spcPts val="0"/>
              </a:spcBef>
              <a:buFontTx/>
              <a:buNone/>
            </a:pPr>
            <a:endParaRPr lang="en-US" sz="1200" dirty="0">
              <a:solidFill>
                <a:prstClr val="white"/>
              </a:solidFill>
              <a:latin typeface="Posterama" panose="020B0504020200020000" pitchFamily="34" charset="0"/>
              <a:ea typeface="微软雅黑"/>
              <a:cs typeface="Posterama" panose="020B0504020200020000" pitchFamily="34" charset="0"/>
            </a:endParaRPr>
          </a:p>
        </p:txBody>
      </p:sp>
      <p:sp>
        <p:nvSpPr>
          <p:cNvPr id="4" name="Slide Number Placeholder 3"/>
          <p:cNvSpPr>
            <a:spLocks noGrp="1"/>
          </p:cNvSpPr>
          <p:nvPr>
            <p:ph type="sldNum" sz="quarter" idx="5"/>
          </p:nvPr>
        </p:nvSpPr>
        <p:spPr/>
        <p:txBody>
          <a:bodyPr/>
          <a:lstStyle/>
          <a:p>
            <a:fld id="{C384C781-2765-427A-A960-385CE0D0CAB9}" type="slidenum">
              <a:rPr lang="en-US" smtClean="0"/>
              <a:t>10</a:t>
            </a:fld>
            <a:endParaRPr lang="en-US"/>
          </a:p>
        </p:txBody>
      </p:sp>
    </p:spTree>
    <p:extLst>
      <p:ext uri="{BB962C8B-B14F-4D97-AF65-F5344CB8AC3E}">
        <p14:creationId xmlns:p14="http://schemas.microsoft.com/office/powerpoint/2010/main" val="12723728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D05BB-58A0-2019-A936-D1860718DA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5B6425-236D-8CFB-4680-F99848F7A8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116AC-4906-C1F3-6915-338FA47A116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A38B991-F039-EE01-09E7-AA33AAEC2DC7}"/>
              </a:ext>
            </a:extLst>
          </p:cNvPr>
          <p:cNvSpPr>
            <a:spLocks noGrp="1"/>
          </p:cNvSpPr>
          <p:nvPr>
            <p:ph type="sldNum" sz="quarter" idx="5"/>
          </p:nvPr>
        </p:nvSpPr>
        <p:spPr/>
        <p:txBody>
          <a:bodyPr/>
          <a:lstStyle/>
          <a:p>
            <a:fld id="{C384C781-2765-427A-A960-385CE0D0CAB9}" type="slidenum">
              <a:rPr lang="en-US" smtClean="0"/>
              <a:t>11</a:t>
            </a:fld>
            <a:endParaRPr lang="en-US"/>
          </a:p>
        </p:txBody>
      </p:sp>
    </p:spTree>
    <p:extLst>
      <p:ext uri="{BB962C8B-B14F-4D97-AF65-F5344CB8AC3E}">
        <p14:creationId xmlns:p14="http://schemas.microsoft.com/office/powerpoint/2010/main" val="2610755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E3C66-36AD-5F1A-7185-D85F049E71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70006E-B27B-300E-51D7-CBCC9492AD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7B561B-A195-E18A-C916-36063D06CF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6166FD-5EE2-D941-812D-82E35015DCFE}"/>
              </a:ext>
            </a:extLst>
          </p:cNvPr>
          <p:cNvSpPr>
            <a:spLocks noGrp="1"/>
          </p:cNvSpPr>
          <p:nvPr>
            <p:ph type="sldNum" sz="quarter" idx="5"/>
          </p:nvPr>
        </p:nvSpPr>
        <p:spPr/>
        <p:txBody>
          <a:bodyPr/>
          <a:lstStyle/>
          <a:p>
            <a:fld id="{C384C781-2765-427A-A960-385CE0D0CAB9}" type="slidenum">
              <a:rPr lang="en-US" smtClean="0"/>
              <a:t>12</a:t>
            </a:fld>
            <a:endParaRPr lang="en-US"/>
          </a:p>
        </p:txBody>
      </p:sp>
    </p:spTree>
    <p:extLst>
      <p:ext uri="{BB962C8B-B14F-4D97-AF65-F5344CB8AC3E}">
        <p14:creationId xmlns:p14="http://schemas.microsoft.com/office/powerpoint/2010/main" val="4179751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Thank you for your time and attention.</a:t>
            </a:r>
          </a:p>
          <a:p>
            <a:endParaRPr lang="en-US" dirty="0"/>
          </a:p>
          <a:p>
            <a:r>
              <a:rPr lang="en-US" dirty="0"/>
              <a:t>If you have any questions or need us to go into more depth on any of the topics discussed during the session, please do not hesitate to let us know and we will provide more information on it.</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13</a:t>
            </a:fld>
            <a:endParaRPr lang="en-US" altLang="zh-CN" noProof="0" dirty="0"/>
          </a:p>
        </p:txBody>
      </p:sp>
    </p:spTree>
    <p:extLst>
      <p:ext uri="{BB962C8B-B14F-4D97-AF65-F5344CB8AC3E}">
        <p14:creationId xmlns:p14="http://schemas.microsoft.com/office/powerpoint/2010/main" val="1439298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with Im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dirty="0"/>
              <a:t>Click to edit Master title style</a:t>
            </a:r>
          </a:p>
        </p:txBody>
      </p:sp>
      <p:cxnSp>
        <p:nvCxnSpPr>
          <p:cNvPr id="24" name="Straight Connector 2">
            <a:extLst>
              <a:ext uri="{FF2B5EF4-FFF2-40B4-BE49-F238E27FC236}">
                <a16:creationId xmlns:a16="http://schemas.microsoft.com/office/drawing/2014/main" id="{F1FCCFDB-D985-4322-AC87-F69214893708}"/>
              </a:ext>
            </a:extLst>
          </p:cNvPr>
          <p:cNvCxnSpPr/>
          <p:nvPr/>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2" name="Straight Connector 2">
            <a:extLst>
              <a:ext uri="{FF2B5EF4-FFF2-40B4-BE49-F238E27FC236}">
                <a16:creationId xmlns:a16="http://schemas.microsoft.com/office/drawing/2014/main" id="{6A7982A7-920A-4645-4656-C0FBECBF2B8C}"/>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4" name="Freeform: Shape 11">
            <a:extLst>
              <a:ext uri="{FF2B5EF4-FFF2-40B4-BE49-F238E27FC236}">
                <a16:creationId xmlns:a16="http://schemas.microsoft.com/office/drawing/2014/main" id="{78857595-B175-D151-DD86-68239766C9E8}"/>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5" name="Footer Placeholder 2">
            <a:extLst>
              <a:ext uri="{FF2B5EF4-FFF2-40B4-BE49-F238E27FC236}">
                <a16:creationId xmlns:a16="http://schemas.microsoft.com/office/drawing/2014/main" id="{39B591F0-AC54-42C5-CB41-9A74A7D6A0EA}"/>
              </a:ext>
            </a:extLst>
          </p:cNvPr>
          <p:cNvSpPr>
            <a:spLocks noGrp="1"/>
          </p:cNvSpPr>
          <p:nvPr>
            <p:ph type="ftr" sz="quarter" idx="11"/>
          </p:nvPr>
        </p:nvSpPr>
        <p:spPr>
          <a:xfrm>
            <a:off x="8841941" y="6441821"/>
            <a:ext cx="4114800" cy="365125"/>
          </a:xfrm>
          <a:prstGeom prst="rect">
            <a:avLst/>
          </a:prstGeom>
        </p:spPr>
        <p:txBody>
          <a:bodyPr/>
          <a:lstStyle>
            <a:lvl1pPr>
              <a:defRPr sz="800"/>
            </a:lvl1pPr>
          </a:lstStyle>
          <a:p>
            <a:r>
              <a:rPr lang="en-IN"/>
              <a:t>Confidential | @2025 ServiceWow. All Rights Reserved</a:t>
            </a:r>
            <a:endParaRPr lang="en-IN" dirty="0"/>
          </a:p>
        </p:txBody>
      </p:sp>
      <p:pic>
        <p:nvPicPr>
          <p:cNvPr id="6" name="Picture 5" descr="A logo with a crown&#10;&#10;Description automatically generated">
            <a:extLst>
              <a:ext uri="{FF2B5EF4-FFF2-40B4-BE49-F238E27FC236}">
                <a16:creationId xmlns:a16="http://schemas.microsoft.com/office/drawing/2014/main" id="{2C6F5B23-F4B2-4D0D-CF96-A615921FA76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630515" y="6272870"/>
            <a:ext cx="527941" cy="45311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92013BF-4700-0256-AFDD-3BF11763E2BA}"/>
              </a:ext>
            </a:extLst>
          </p:cNvPr>
          <p:cNvSpPr txBox="1"/>
          <p:nvPr userDrawn="1"/>
        </p:nvSpPr>
        <p:spPr>
          <a:xfrm>
            <a:off x="394134" y="6333181"/>
            <a:ext cx="1388176" cy="338554"/>
          </a:xfrm>
          <a:prstGeom prst="rect">
            <a:avLst/>
          </a:prstGeom>
          <a:noFill/>
        </p:spPr>
        <p:txBody>
          <a:bodyPr wrap="square" rtlCol="0">
            <a:spAutoFit/>
          </a:bodyPr>
          <a:lstStyle/>
          <a:p>
            <a:r>
              <a:rPr lang="en-US" sz="1600" b="0" i="0" kern="1200" dirty="0">
                <a:solidFill>
                  <a:schemeClr val="tx2">
                    <a:lumMod val="25000"/>
                    <a:lumOff val="75000"/>
                  </a:schemeClr>
                </a:solidFill>
                <a:latin typeface="Aptos Display" panose="020B0004020202020204" pitchFamily="34" charset="0"/>
                <a:ea typeface="+mn-ea"/>
                <a:cs typeface="+mn-cs"/>
              </a:rPr>
              <a:t>ServiceWow</a:t>
            </a:r>
          </a:p>
        </p:txBody>
      </p:sp>
      <p:cxnSp>
        <p:nvCxnSpPr>
          <p:cNvPr id="8" name="Straight Connector 7">
            <a:extLst>
              <a:ext uri="{FF2B5EF4-FFF2-40B4-BE49-F238E27FC236}">
                <a16:creationId xmlns:a16="http://schemas.microsoft.com/office/drawing/2014/main" id="{6D73844D-7B6A-5139-4232-01F52B483112}"/>
              </a:ext>
            </a:extLst>
          </p:cNvPr>
          <p:cNvCxnSpPr>
            <a:cxnSpLocks/>
          </p:cNvCxnSpPr>
          <p:nvPr userDrawn="1"/>
        </p:nvCxnSpPr>
        <p:spPr>
          <a:xfrm>
            <a:off x="1630515" y="6272870"/>
            <a:ext cx="0" cy="534076"/>
          </a:xfrm>
          <a:prstGeom prst="line">
            <a:avLst/>
          </a:prstGeom>
          <a:ln>
            <a:solidFill>
              <a:schemeClr val="bg1">
                <a:lumMod val="65000"/>
              </a:schemeClr>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373682123"/>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endParaRPr lang="en-US" dirty="0"/>
          </a:p>
        </p:txBody>
      </p:sp>
      <p:sp>
        <p:nvSpPr>
          <p:cNvPr id="7" name="Freeform: Shape 4">
            <a:extLst>
              <a:ext uri="{FF2B5EF4-FFF2-40B4-BE49-F238E27FC236}">
                <a16:creationId xmlns:a16="http://schemas.microsoft.com/office/drawing/2014/main" id="{AE722AFD-22D7-4BD8-B055-3867C3800E16}"/>
              </a:ext>
            </a:extLst>
          </p:cNvPr>
          <p:cNvSpPr/>
          <p:nvPr/>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a:extLst>
              <a:ext uri="{FF2B5EF4-FFF2-40B4-BE49-F238E27FC236}">
                <a16:creationId xmlns:a16="http://schemas.microsoft.com/office/drawing/2014/main" id="{5D0355E4-3980-42A9-9376-74163520D39D}"/>
              </a:ext>
            </a:extLst>
          </p:cNvPr>
          <p:cNvSpPr/>
          <p:nvPr/>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a:extLst>
              <a:ext uri="{FF2B5EF4-FFF2-40B4-BE49-F238E27FC236}">
                <a16:creationId xmlns:a16="http://schemas.microsoft.com/office/drawing/2014/main" id="{70174533-8C0E-4E82-A582-891A0555FA1F}"/>
              </a:ext>
            </a:extLst>
          </p:cNvPr>
          <p:cNvSpPr/>
          <p:nvPr/>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a:extLst>
              <a:ext uri="{FF2B5EF4-FFF2-40B4-BE49-F238E27FC236}">
                <a16:creationId xmlns:a16="http://schemas.microsoft.com/office/drawing/2014/main" id="{071E3938-A754-4D49-B509-249EE9BD83AB}"/>
              </a:ext>
            </a:extLst>
          </p:cNvPr>
          <p:cNvSpPr/>
          <p:nvPr/>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a:extLst>
              <a:ext uri="{FF2B5EF4-FFF2-40B4-BE49-F238E27FC236}">
                <a16:creationId xmlns:a16="http://schemas.microsoft.com/office/drawing/2014/main" id="{B9D430ED-A815-4274-966C-8192C4230569}"/>
              </a:ext>
            </a:extLst>
          </p:cNvPr>
          <p:cNvSpPr/>
          <p:nvPr/>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a:extLst>
              <a:ext uri="{FF2B5EF4-FFF2-40B4-BE49-F238E27FC236}">
                <a16:creationId xmlns:a16="http://schemas.microsoft.com/office/drawing/2014/main" id="{0B88ADED-0863-78D3-7710-E131932E965F}"/>
              </a:ext>
            </a:extLst>
          </p:cNvPr>
          <p:cNvSpPr/>
          <p:nvPr/>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32435EB1-8BEE-9EEE-D9E4-E53D56B7E09C}"/>
              </a:ext>
            </a:extLst>
          </p:cNvPr>
          <p:cNvSpPr/>
          <p:nvPr/>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a:extLst>
              <a:ext uri="{FF2B5EF4-FFF2-40B4-BE49-F238E27FC236}">
                <a16:creationId xmlns:a16="http://schemas.microsoft.com/office/drawing/2014/main" id="{2692688E-3654-181E-6244-F2CED7612746}"/>
              </a:ext>
            </a:extLst>
          </p:cNvPr>
          <p:cNvSpPr/>
          <p:nvPr/>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01796F5D-2CC8-44C2-B5B5-E61BEFFF5A72}"/>
              </a:ext>
            </a:extLst>
          </p:cNvPr>
          <p:cNvSpPr/>
          <p:nvPr/>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a:extLst>
              <a:ext uri="{FF2B5EF4-FFF2-40B4-BE49-F238E27FC236}">
                <a16:creationId xmlns:a16="http://schemas.microsoft.com/office/drawing/2014/main" id="{73093633-6A91-42B5-961C-4B3A5DDF2146}"/>
              </a:ext>
            </a:extLst>
          </p:cNvPr>
          <p:cNvSpPr/>
          <p:nvPr/>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a:xfrm>
            <a:off x="484632" y="6217920"/>
            <a:ext cx="4114800" cy="365125"/>
          </a:xfrm>
          <a:prstGeom prst="rect">
            <a:avLst/>
          </a:prstGeom>
        </p:spPr>
        <p:txBody>
          <a:bodyPr/>
          <a:lstStyle>
            <a:lvl1pPr>
              <a:defRPr>
                <a:solidFill>
                  <a:schemeClr val="accent6"/>
                </a:solidFill>
              </a:defRPr>
            </a:lvl1pPr>
          </a:lstStyle>
          <a:p>
            <a:r>
              <a:rPr lang="en-US"/>
              <a:t>Confidential | @2025 ServiceWow. All Rights Reserved</a:t>
            </a:r>
            <a:endParaRPr lang="en-US"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pPr/>
              <a:t>‹Nº›</a:t>
            </a:fld>
            <a:endParaRPr lang="en-US" altLang="zh-CN" dirty="0"/>
          </a:p>
        </p:txBody>
      </p:sp>
    </p:spTree>
    <p:extLst>
      <p:ext uri="{BB962C8B-B14F-4D97-AF65-F5344CB8AC3E}">
        <p14:creationId xmlns:p14="http://schemas.microsoft.com/office/powerpoint/2010/main" val="3841740056"/>
      </p:ext>
    </p:extLst>
  </p:cSld>
  <p:clrMapOvr>
    <a:masterClrMapping/>
  </p:clrMapOvr>
  <p:extLst>
    <p:ext uri="{DCECCB84-F9BA-43D5-87BE-67443E8EF086}">
      <p15:sldGuideLst xmlns:p15="http://schemas.microsoft.com/office/powerpoint/2012/main">
        <p15:guide id="1" orient="horz" pos="528">
          <p15:clr>
            <a:srgbClr val="FBAE40"/>
          </p15:clr>
        </p15:guide>
        <p15:guide id="2"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a:xfrm>
            <a:off x="6954258" y="6217920"/>
            <a:ext cx="4114800" cy="365125"/>
          </a:xfrm>
          <a:prstGeom prst="rect">
            <a:avLst/>
          </a:prstGeom>
        </p:spPr>
        <p:txBody>
          <a:bodyPr>
            <a:noAutofit/>
          </a:bodyPr>
          <a:lstStyle>
            <a:lvl1pPr>
              <a:defRPr>
                <a:solidFill>
                  <a:schemeClr val="accent6"/>
                </a:solidFill>
              </a:defRPr>
            </a:lvl1pPr>
          </a:lstStyle>
          <a:p>
            <a:r>
              <a:rPr lang="en-US" dirty="0"/>
              <a:t>Confidential | @2025 </a:t>
            </a:r>
            <a:r>
              <a:rPr lang="en-US" dirty="0" err="1"/>
              <a:t>ServiceWow</a:t>
            </a:r>
            <a:r>
              <a:rPr lang="en-US" dirty="0"/>
              <a:t>. All Rights Reserved</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dirty="0"/>
              <a:t>Click icon to add picture</a:t>
            </a:r>
            <a:endParaRPr lang="en-US"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pPr/>
              <a:t>‹Nº›</a:t>
            </a:fld>
            <a:endParaRPr lang="en-US" altLang="zh-CN" dirty="0"/>
          </a:p>
        </p:txBody>
      </p:sp>
      <p:pic>
        <p:nvPicPr>
          <p:cNvPr id="2" name="Picture 1" descr="A logo with a crown&#10;&#10;Description automatically generated">
            <a:extLst>
              <a:ext uri="{FF2B5EF4-FFF2-40B4-BE49-F238E27FC236}">
                <a16:creationId xmlns:a16="http://schemas.microsoft.com/office/drawing/2014/main" id="{ABA32842-5658-CFAD-8A2C-8F44EAC663D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630515" y="6272870"/>
            <a:ext cx="527941" cy="45311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B6F9984-3D08-80CA-9536-BA8E18EA7736}"/>
              </a:ext>
            </a:extLst>
          </p:cNvPr>
          <p:cNvSpPr txBox="1"/>
          <p:nvPr userDrawn="1"/>
        </p:nvSpPr>
        <p:spPr>
          <a:xfrm>
            <a:off x="394134" y="6333181"/>
            <a:ext cx="1388176" cy="338554"/>
          </a:xfrm>
          <a:prstGeom prst="rect">
            <a:avLst/>
          </a:prstGeom>
          <a:noFill/>
        </p:spPr>
        <p:txBody>
          <a:bodyPr wrap="square" rtlCol="0">
            <a:spAutoFit/>
          </a:bodyPr>
          <a:lstStyle/>
          <a:p>
            <a:r>
              <a:rPr lang="en-US" sz="1600" b="0" i="0" kern="1200" dirty="0">
                <a:solidFill>
                  <a:schemeClr val="tx2">
                    <a:lumMod val="25000"/>
                    <a:lumOff val="75000"/>
                  </a:schemeClr>
                </a:solidFill>
                <a:latin typeface="Aptos Display" panose="020B0004020202020204" pitchFamily="34" charset="0"/>
                <a:ea typeface="+mn-ea"/>
                <a:cs typeface="+mn-cs"/>
              </a:rPr>
              <a:t>ServiceWow</a:t>
            </a:r>
          </a:p>
        </p:txBody>
      </p:sp>
      <p:cxnSp>
        <p:nvCxnSpPr>
          <p:cNvPr id="4" name="Straight Connector 3">
            <a:extLst>
              <a:ext uri="{FF2B5EF4-FFF2-40B4-BE49-F238E27FC236}">
                <a16:creationId xmlns:a16="http://schemas.microsoft.com/office/drawing/2014/main" id="{E95736D4-49F3-0B13-F286-272141C3BD78}"/>
              </a:ext>
            </a:extLst>
          </p:cNvPr>
          <p:cNvCxnSpPr>
            <a:cxnSpLocks/>
          </p:cNvCxnSpPr>
          <p:nvPr userDrawn="1"/>
        </p:nvCxnSpPr>
        <p:spPr>
          <a:xfrm>
            <a:off x="1630515" y="6272870"/>
            <a:ext cx="0" cy="534076"/>
          </a:xfrm>
          <a:prstGeom prst="line">
            <a:avLst/>
          </a:prstGeom>
          <a:ln>
            <a:solidFill>
              <a:schemeClr val="bg1">
                <a:lumMod val="65000"/>
              </a:schemeClr>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547180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pic>
        <p:nvPicPr>
          <p:cNvPr id="2" name="Picture 1" descr="A logo with a crown&#10;&#10;Description automatically generated">
            <a:extLst>
              <a:ext uri="{FF2B5EF4-FFF2-40B4-BE49-F238E27FC236}">
                <a16:creationId xmlns:a16="http://schemas.microsoft.com/office/drawing/2014/main" id="{593B70B0-9A9D-F99F-9E63-1B086806ADA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630515" y="6272870"/>
            <a:ext cx="527941" cy="45311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8AE5787-775A-4E42-2320-6DA2E6CBAE6E}"/>
              </a:ext>
            </a:extLst>
          </p:cNvPr>
          <p:cNvSpPr txBox="1"/>
          <p:nvPr userDrawn="1"/>
        </p:nvSpPr>
        <p:spPr>
          <a:xfrm>
            <a:off x="394134" y="6333181"/>
            <a:ext cx="1388176" cy="338554"/>
          </a:xfrm>
          <a:prstGeom prst="rect">
            <a:avLst/>
          </a:prstGeom>
          <a:noFill/>
        </p:spPr>
        <p:txBody>
          <a:bodyPr wrap="square" rtlCol="0">
            <a:spAutoFit/>
          </a:bodyPr>
          <a:lstStyle/>
          <a:p>
            <a:r>
              <a:rPr lang="en-US" sz="1600" b="0" i="0" kern="1200" dirty="0">
                <a:solidFill>
                  <a:schemeClr val="tx2">
                    <a:lumMod val="25000"/>
                    <a:lumOff val="75000"/>
                  </a:schemeClr>
                </a:solidFill>
                <a:latin typeface="Aptos Display" panose="020B0004020202020204" pitchFamily="34" charset="0"/>
                <a:ea typeface="+mn-ea"/>
                <a:cs typeface="+mn-cs"/>
              </a:rPr>
              <a:t>ServiceWow</a:t>
            </a:r>
          </a:p>
        </p:txBody>
      </p:sp>
      <p:cxnSp>
        <p:nvCxnSpPr>
          <p:cNvPr id="4" name="Straight Connector 3">
            <a:extLst>
              <a:ext uri="{FF2B5EF4-FFF2-40B4-BE49-F238E27FC236}">
                <a16:creationId xmlns:a16="http://schemas.microsoft.com/office/drawing/2014/main" id="{E2D2E09C-3014-829B-BD7A-2BE665C4DFEC}"/>
              </a:ext>
            </a:extLst>
          </p:cNvPr>
          <p:cNvCxnSpPr>
            <a:cxnSpLocks/>
          </p:cNvCxnSpPr>
          <p:nvPr userDrawn="1"/>
        </p:nvCxnSpPr>
        <p:spPr>
          <a:xfrm>
            <a:off x="1630515" y="6272870"/>
            <a:ext cx="0" cy="534076"/>
          </a:xfrm>
          <a:prstGeom prst="line">
            <a:avLst/>
          </a:prstGeom>
          <a:ln>
            <a:solidFill>
              <a:schemeClr val="bg1">
                <a:lumMod val="65000"/>
              </a:schemeClr>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902847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a:xfrm>
            <a:off x="6954258" y="6217920"/>
            <a:ext cx="4114800" cy="365125"/>
          </a:xfrm>
          <a:prstGeom prst="rect">
            <a:avLst/>
          </a:prstGeom>
        </p:spPr>
        <p:txBody>
          <a:bodyPr/>
          <a:lstStyle>
            <a:lvl1pPr>
              <a:defRPr>
                <a:solidFill>
                  <a:schemeClr val="accent6"/>
                </a:solidFill>
              </a:defRPr>
            </a:lvl1pPr>
          </a:lstStyle>
          <a:p>
            <a:r>
              <a:rPr lang="en-US"/>
              <a:t>Confidential | @2025 ServiceWow. All Rights Reserved</a:t>
            </a:r>
            <a:endParaRPr lang="en-US" dirty="0"/>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‹Nº›</a:t>
            </a:fld>
            <a:endParaRPr lang="en-US" altLang="zh-CN" dirty="0"/>
          </a:p>
        </p:txBody>
      </p:sp>
      <p:pic>
        <p:nvPicPr>
          <p:cNvPr id="4" name="Picture 3" descr="A logo with a crown&#10;&#10;Description automatically generated">
            <a:extLst>
              <a:ext uri="{FF2B5EF4-FFF2-40B4-BE49-F238E27FC236}">
                <a16:creationId xmlns:a16="http://schemas.microsoft.com/office/drawing/2014/main" id="{E0092B73-EDD0-9376-02C6-D9B62F5814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630515" y="6272870"/>
            <a:ext cx="527941" cy="45311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8D84FE9-6B27-628D-0302-26763B5C561D}"/>
              </a:ext>
            </a:extLst>
          </p:cNvPr>
          <p:cNvSpPr txBox="1"/>
          <p:nvPr userDrawn="1"/>
        </p:nvSpPr>
        <p:spPr>
          <a:xfrm>
            <a:off x="394134" y="6333181"/>
            <a:ext cx="1388176" cy="338554"/>
          </a:xfrm>
          <a:prstGeom prst="rect">
            <a:avLst/>
          </a:prstGeom>
          <a:noFill/>
        </p:spPr>
        <p:txBody>
          <a:bodyPr wrap="square" rtlCol="0">
            <a:spAutoFit/>
          </a:bodyPr>
          <a:lstStyle/>
          <a:p>
            <a:r>
              <a:rPr lang="en-US" sz="1600" b="0" i="0" kern="1200" dirty="0">
                <a:solidFill>
                  <a:schemeClr val="tx2">
                    <a:lumMod val="25000"/>
                    <a:lumOff val="75000"/>
                  </a:schemeClr>
                </a:solidFill>
                <a:latin typeface="Aptos Display" panose="020B0004020202020204" pitchFamily="34" charset="0"/>
                <a:ea typeface="+mn-ea"/>
                <a:cs typeface="+mn-cs"/>
              </a:rPr>
              <a:t>ServiceWow</a:t>
            </a:r>
          </a:p>
        </p:txBody>
      </p:sp>
      <p:cxnSp>
        <p:nvCxnSpPr>
          <p:cNvPr id="7" name="Straight Connector 6">
            <a:extLst>
              <a:ext uri="{FF2B5EF4-FFF2-40B4-BE49-F238E27FC236}">
                <a16:creationId xmlns:a16="http://schemas.microsoft.com/office/drawing/2014/main" id="{E7A52979-DE77-9C5A-B409-290ABAD61873}"/>
              </a:ext>
            </a:extLst>
          </p:cNvPr>
          <p:cNvCxnSpPr>
            <a:cxnSpLocks/>
          </p:cNvCxnSpPr>
          <p:nvPr userDrawn="1"/>
        </p:nvCxnSpPr>
        <p:spPr>
          <a:xfrm>
            <a:off x="1630515" y="6272870"/>
            <a:ext cx="0" cy="534076"/>
          </a:xfrm>
          <a:prstGeom prst="line">
            <a:avLst/>
          </a:prstGeom>
          <a:ln>
            <a:solidFill>
              <a:schemeClr val="bg1">
                <a:lumMod val="65000"/>
              </a:schemeClr>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316801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a:xfrm>
            <a:off x="6954258" y="6217920"/>
            <a:ext cx="4114800" cy="365125"/>
          </a:xfrm>
          <a:prstGeom prst="rect">
            <a:avLst/>
          </a:prstGeom>
        </p:spPr>
        <p:txBody>
          <a:bodyPr>
            <a:noAutofit/>
          </a:bodyPr>
          <a:lstStyle>
            <a:lvl1pPr>
              <a:defRPr>
                <a:solidFill>
                  <a:schemeClr val="accent6"/>
                </a:solidFill>
              </a:defRPr>
            </a:lvl1pPr>
          </a:lstStyle>
          <a:p>
            <a:r>
              <a:rPr lang="en-US"/>
              <a:t>Confidential | @2025 ServiceWow. All Rights Reserved</a:t>
            </a:r>
            <a:endParaRPr lang="en-US"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‹Nº›</a:t>
            </a:fld>
            <a:endParaRPr lang="en-US" altLang="zh-CN" dirty="0"/>
          </a:p>
        </p:txBody>
      </p:sp>
      <p:sp>
        <p:nvSpPr>
          <p:cNvPr id="3" name="Freeform: Shape 5">
            <a:extLst>
              <a:ext uri="{FF2B5EF4-FFF2-40B4-BE49-F238E27FC236}">
                <a16:creationId xmlns:a16="http://schemas.microsoft.com/office/drawing/2014/main" id="{13392F38-D3A8-47E9-458D-FCC8E7D887DD}"/>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 name="Freeform 11">
            <a:extLst>
              <a:ext uri="{FF2B5EF4-FFF2-40B4-BE49-F238E27FC236}">
                <a16:creationId xmlns:a16="http://schemas.microsoft.com/office/drawing/2014/main" id="{1A27A9EF-5A5E-4671-2A18-8E4E47AA4208}"/>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6" name="Freeform: Shape 11">
            <a:extLst>
              <a:ext uri="{FF2B5EF4-FFF2-40B4-BE49-F238E27FC236}">
                <a16:creationId xmlns:a16="http://schemas.microsoft.com/office/drawing/2014/main" id="{A67EE5C4-21D9-73B2-C6B0-B11B196E7363}"/>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pic>
        <p:nvPicPr>
          <p:cNvPr id="7" name="Picture 6" descr="A logo with a crown&#10;&#10;Description automatically generated">
            <a:extLst>
              <a:ext uri="{FF2B5EF4-FFF2-40B4-BE49-F238E27FC236}">
                <a16:creationId xmlns:a16="http://schemas.microsoft.com/office/drawing/2014/main" id="{DCCB100D-7755-6B12-E956-A79197E79E7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630515" y="6272870"/>
            <a:ext cx="527941" cy="45311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94B3717-6D9B-B138-5252-65FD3074DA4B}"/>
              </a:ext>
            </a:extLst>
          </p:cNvPr>
          <p:cNvSpPr txBox="1"/>
          <p:nvPr userDrawn="1"/>
        </p:nvSpPr>
        <p:spPr>
          <a:xfrm>
            <a:off x="394134" y="6333181"/>
            <a:ext cx="1388176" cy="338554"/>
          </a:xfrm>
          <a:prstGeom prst="rect">
            <a:avLst/>
          </a:prstGeom>
          <a:noFill/>
        </p:spPr>
        <p:txBody>
          <a:bodyPr wrap="square" rtlCol="0">
            <a:spAutoFit/>
          </a:bodyPr>
          <a:lstStyle/>
          <a:p>
            <a:r>
              <a:rPr lang="en-US" sz="1600" b="0" i="0" kern="1200" dirty="0">
                <a:solidFill>
                  <a:schemeClr val="tx2">
                    <a:lumMod val="25000"/>
                    <a:lumOff val="75000"/>
                  </a:schemeClr>
                </a:solidFill>
                <a:latin typeface="Aptos Display" panose="020B0004020202020204" pitchFamily="34" charset="0"/>
                <a:ea typeface="+mn-ea"/>
                <a:cs typeface="+mn-cs"/>
              </a:rPr>
              <a:t>ServiceWow</a:t>
            </a:r>
          </a:p>
        </p:txBody>
      </p:sp>
      <p:cxnSp>
        <p:nvCxnSpPr>
          <p:cNvPr id="14" name="Straight Connector 13">
            <a:extLst>
              <a:ext uri="{FF2B5EF4-FFF2-40B4-BE49-F238E27FC236}">
                <a16:creationId xmlns:a16="http://schemas.microsoft.com/office/drawing/2014/main" id="{AA887E12-9A7F-0D76-1AFE-0BFC5672F1A4}"/>
              </a:ext>
            </a:extLst>
          </p:cNvPr>
          <p:cNvCxnSpPr>
            <a:cxnSpLocks/>
          </p:cNvCxnSpPr>
          <p:nvPr userDrawn="1"/>
        </p:nvCxnSpPr>
        <p:spPr>
          <a:xfrm>
            <a:off x="1630515" y="6272870"/>
            <a:ext cx="0" cy="534076"/>
          </a:xfrm>
          <a:prstGeom prst="line">
            <a:avLst/>
          </a:prstGeom>
          <a:ln>
            <a:solidFill>
              <a:schemeClr val="bg1">
                <a:lumMod val="65000"/>
              </a:schemeClr>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4123319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a:extLst>
              <a:ext uri="{FF2B5EF4-FFF2-40B4-BE49-F238E27FC236}">
                <a16:creationId xmlns:a16="http://schemas.microsoft.com/office/drawing/2014/main" id="{DF781D9E-0DF5-4DDA-84E6-35DFB054158C}"/>
              </a:ext>
            </a:extLst>
          </p:cNvPr>
          <p:cNvSpPr/>
          <p:nvPr/>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a:extLst>
              <a:ext uri="{FF2B5EF4-FFF2-40B4-BE49-F238E27FC236}">
                <a16:creationId xmlns:a16="http://schemas.microsoft.com/office/drawing/2014/main" id="{86BA1075-E23C-4BC9-8F67-B2E408F864D2}"/>
              </a:ext>
            </a:extLst>
          </p:cNvPr>
          <p:cNvSpPr/>
          <p:nvPr/>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a:extLst>
              <a:ext uri="{FF2B5EF4-FFF2-40B4-BE49-F238E27FC236}">
                <a16:creationId xmlns:a16="http://schemas.microsoft.com/office/drawing/2014/main" id="{B2A4CA75-D17E-243B-9C56-A63C75AF6D56}"/>
              </a:ext>
            </a:extLst>
          </p:cNvPr>
          <p:cNvSpPr/>
          <p:nvPr/>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a:xfrm>
            <a:off x="6954258" y="6217920"/>
            <a:ext cx="4114800" cy="365125"/>
          </a:xfrm>
          <a:prstGeom prst="rect">
            <a:avLst/>
          </a:prstGeom>
        </p:spPr>
        <p:txBody>
          <a:bodyPr>
            <a:noAutofit/>
          </a:bodyPr>
          <a:lstStyle/>
          <a:p>
            <a:r>
              <a:rPr lang="en-US" noProof="0"/>
              <a:t>Confidential | @2025 ServiceWow. All Rights Reserved</a:t>
            </a:r>
            <a:endParaRPr lang="en-US" noProof="0" dirty="0"/>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‹Nº›</a:t>
            </a:fld>
            <a:endParaRPr lang="en-US" altLang="zh-CN" noProof="0" dirty="0"/>
          </a:p>
        </p:txBody>
      </p:sp>
      <p:sp>
        <p:nvSpPr>
          <p:cNvPr id="2" name="Freeform: Shape 5">
            <a:extLst>
              <a:ext uri="{FF2B5EF4-FFF2-40B4-BE49-F238E27FC236}">
                <a16:creationId xmlns:a16="http://schemas.microsoft.com/office/drawing/2014/main" id="{5A3ACB7A-B0C9-6744-0C1C-7561B8F5E27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9" name="Freeform: Shape 6">
            <a:extLst>
              <a:ext uri="{FF2B5EF4-FFF2-40B4-BE49-F238E27FC236}">
                <a16:creationId xmlns:a16="http://schemas.microsoft.com/office/drawing/2014/main" id="{89FFA020-313A-3281-8CF6-27856F16F753}"/>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12" name="Freeform: Shape 7">
            <a:extLst>
              <a:ext uri="{FF2B5EF4-FFF2-40B4-BE49-F238E27FC236}">
                <a16:creationId xmlns:a16="http://schemas.microsoft.com/office/drawing/2014/main" id="{6C34495B-A0F8-713E-E83F-435C1800EB8F}"/>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3" name="Freeform: Shape 11">
            <a:extLst>
              <a:ext uri="{FF2B5EF4-FFF2-40B4-BE49-F238E27FC236}">
                <a16:creationId xmlns:a16="http://schemas.microsoft.com/office/drawing/2014/main" id="{09F74EAC-1F6B-E923-BD00-D16EFF564534}"/>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pic>
        <p:nvPicPr>
          <p:cNvPr id="14" name="Picture 13" descr="A logo with a crown&#10;&#10;Description automatically generated">
            <a:extLst>
              <a:ext uri="{FF2B5EF4-FFF2-40B4-BE49-F238E27FC236}">
                <a16:creationId xmlns:a16="http://schemas.microsoft.com/office/drawing/2014/main" id="{FF9A5411-DC8E-E52E-BDDE-0612F4E90E2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630515" y="6272870"/>
            <a:ext cx="527941" cy="453115"/>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0BAA5D00-8DD2-30A7-B616-F60792F749B9}"/>
              </a:ext>
            </a:extLst>
          </p:cNvPr>
          <p:cNvSpPr txBox="1"/>
          <p:nvPr userDrawn="1"/>
        </p:nvSpPr>
        <p:spPr>
          <a:xfrm>
            <a:off x="394134" y="6333181"/>
            <a:ext cx="1388176" cy="338554"/>
          </a:xfrm>
          <a:prstGeom prst="rect">
            <a:avLst/>
          </a:prstGeom>
          <a:noFill/>
        </p:spPr>
        <p:txBody>
          <a:bodyPr wrap="square" rtlCol="0">
            <a:spAutoFit/>
          </a:bodyPr>
          <a:lstStyle/>
          <a:p>
            <a:r>
              <a:rPr lang="en-US" sz="1600" b="0" i="0" kern="1200" dirty="0">
                <a:solidFill>
                  <a:schemeClr val="tx2">
                    <a:lumMod val="25000"/>
                    <a:lumOff val="75000"/>
                  </a:schemeClr>
                </a:solidFill>
                <a:latin typeface="Aptos Display" panose="020B0004020202020204" pitchFamily="34" charset="0"/>
                <a:ea typeface="+mn-ea"/>
                <a:cs typeface="+mn-cs"/>
              </a:rPr>
              <a:t>ServiceWow</a:t>
            </a:r>
          </a:p>
        </p:txBody>
      </p:sp>
      <p:cxnSp>
        <p:nvCxnSpPr>
          <p:cNvPr id="16" name="Straight Connector 15">
            <a:extLst>
              <a:ext uri="{FF2B5EF4-FFF2-40B4-BE49-F238E27FC236}">
                <a16:creationId xmlns:a16="http://schemas.microsoft.com/office/drawing/2014/main" id="{C0C43AEC-1DB1-AA98-FAFD-384CA455B768}"/>
              </a:ext>
            </a:extLst>
          </p:cNvPr>
          <p:cNvCxnSpPr>
            <a:cxnSpLocks/>
          </p:cNvCxnSpPr>
          <p:nvPr userDrawn="1"/>
        </p:nvCxnSpPr>
        <p:spPr>
          <a:xfrm>
            <a:off x="1630515" y="6272870"/>
            <a:ext cx="0" cy="534076"/>
          </a:xfrm>
          <a:prstGeom prst="line">
            <a:avLst/>
          </a:prstGeom>
          <a:ln>
            <a:solidFill>
              <a:schemeClr val="bg1">
                <a:lumMod val="65000"/>
              </a:schemeClr>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338183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a:xfrm>
            <a:off x="6954258" y="6217920"/>
            <a:ext cx="4114800" cy="365125"/>
          </a:xfrm>
          <a:prstGeom prst="rect">
            <a:avLst/>
          </a:prstGeom>
        </p:spPr>
        <p:txBody>
          <a:bodyPr>
            <a:noAutofit/>
          </a:bodyPr>
          <a:lstStyle>
            <a:lvl1pPr>
              <a:defRPr>
                <a:solidFill>
                  <a:schemeClr val="accent6"/>
                </a:solidFill>
              </a:defRPr>
            </a:lvl1pPr>
          </a:lstStyle>
          <a:p>
            <a:r>
              <a:rPr lang="en-US"/>
              <a:t>Confidential | @2025 ServiceWow. All Rights Reserved</a:t>
            </a:r>
            <a:endParaRPr lang="en-US" dirty="0"/>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pPr/>
              <a:t>‹Nº›</a:t>
            </a:fld>
            <a:endParaRPr lang="en-US" altLang="zh-CN" dirty="0"/>
          </a:p>
        </p:txBody>
      </p:sp>
    </p:spTree>
    <p:extLst>
      <p:ext uri="{BB962C8B-B14F-4D97-AF65-F5344CB8AC3E}">
        <p14:creationId xmlns:p14="http://schemas.microsoft.com/office/powerpoint/2010/main" val="2647094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endParaRPr lang="en-US" dirty="0"/>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a:xfrm>
            <a:off x="6954258" y="6217920"/>
            <a:ext cx="4114800" cy="365125"/>
          </a:xfrm>
          <a:prstGeom prst="rect">
            <a:avLst/>
          </a:prstGeom>
        </p:spPr>
        <p:txBody>
          <a:bodyPr>
            <a:noAutofit/>
          </a:bodyPr>
          <a:lstStyle>
            <a:lvl1pPr>
              <a:defRPr>
                <a:solidFill>
                  <a:schemeClr val="accent6"/>
                </a:solidFill>
              </a:defRPr>
            </a:lvl1pPr>
          </a:lstStyle>
          <a:p>
            <a:r>
              <a:rPr lang="en-US"/>
              <a:t>Confidential | @2025 ServiceWow. All Rights Reserved</a:t>
            </a:r>
            <a:endParaRPr lang="en-US" dirty="0"/>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pPr/>
              <a:t>‹Nº›</a:t>
            </a:fld>
            <a:endParaRPr lang="en-US" altLang="zh-CN" dirty="0"/>
          </a:p>
        </p:txBody>
      </p:sp>
    </p:spTree>
    <p:extLst>
      <p:ext uri="{BB962C8B-B14F-4D97-AF65-F5344CB8AC3E}">
        <p14:creationId xmlns:p14="http://schemas.microsoft.com/office/powerpoint/2010/main" val="2236344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7">
            <a:extLst>
              <a:ext uri="{FF2B5EF4-FFF2-40B4-BE49-F238E27FC236}">
                <a16:creationId xmlns:a16="http://schemas.microsoft.com/office/drawing/2014/main" id="{08F73F8C-5CF8-4470-AE2B-8E6D7952FF3E}"/>
              </a:ext>
            </a:extLst>
          </p:cNvPr>
          <p:cNvSpPr/>
          <p:nvPr/>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Freeform: Shape 8">
            <a:extLst>
              <a:ext uri="{FF2B5EF4-FFF2-40B4-BE49-F238E27FC236}">
                <a16:creationId xmlns:a16="http://schemas.microsoft.com/office/drawing/2014/main" id="{1299AD72-44AB-4D37-ABBB-9E295508DDB5}"/>
              </a:ext>
            </a:extLst>
          </p:cNvPr>
          <p:cNvSpPr/>
          <p:nvPr/>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Shape 9">
            <a:extLst>
              <a:ext uri="{FF2B5EF4-FFF2-40B4-BE49-F238E27FC236}">
                <a16:creationId xmlns:a16="http://schemas.microsoft.com/office/drawing/2014/main" id="{834981F1-A16D-4CA2-8001-0D2A65539268}"/>
              </a:ext>
            </a:extLst>
          </p:cNvPr>
          <p:cNvSpPr/>
          <p:nvPr/>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a:xfrm>
            <a:off x="6954258" y="6217920"/>
            <a:ext cx="4114800" cy="365125"/>
          </a:xfrm>
          <a:prstGeom prst="rect">
            <a:avLst/>
          </a:prstGeom>
        </p:spPr>
        <p:txBody>
          <a:bodyPr>
            <a:noAutofit/>
          </a:bodyPr>
          <a:lstStyle>
            <a:lvl1pPr>
              <a:defRPr>
                <a:solidFill>
                  <a:schemeClr val="accent6"/>
                </a:solidFill>
              </a:defRPr>
            </a:lvl1pPr>
          </a:lstStyle>
          <a:p>
            <a:r>
              <a:rPr lang="en-US"/>
              <a:t>Confidential | @2025 ServiceWow. All Rights Reserved</a:t>
            </a:r>
            <a:endParaRPr lang="en-US" dirty="0"/>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pPr/>
              <a:t>‹Nº›</a:t>
            </a:fld>
            <a:endParaRPr lang="en-US" altLang="zh-CN" dirty="0"/>
          </a:p>
        </p:txBody>
      </p:sp>
      <p:sp>
        <p:nvSpPr>
          <p:cNvPr id="8" name="Freeform: Shape 6">
            <a:extLst>
              <a:ext uri="{FF2B5EF4-FFF2-40B4-BE49-F238E27FC236}">
                <a16:creationId xmlns:a16="http://schemas.microsoft.com/office/drawing/2014/main" id="{FDBE8922-EA97-52DF-8899-DA42B074BC21}"/>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9" name="Freeform: Shape 7">
            <a:extLst>
              <a:ext uri="{FF2B5EF4-FFF2-40B4-BE49-F238E27FC236}">
                <a16:creationId xmlns:a16="http://schemas.microsoft.com/office/drawing/2014/main" id="{92DDB195-BB90-9167-8EF3-2195913B9AD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Freeform: Shape 8">
            <a:extLst>
              <a:ext uri="{FF2B5EF4-FFF2-40B4-BE49-F238E27FC236}">
                <a16:creationId xmlns:a16="http://schemas.microsoft.com/office/drawing/2014/main" id="{9C679D6F-52C2-58C9-A366-6597A31F0C20}"/>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Freeform: Shape 9">
            <a:extLst>
              <a:ext uri="{FF2B5EF4-FFF2-40B4-BE49-F238E27FC236}">
                <a16:creationId xmlns:a16="http://schemas.microsoft.com/office/drawing/2014/main" id="{92F11A42-17BF-DAD3-4FEF-DACCD1F37609}"/>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Tree>
    <p:extLst>
      <p:ext uri="{BB962C8B-B14F-4D97-AF65-F5344CB8AC3E}">
        <p14:creationId xmlns:p14="http://schemas.microsoft.com/office/powerpoint/2010/main" val="3038630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a:xfrm>
            <a:off x="6954258" y="6217920"/>
            <a:ext cx="4114800" cy="365125"/>
          </a:xfrm>
          <a:prstGeom prst="rect">
            <a:avLst/>
          </a:prstGeom>
        </p:spPr>
        <p:txBody>
          <a:bodyPr>
            <a:noAutofit/>
          </a:bodyPr>
          <a:lstStyle/>
          <a:p>
            <a:r>
              <a:rPr lang="en-US" noProof="0"/>
              <a:t>Confidential | @2025 ServiceWow. All Rights Reserved</a:t>
            </a:r>
            <a:endParaRPr lang="en-US" noProof="0" dirty="0"/>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‹Nº›</a:t>
            </a:fld>
            <a:endParaRPr lang="en-US" altLang="zh-CN" noProof="0" dirty="0"/>
          </a:p>
        </p:txBody>
      </p:sp>
    </p:spTree>
    <p:extLst>
      <p:ext uri="{BB962C8B-B14F-4D97-AF65-F5344CB8AC3E}">
        <p14:creationId xmlns:p14="http://schemas.microsoft.com/office/powerpoint/2010/main" val="1907360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a:xfrm>
            <a:off x="6954258" y="6217920"/>
            <a:ext cx="4114800" cy="365125"/>
          </a:xfrm>
          <a:prstGeom prst="rect">
            <a:avLst/>
          </a:prstGeom>
        </p:spPr>
        <p:txBody>
          <a:bodyPr>
            <a:noAutofit/>
          </a:bodyPr>
          <a:lstStyle>
            <a:lvl1pPr>
              <a:defRPr>
                <a:solidFill>
                  <a:schemeClr val="accent6"/>
                </a:solidFill>
              </a:defRPr>
            </a:lvl1pPr>
          </a:lstStyle>
          <a:p>
            <a:r>
              <a:rPr lang="en-US"/>
              <a:t>Confidential | @2025 ServiceWow. All Rights Reserved</a:t>
            </a:r>
            <a:endParaRPr lang="en-US" dirty="0"/>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pPr/>
              <a:t>‹Nº›</a:t>
            </a:fld>
            <a:endParaRPr lang="en-US" altLang="zh-CN" dirty="0"/>
          </a:p>
        </p:txBody>
      </p:sp>
      <p:sp>
        <p:nvSpPr>
          <p:cNvPr id="5" name="Freeform: Shape 25">
            <a:extLst>
              <a:ext uri="{FF2B5EF4-FFF2-40B4-BE49-F238E27FC236}">
                <a16:creationId xmlns:a16="http://schemas.microsoft.com/office/drawing/2014/main" id="{D95ECE17-6113-300F-8980-E757B717409A}"/>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 name="Freeform: Shape 26">
            <a:extLst>
              <a:ext uri="{FF2B5EF4-FFF2-40B4-BE49-F238E27FC236}">
                <a16:creationId xmlns:a16="http://schemas.microsoft.com/office/drawing/2014/main" id="{19259001-34E0-A1EF-E833-E737FB4F256E}"/>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 name="Freeform: Shape 27">
            <a:extLst>
              <a:ext uri="{FF2B5EF4-FFF2-40B4-BE49-F238E27FC236}">
                <a16:creationId xmlns:a16="http://schemas.microsoft.com/office/drawing/2014/main" id="{5F2904B8-2FF4-FE7C-AABC-77B0542DD038}"/>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 name="Freeform: Shape 28">
            <a:extLst>
              <a:ext uri="{FF2B5EF4-FFF2-40B4-BE49-F238E27FC236}">
                <a16:creationId xmlns:a16="http://schemas.microsoft.com/office/drawing/2014/main" id="{91E281E0-E27F-316F-B835-3BE4D111F0F7}"/>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9" name="Freeform: Shape 29">
            <a:extLst>
              <a:ext uri="{FF2B5EF4-FFF2-40B4-BE49-F238E27FC236}">
                <a16:creationId xmlns:a16="http://schemas.microsoft.com/office/drawing/2014/main" id="{C71408D2-A5E9-3744-E8D5-9D2C7EE1C855}"/>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10" name="Freeform: Shape 30">
            <a:extLst>
              <a:ext uri="{FF2B5EF4-FFF2-40B4-BE49-F238E27FC236}">
                <a16:creationId xmlns:a16="http://schemas.microsoft.com/office/drawing/2014/main" id="{AE56CB67-1BB9-BAC8-09E9-7353CE85FCE6}"/>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11" name="Freeform: Shape 31">
            <a:extLst>
              <a:ext uri="{FF2B5EF4-FFF2-40B4-BE49-F238E27FC236}">
                <a16:creationId xmlns:a16="http://schemas.microsoft.com/office/drawing/2014/main" id="{6FC02613-BF99-EC06-88D6-0AED79BD76EB}"/>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12" name="Freeform: Shape 34">
            <a:extLst>
              <a:ext uri="{FF2B5EF4-FFF2-40B4-BE49-F238E27FC236}">
                <a16:creationId xmlns:a16="http://schemas.microsoft.com/office/drawing/2014/main" id="{EDFD5414-9863-8249-A3E1-4F9A3BA30941}"/>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13" name="Freeform: Shape 45">
            <a:extLst>
              <a:ext uri="{FF2B5EF4-FFF2-40B4-BE49-F238E27FC236}">
                <a16:creationId xmlns:a16="http://schemas.microsoft.com/office/drawing/2014/main" id="{A0D1433A-BA7B-BAE4-0FC6-095541DA3B06}"/>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14" name="Freeform: Shape 46">
            <a:extLst>
              <a:ext uri="{FF2B5EF4-FFF2-40B4-BE49-F238E27FC236}">
                <a16:creationId xmlns:a16="http://schemas.microsoft.com/office/drawing/2014/main" id="{4FD2C3EE-A618-188A-D52C-1FB5C2DB5095}"/>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15" name="Freeform: Shape 47">
            <a:extLst>
              <a:ext uri="{FF2B5EF4-FFF2-40B4-BE49-F238E27FC236}">
                <a16:creationId xmlns:a16="http://schemas.microsoft.com/office/drawing/2014/main" id="{8F054020-80C9-2B40-FD7B-D2D471FD2876}"/>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16" name="Freeform: Shape 48">
            <a:extLst>
              <a:ext uri="{FF2B5EF4-FFF2-40B4-BE49-F238E27FC236}">
                <a16:creationId xmlns:a16="http://schemas.microsoft.com/office/drawing/2014/main" id="{1E675F91-FC4F-6F86-8B30-1B2D0CAADC82}"/>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17" name="Freeform: Shape 49">
            <a:extLst>
              <a:ext uri="{FF2B5EF4-FFF2-40B4-BE49-F238E27FC236}">
                <a16:creationId xmlns:a16="http://schemas.microsoft.com/office/drawing/2014/main" id="{4A4C5EDD-33C1-1B2E-69B8-BBC9F2880771}"/>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18" name="Freeform: Shape 50">
            <a:extLst>
              <a:ext uri="{FF2B5EF4-FFF2-40B4-BE49-F238E27FC236}">
                <a16:creationId xmlns:a16="http://schemas.microsoft.com/office/drawing/2014/main" id="{CBABAEFD-E9A2-8BD6-2750-D2F4D4A16BB8}"/>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19" name="Freeform: Shape 51">
            <a:extLst>
              <a:ext uri="{FF2B5EF4-FFF2-40B4-BE49-F238E27FC236}">
                <a16:creationId xmlns:a16="http://schemas.microsoft.com/office/drawing/2014/main" id="{DC403B29-E3CF-AD3A-5744-C7F3C4883CBC}"/>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0" name="Freeform: Shape 52">
            <a:extLst>
              <a:ext uri="{FF2B5EF4-FFF2-40B4-BE49-F238E27FC236}">
                <a16:creationId xmlns:a16="http://schemas.microsoft.com/office/drawing/2014/main" id="{C61D323C-922C-316E-0255-F38324B1E1F4}"/>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1" name="Freeform: Shape 53">
            <a:extLst>
              <a:ext uri="{FF2B5EF4-FFF2-40B4-BE49-F238E27FC236}">
                <a16:creationId xmlns:a16="http://schemas.microsoft.com/office/drawing/2014/main" id="{9A69E028-D961-DF20-A3D2-23628082C9E1}"/>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2" name="Freeform: Shape 54">
            <a:extLst>
              <a:ext uri="{FF2B5EF4-FFF2-40B4-BE49-F238E27FC236}">
                <a16:creationId xmlns:a16="http://schemas.microsoft.com/office/drawing/2014/main" id="{41F59892-41A7-C30F-1AF9-0DB2B1DCDFD6}"/>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3" name="Freeform: Shape 55">
            <a:extLst>
              <a:ext uri="{FF2B5EF4-FFF2-40B4-BE49-F238E27FC236}">
                <a16:creationId xmlns:a16="http://schemas.microsoft.com/office/drawing/2014/main" id="{3A283FEE-D257-9310-6541-681B9AAE237B}"/>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Tree>
    <p:extLst>
      <p:ext uri="{BB962C8B-B14F-4D97-AF65-F5344CB8AC3E}">
        <p14:creationId xmlns:p14="http://schemas.microsoft.com/office/powerpoint/2010/main" val="38868638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7" name="Freeform: Shape 19">
            <a:extLst>
              <a:ext uri="{FF2B5EF4-FFF2-40B4-BE49-F238E27FC236}">
                <a16:creationId xmlns:a16="http://schemas.microsoft.com/office/drawing/2014/main" id="{F38B75F8-75D4-4B41-B7C7-433032DD0A6F}"/>
              </a:ext>
            </a:extLst>
          </p:cNvPr>
          <p:cNvSpPr/>
          <p:nvPr/>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8" name="Freeform: Shape 24">
            <a:extLst>
              <a:ext uri="{FF2B5EF4-FFF2-40B4-BE49-F238E27FC236}">
                <a16:creationId xmlns:a16="http://schemas.microsoft.com/office/drawing/2014/main" id="{671D1224-EDDC-4900-92DC-13608D44C524}"/>
              </a:ext>
            </a:extLst>
          </p:cNvPr>
          <p:cNvSpPr/>
          <p:nvPr/>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Freeform 14">
            <a:extLst>
              <a:ext uri="{FF2B5EF4-FFF2-40B4-BE49-F238E27FC236}">
                <a16:creationId xmlns:a16="http://schemas.microsoft.com/office/drawing/2014/main" id="{635A9E44-4E60-1AD1-0B85-72422683B48A}"/>
              </a:ext>
            </a:extLst>
          </p:cNvPr>
          <p:cNvSpPr/>
          <p:nvPr/>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pPr/>
              <a:t>‹Nº›</a:t>
            </a:fld>
            <a:endParaRPr lang="en-US" altLang="zh-CN" dirty="0"/>
          </a:p>
        </p:txBody>
      </p:sp>
    </p:spTree>
    <p:extLst>
      <p:ext uri="{BB962C8B-B14F-4D97-AF65-F5344CB8AC3E}">
        <p14:creationId xmlns:p14="http://schemas.microsoft.com/office/powerpoint/2010/main" val="30330671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a:extLst>
              <a:ext uri="{FF2B5EF4-FFF2-40B4-BE49-F238E27FC236}">
                <a16:creationId xmlns:a16="http://schemas.microsoft.com/office/drawing/2014/main" id="{2BA5A58B-9440-7DAB-E7D7-3143B049FBAC}"/>
              </a:ext>
            </a:extLst>
          </p:cNvPr>
          <p:cNvSpPr/>
          <p:nvPr/>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‹Nº›</a:t>
            </a:fld>
            <a:endParaRPr lang="en-US" altLang="zh-CN" dirty="0"/>
          </a:p>
        </p:txBody>
      </p:sp>
      <p:sp>
        <p:nvSpPr>
          <p:cNvPr id="2" name="Freeform 14">
            <a:extLst>
              <a:ext uri="{FF2B5EF4-FFF2-40B4-BE49-F238E27FC236}">
                <a16:creationId xmlns:a16="http://schemas.microsoft.com/office/drawing/2014/main" id="{8CEEB1BB-C35C-FF66-A61C-C84ECD3662E7}"/>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3" name="Freeform 15">
            <a:extLst>
              <a:ext uri="{FF2B5EF4-FFF2-40B4-BE49-F238E27FC236}">
                <a16:creationId xmlns:a16="http://schemas.microsoft.com/office/drawing/2014/main" id="{1532ACFA-B782-DA04-3CB2-E2FD9CBA3B1B}"/>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4" name="Freeform: Shape 24">
            <a:extLst>
              <a:ext uri="{FF2B5EF4-FFF2-40B4-BE49-F238E27FC236}">
                <a16:creationId xmlns:a16="http://schemas.microsoft.com/office/drawing/2014/main" id="{AFEE9FB2-14A7-999C-7857-549663B6752E}"/>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Tree>
    <p:extLst>
      <p:ext uri="{BB962C8B-B14F-4D97-AF65-F5344CB8AC3E}">
        <p14:creationId xmlns:p14="http://schemas.microsoft.com/office/powerpoint/2010/main" val="4675321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20" name="Freeform: Shape 11">
            <a:extLst>
              <a:ext uri="{FF2B5EF4-FFF2-40B4-BE49-F238E27FC236}">
                <a16:creationId xmlns:a16="http://schemas.microsoft.com/office/drawing/2014/main" id="{FC461D80-0CAC-62E5-726A-63B48BEF3F25}"/>
              </a:ext>
            </a:extLst>
          </p:cNvPr>
          <p:cNvSpPr/>
          <p:nvPr/>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a:xfrm>
            <a:off x="6954258" y="6217920"/>
            <a:ext cx="4114800" cy="365125"/>
          </a:xfrm>
          <a:prstGeom prst="rect">
            <a:avLst/>
          </a:prstGeom>
        </p:spPr>
        <p:txBody>
          <a:bodyPr>
            <a:noAutofit/>
          </a:bodyPr>
          <a:lstStyle>
            <a:lvl1pPr>
              <a:defRPr>
                <a:solidFill>
                  <a:schemeClr val="accent6"/>
                </a:solidFill>
              </a:defRPr>
            </a:lvl1pPr>
          </a:lstStyle>
          <a:p>
            <a:r>
              <a:rPr lang="en-US"/>
              <a:t>Confidential | @2025 ServiceWow. All Rights Reserved</a:t>
            </a:r>
            <a:endParaRPr lang="en-US" dirty="0"/>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pPr/>
              <a:t>‹Nº›</a:t>
            </a:fld>
            <a:endParaRPr lang="en-US" altLang="zh-CN" dirty="0"/>
          </a:p>
        </p:txBody>
      </p:sp>
      <p:sp>
        <p:nvSpPr>
          <p:cNvPr id="4" name="Freeform: Shape 25">
            <a:extLst>
              <a:ext uri="{FF2B5EF4-FFF2-40B4-BE49-F238E27FC236}">
                <a16:creationId xmlns:a16="http://schemas.microsoft.com/office/drawing/2014/main" id="{30723C91-463B-67A9-FB31-379B8E823A75}"/>
              </a:ext>
            </a:extLst>
          </p:cNvPr>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11">
            <a:extLst>
              <a:ext uri="{FF2B5EF4-FFF2-40B4-BE49-F238E27FC236}">
                <a16:creationId xmlns:a16="http://schemas.microsoft.com/office/drawing/2014/main" id="{23D06D76-09A1-0DB5-9197-8F24E71781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Tree>
    <p:extLst>
      <p:ext uri="{BB962C8B-B14F-4D97-AF65-F5344CB8AC3E}">
        <p14:creationId xmlns:p14="http://schemas.microsoft.com/office/powerpoint/2010/main" val="2580644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9" name="Hexagon 15">
            <a:extLst>
              <a:ext uri="{FF2B5EF4-FFF2-40B4-BE49-F238E27FC236}">
                <a16:creationId xmlns:a16="http://schemas.microsoft.com/office/drawing/2014/main" id="{93831F6E-A0DA-46E5-AF13-ED5D9ABF108D}"/>
              </a:ext>
            </a:extLst>
          </p:cNvPr>
          <p:cNvSpPr/>
          <p:nvPr/>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Hexagon 17">
            <a:extLst>
              <a:ext uri="{FF2B5EF4-FFF2-40B4-BE49-F238E27FC236}">
                <a16:creationId xmlns:a16="http://schemas.microsoft.com/office/drawing/2014/main" id="{18B06ECC-5FA7-4ACA-86BF-694240D0C05B}"/>
              </a:ext>
            </a:extLst>
          </p:cNvPr>
          <p:cNvSpPr/>
          <p:nvPr/>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Hexagon 19">
            <a:extLst>
              <a:ext uri="{FF2B5EF4-FFF2-40B4-BE49-F238E27FC236}">
                <a16:creationId xmlns:a16="http://schemas.microsoft.com/office/drawing/2014/main" id="{089AA305-8FFC-46A5-B806-D5D78320D0CD}"/>
              </a:ext>
            </a:extLst>
          </p:cNvPr>
          <p:cNvSpPr/>
          <p:nvPr/>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Hexagon 21">
            <a:extLst>
              <a:ext uri="{FF2B5EF4-FFF2-40B4-BE49-F238E27FC236}">
                <a16:creationId xmlns:a16="http://schemas.microsoft.com/office/drawing/2014/main" id="{DB2D65ED-32BC-44B2-92F3-E16717051CA1}"/>
              </a:ext>
            </a:extLst>
          </p:cNvPr>
          <p:cNvSpPr/>
          <p:nvPr/>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4" name="Freeform 43">
            <a:extLst>
              <a:ext uri="{FF2B5EF4-FFF2-40B4-BE49-F238E27FC236}">
                <a16:creationId xmlns:a16="http://schemas.microsoft.com/office/drawing/2014/main" id="{6100186E-95B0-AB29-6F1D-DBFBAA566DB2}"/>
              </a:ext>
            </a:extLst>
          </p:cNvPr>
          <p:cNvSpPr/>
          <p:nvPr/>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4" name="Hexagon 27">
            <a:extLst>
              <a:ext uri="{FF2B5EF4-FFF2-40B4-BE49-F238E27FC236}">
                <a16:creationId xmlns:a16="http://schemas.microsoft.com/office/drawing/2014/main" id="{5275D449-7441-440B-8584-96D25256F24D}"/>
              </a:ext>
            </a:extLst>
          </p:cNvPr>
          <p:cNvSpPr/>
          <p:nvPr/>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Hexagon 28">
            <a:extLst>
              <a:ext uri="{FF2B5EF4-FFF2-40B4-BE49-F238E27FC236}">
                <a16:creationId xmlns:a16="http://schemas.microsoft.com/office/drawing/2014/main" id="{94CFCD79-F5CD-4175-96DE-1AC2E1999DB6}"/>
              </a:ext>
            </a:extLst>
          </p:cNvPr>
          <p:cNvSpPr/>
          <p:nvPr/>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3" name="Freeform 42">
            <a:extLst>
              <a:ext uri="{FF2B5EF4-FFF2-40B4-BE49-F238E27FC236}">
                <a16:creationId xmlns:a16="http://schemas.microsoft.com/office/drawing/2014/main" id="{C8667104-E096-23C3-4C2C-5277C2AF5C57}"/>
              </a:ext>
            </a:extLst>
          </p:cNvPr>
          <p:cNvSpPr/>
          <p:nvPr/>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8" name="Hexagon 31">
            <a:extLst>
              <a:ext uri="{FF2B5EF4-FFF2-40B4-BE49-F238E27FC236}">
                <a16:creationId xmlns:a16="http://schemas.microsoft.com/office/drawing/2014/main" id="{61BB4AB0-7C5C-4697-A25B-0AFD8754AB52}"/>
              </a:ext>
            </a:extLst>
          </p:cNvPr>
          <p:cNvSpPr/>
          <p:nvPr/>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6" name="Freeform 45">
            <a:extLst>
              <a:ext uri="{FF2B5EF4-FFF2-40B4-BE49-F238E27FC236}">
                <a16:creationId xmlns:a16="http://schemas.microsoft.com/office/drawing/2014/main" id="{2363FF00-E570-D743-258E-E9FEF4F02A08}"/>
              </a:ext>
            </a:extLst>
          </p:cNvPr>
          <p:cNvSpPr/>
          <p:nvPr/>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 name="Freeform 46">
            <a:extLst>
              <a:ext uri="{FF2B5EF4-FFF2-40B4-BE49-F238E27FC236}">
                <a16:creationId xmlns:a16="http://schemas.microsoft.com/office/drawing/2014/main" id="{8DF9BB61-B257-09F3-569E-4B91A5BEECA9}"/>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3" name="Hexagon 15">
            <a:extLst>
              <a:ext uri="{FF2B5EF4-FFF2-40B4-BE49-F238E27FC236}">
                <a16:creationId xmlns:a16="http://schemas.microsoft.com/office/drawing/2014/main" id="{4E3D3082-C7F9-809D-9857-6AC0E9B1B68F}"/>
              </a:ext>
            </a:extLst>
          </p:cNvPr>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 name="Hexagon 17">
            <a:extLst>
              <a:ext uri="{FF2B5EF4-FFF2-40B4-BE49-F238E27FC236}">
                <a16:creationId xmlns:a16="http://schemas.microsoft.com/office/drawing/2014/main" id="{1FF07CEA-CF9B-EEEB-3C46-5A613D3EC781}"/>
              </a:ext>
            </a:extLst>
          </p:cNvPr>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Hexagon 19">
            <a:extLst>
              <a:ext uri="{FF2B5EF4-FFF2-40B4-BE49-F238E27FC236}">
                <a16:creationId xmlns:a16="http://schemas.microsoft.com/office/drawing/2014/main" id="{5108FE8B-F99E-67B8-37D4-2254FFFA9C2A}"/>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Hexagon 21">
            <a:extLst>
              <a:ext uri="{FF2B5EF4-FFF2-40B4-BE49-F238E27FC236}">
                <a16:creationId xmlns:a16="http://schemas.microsoft.com/office/drawing/2014/main" id="{303B5DF6-FDFB-4F9A-CDBA-7A9B8A338E80}"/>
              </a:ext>
            </a:extLst>
          </p:cNvPr>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43">
            <a:extLst>
              <a:ext uri="{FF2B5EF4-FFF2-40B4-BE49-F238E27FC236}">
                <a16:creationId xmlns:a16="http://schemas.microsoft.com/office/drawing/2014/main" id="{5420840F-B1BA-0BCE-2E68-C97C8A0A84C3}"/>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8" name="Hexagon 27">
            <a:extLst>
              <a:ext uri="{FF2B5EF4-FFF2-40B4-BE49-F238E27FC236}">
                <a16:creationId xmlns:a16="http://schemas.microsoft.com/office/drawing/2014/main" id="{1E3EB9D9-D382-C3B9-10ED-61111410F4CC}"/>
              </a:ext>
            </a:extLst>
          </p:cNvPr>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3" name="Hexagon 28">
            <a:extLst>
              <a:ext uri="{FF2B5EF4-FFF2-40B4-BE49-F238E27FC236}">
                <a16:creationId xmlns:a16="http://schemas.microsoft.com/office/drawing/2014/main" id="{D866B6A5-04E1-9067-4727-D55BA3AC7395}"/>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6" name="Freeform 42">
            <a:extLst>
              <a:ext uri="{FF2B5EF4-FFF2-40B4-BE49-F238E27FC236}">
                <a16:creationId xmlns:a16="http://schemas.microsoft.com/office/drawing/2014/main" id="{5720A854-B8D7-B230-1A22-51C93610FD70}"/>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7" name="Hexagon 31">
            <a:extLst>
              <a:ext uri="{FF2B5EF4-FFF2-40B4-BE49-F238E27FC236}">
                <a16:creationId xmlns:a16="http://schemas.microsoft.com/office/drawing/2014/main" id="{04325738-0FCF-D515-4665-6AE6A8EFECC2}"/>
              </a:ext>
            </a:extLst>
          </p:cNvPr>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9" name="Freeform 45">
            <a:extLst>
              <a:ext uri="{FF2B5EF4-FFF2-40B4-BE49-F238E27FC236}">
                <a16:creationId xmlns:a16="http://schemas.microsoft.com/office/drawing/2014/main" id="{CA863A24-78F5-690C-A073-132576DC1F90}"/>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0" name="Freeform 39">
            <a:extLst>
              <a:ext uri="{FF2B5EF4-FFF2-40B4-BE49-F238E27FC236}">
                <a16:creationId xmlns:a16="http://schemas.microsoft.com/office/drawing/2014/main" id="{254A0D4D-F4C5-2CDD-7112-C55A2C0C3D2B}"/>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Tree>
    <p:extLst>
      <p:ext uri="{BB962C8B-B14F-4D97-AF65-F5344CB8AC3E}">
        <p14:creationId xmlns:p14="http://schemas.microsoft.com/office/powerpoint/2010/main" val="31442128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a:xfrm>
            <a:off x="6954258" y="6316863"/>
            <a:ext cx="4114800" cy="365125"/>
          </a:xfrm>
          <a:prstGeom prst="rect">
            <a:avLst/>
          </a:prstGeom>
        </p:spPr>
        <p:txBody>
          <a:bodyPr/>
          <a:lstStyle>
            <a:lvl1pPr>
              <a:defRPr sz="800"/>
            </a:lvl1pPr>
          </a:lstStyle>
          <a:p>
            <a:r>
              <a:rPr lang="en-IN"/>
              <a:t>Confidential | @2025 ServiceWow. All Rights Reserved</a:t>
            </a:r>
            <a:endParaRPr lang="en-IN" dirty="0"/>
          </a:p>
        </p:txBody>
      </p:sp>
      <p:sp>
        <p:nvSpPr>
          <p:cNvPr id="4" name="Slide Number Placeholder 3"/>
          <p:cNvSpPr>
            <a:spLocks noGrp="1"/>
          </p:cNvSpPr>
          <p:nvPr>
            <p:ph type="sldNum" sz="quarter" idx="12"/>
          </p:nvPr>
        </p:nvSpPr>
        <p:spPr>
          <a:xfrm>
            <a:off x="11204002" y="6316864"/>
            <a:ext cx="458592" cy="365125"/>
          </a:xfrm>
        </p:spPr>
        <p:txBody>
          <a:bodyPr/>
          <a:lstStyle/>
          <a:p>
            <a:fld id="{57C6766F-3134-40E5-95A4-B13AE993C634}" type="slidenum">
              <a:rPr lang="en-IN" smtClean="0"/>
              <a:t>‹Nº›</a:t>
            </a:fld>
            <a:endParaRPr lang="en-IN" dirty="0"/>
          </a:p>
        </p:txBody>
      </p:sp>
      <p:pic>
        <p:nvPicPr>
          <p:cNvPr id="5" name="Picture 4" descr="A logo with a crown&#10;&#10;Description automatically generated">
            <a:extLst>
              <a:ext uri="{FF2B5EF4-FFF2-40B4-BE49-F238E27FC236}">
                <a16:creationId xmlns:a16="http://schemas.microsoft.com/office/drawing/2014/main" id="{FB3F38D7-ADDC-BF22-01AD-F44AFDD2276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630515" y="6272870"/>
            <a:ext cx="527941" cy="45311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E74F96E-843E-A87C-A844-83954F4AFEA0}"/>
              </a:ext>
            </a:extLst>
          </p:cNvPr>
          <p:cNvSpPr txBox="1"/>
          <p:nvPr userDrawn="1"/>
        </p:nvSpPr>
        <p:spPr>
          <a:xfrm>
            <a:off x="394134" y="6333181"/>
            <a:ext cx="1388176" cy="338554"/>
          </a:xfrm>
          <a:prstGeom prst="rect">
            <a:avLst/>
          </a:prstGeom>
          <a:noFill/>
        </p:spPr>
        <p:txBody>
          <a:bodyPr wrap="square" rtlCol="0">
            <a:spAutoFit/>
          </a:bodyPr>
          <a:lstStyle/>
          <a:p>
            <a:r>
              <a:rPr lang="en-US" sz="1600" b="0" i="0" kern="1200" dirty="0">
                <a:solidFill>
                  <a:schemeClr val="tx2">
                    <a:lumMod val="25000"/>
                    <a:lumOff val="75000"/>
                  </a:schemeClr>
                </a:solidFill>
                <a:latin typeface="Aptos Display" panose="020B0004020202020204" pitchFamily="34" charset="0"/>
                <a:ea typeface="+mn-ea"/>
                <a:cs typeface="+mn-cs"/>
              </a:rPr>
              <a:t>ServiceWow</a:t>
            </a:r>
          </a:p>
        </p:txBody>
      </p:sp>
      <p:cxnSp>
        <p:nvCxnSpPr>
          <p:cNvPr id="7" name="Straight Connector 6">
            <a:extLst>
              <a:ext uri="{FF2B5EF4-FFF2-40B4-BE49-F238E27FC236}">
                <a16:creationId xmlns:a16="http://schemas.microsoft.com/office/drawing/2014/main" id="{D9E6B87B-7DBE-CF7B-F8C1-70DE9B023E28}"/>
              </a:ext>
            </a:extLst>
          </p:cNvPr>
          <p:cNvCxnSpPr>
            <a:cxnSpLocks/>
          </p:cNvCxnSpPr>
          <p:nvPr userDrawn="1"/>
        </p:nvCxnSpPr>
        <p:spPr>
          <a:xfrm>
            <a:off x="1630515" y="6272870"/>
            <a:ext cx="0" cy="534076"/>
          </a:xfrm>
          <a:prstGeom prst="line">
            <a:avLst/>
          </a:prstGeom>
          <a:ln>
            <a:solidFill>
              <a:schemeClr val="bg1">
                <a:lumMod val="65000"/>
              </a:schemeClr>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9499657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bg>
      <p:bgPr>
        <a:solidFill>
          <a:srgbClr val="032D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0404E-F7FB-6302-FFE8-72F794A93F9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C44F65A-419D-3DFD-853E-BCDF6C9CC41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a:extLst>
              <a:ext uri="{FF2B5EF4-FFF2-40B4-BE49-F238E27FC236}">
                <a16:creationId xmlns:a16="http://schemas.microsoft.com/office/drawing/2014/main" id="{A99F0CCA-F20E-3B72-CB18-E678FEC68D9F}"/>
              </a:ext>
            </a:extLst>
          </p:cNvPr>
          <p:cNvSpPr>
            <a:spLocks noGrp="1"/>
          </p:cNvSpPr>
          <p:nvPr>
            <p:ph type="ftr" sz="quarter" idx="11"/>
          </p:nvPr>
        </p:nvSpPr>
        <p:spPr>
          <a:xfrm>
            <a:off x="2450828" y="6356350"/>
            <a:ext cx="2683880" cy="315385"/>
          </a:xfrm>
        </p:spPr>
        <p:txBody>
          <a:bodyPr/>
          <a:lstStyle>
            <a:lvl1pPr>
              <a:defRPr sz="800">
                <a:solidFill>
                  <a:schemeClr val="bg1"/>
                </a:solidFill>
              </a:defRPr>
            </a:lvl1pPr>
          </a:lstStyle>
          <a:p>
            <a:r>
              <a:rPr lang="en-US"/>
              <a:t>Confidential | @2024 ServiceWow. All Rights Reserved</a:t>
            </a:r>
            <a:endParaRPr lang="en-US" dirty="0"/>
          </a:p>
        </p:txBody>
      </p:sp>
      <p:sp>
        <p:nvSpPr>
          <p:cNvPr id="6" name="Slide Number Placeholder 5">
            <a:extLst>
              <a:ext uri="{FF2B5EF4-FFF2-40B4-BE49-F238E27FC236}">
                <a16:creationId xmlns:a16="http://schemas.microsoft.com/office/drawing/2014/main" id="{0EF45539-0BF4-C627-FF47-C340F7B28017}"/>
              </a:ext>
            </a:extLst>
          </p:cNvPr>
          <p:cNvSpPr>
            <a:spLocks noGrp="1"/>
          </p:cNvSpPr>
          <p:nvPr>
            <p:ph type="sldNum" sz="quarter" idx="12"/>
          </p:nvPr>
        </p:nvSpPr>
        <p:spPr>
          <a:xfrm>
            <a:off x="10972800" y="6356350"/>
            <a:ext cx="381000" cy="365125"/>
          </a:xfrm>
        </p:spPr>
        <p:txBody>
          <a:bodyPr/>
          <a:lstStyle>
            <a:lvl1pPr>
              <a:defRPr>
                <a:solidFill>
                  <a:schemeClr val="accent6"/>
                </a:solidFill>
              </a:defRPr>
            </a:lvl1pPr>
          </a:lstStyle>
          <a:p>
            <a:fld id="{A8CE38F4-BAB0-494C-B1DD-8B644749E5EE}" type="slidenum">
              <a:rPr lang="en-US" smtClean="0"/>
              <a:pPr/>
              <a:t>‹Nº›</a:t>
            </a:fld>
            <a:endParaRPr lang="en-US" dirty="0"/>
          </a:p>
        </p:txBody>
      </p:sp>
      <p:pic>
        <p:nvPicPr>
          <p:cNvPr id="9" name="Picture 4" descr="A logo with a crown&#10;&#10;Description automatically generated">
            <a:extLst>
              <a:ext uri="{FF2B5EF4-FFF2-40B4-BE49-F238E27FC236}">
                <a16:creationId xmlns:a16="http://schemas.microsoft.com/office/drawing/2014/main" id="{10E5602F-D651-7187-1C99-96712FB9721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630515" y="6272870"/>
            <a:ext cx="527941" cy="45311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20D507B-2059-12D5-3F3C-120F09113ECB}"/>
              </a:ext>
            </a:extLst>
          </p:cNvPr>
          <p:cNvSpPr txBox="1"/>
          <p:nvPr userDrawn="1"/>
        </p:nvSpPr>
        <p:spPr>
          <a:xfrm>
            <a:off x="394134" y="6333181"/>
            <a:ext cx="1388176" cy="338554"/>
          </a:xfrm>
          <a:prstGeom prst="rect">
            <a:avLst/>
          </a:prstGeom>
          <a:noFill/>
        </p:spPr>
        <p:txBody>
          <a:bodyPr wrap="square" rtlCol="0">
            <a:spAutoFit/>
          </a:bodyPr>
          <a:lstStyle/>
          <a:p>
            <a:r>
              <a:rPr lang="en-US" sz="1600" dirty="0">
                <a:solidFill>
                  <a:schemeClr val="bg1"/>
                </a:solidFill>
              </a:rPr>
              <a:t>ServiceW</a:t>
            </a:r>
            <a:r>
              <a:rPr lang="en-US" sz="1600" dirty="0">
                <a:solidFill>
                  <a:srgbClr val="62DA4E"/>
                </a:solidFill>
              </a:rPr>
              <a:t>o</a:t>
            </a:r>
            <a:r>
              <a:rPr lang="en-US" sz="1600" dirty="0">
                <a:solidFill>
                  <a:schemeClr val="bg1"/>
                </a:solidFill>
              </a:rPr>
              <a:t>w</a:t>
            </a:r>
            <a:endParaRPr lang="en-US" dirty="0">
              <a:solidFill>
                <a:schemeClr val="bg1"/>
              </a:solidFill>
            </a:endParaRPr>
          </a:p>
        </p:txBody>
      </p:sp>
      <p:cxnSp>
        <p:nvCxnSpPr>
          <p:cNvPr id="11" name="Straight Connector 10">
            <a:extLst>
              <a:ext uri="{FF2B5EF4-FFF2-40B4-BE49-F238E27FC236}">
                <a16:creationId xmlns:a16="http://schemas.microsoft.com/office/drawing/2014/main" id="{531E88C4-A642-24C0-F77C-CC679C9CEE03}"/>
              </a:ext>
            </a:extLst>
          </p:cNvPr>
          <p:cNvCxnSpPr>
            <a:cxnSpLocks/>
          </p:cNvCxnSpPr>
          <p:nvPr userDrawn="1"/>
        </p:nvCxnSpPr>
        <p:spPr>
          <a:xfrm>
            <a:off x="1630515" y="6272870"/>
            <a:ext cx="0" cy="534076"/>
          </a:xfrm>
          <a:prstGeom prst="line">
            <a:avLst/>
          </a:prstGeom>
          <a:ln>
            <a:solidFill>
              <a:schemeClr val="bg1">
                <a:lumMod val="65000"/>
              </a:schemeClr>
            </a:solidFill>
          </a:ln>
        </p:spPr>
        <p:style>
          <a:lnRef idx="1">
            <a:schemeClr val="accent6"/>
          </a:lnRef>
          <a:fillRef idx="0">
            <a:schemeClr val="accent6"/>
          </a:fillRef>
          <a:effectRef idx="0">
            <a:schemeClr val="accent6"/>
          </a:effectRef>
          <a:fontRef idx="minor">
            <a:schemeClr val="tx1"/>
          </a:fontRef>
        </p:style>
      </p:cxnSp>
      <p:pic>
        <p:nvPicPr>
          <p:cNvPr id="13" name="Picture 12">
            <a:extLst>
              <a:ext uri="{FF2B5EF4-FFF2-40B4-BE49-F238E27FC236}">
                <a16:creationId xmlns:a16="http://schemas.microsoft.com/office/drawing/2014/main" id="{44CF4FE7-E144-0773-6CD2-092258932259}"/>
              </a:ext>
            </a:extLst>
          </p:cNvPr>
          <p:cNvPicPr>
            <a:picLocks noChangeAspect="1"/>
          </p:cNvPicPr>
          <p:nvPr userDrawn="1"/>
        </p:nvPicPr>
        <p:blipFill>
          <a:blip r:embed="rId3"/>
          <a:stretch>
            <a:fillRect/>
          </a:stretch>
        </p:blipFill>
        <p:spPr>
          <a:xfrm>
            <a:off x="4768850" y="6391477"/>
            <a:ext cx="2654300" cy="215900"/>
          </a:xfrm>
          <a:prstGeom prst="rect">
            <a:avLst/>
          </a:prstGeom>
        </p:spPr>
      </p:pic>
    </p:spTree>
    <p:extLst>
      <p:ext uri="{BB962C8B-B14F-4D97-AF65-F5344CB8AC3E}">
        <p14:creationId xmlns:p14="http://schemas.microsoft.com/office/powerpoint/2010/main" val="396044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pPr/>
              <a:t>‹Nº›</a:t>
            </a:fld>
            <a:endParaRPr lang="en-US" altLang="zh-CN"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pic>
        <p:nvPicPr>
          <p:cNvPr id="2" name="Picture 1" descr="A logo with a crown&#10;&#10;Description automatically generated">
            <a:extLst>
              <a:ext uri="{FF2B5EF4-FFF2-40B4-BE49-F238E27FC236}">
                <a16:creationId xmlns:a16="http://schemas.microsoft.com/office/drawing/2014/main" id="{ADE478DC-0703-D93B-2B7A-57E5D699965A}"/>
              </a:ext>
            </a:extLst>
          </p:cNvPr>
          <p:cNvPicPr>
            <a:picLocks noChangeAspect="1" noChangeArrowheads="1"/>
          </p:cNvPicPr>
          <p:nvPr userDrawn="1"/>
        </p:nvPicPr>
        <p:blipFill>
          <a:blip r:embed="rId20">
            <a:extLst>
              <a:ext uri="{28A0092B-C50C-407E-A947-70E740481C1C}">
                <a14:useLocalDpi xmlns:a14="http://schemas.microsoft.com/office/drawing/2010/main" val="0"/>
              </a:ext>
            </a:extLst>
          </a:blip>
          <a:srcRect/>
          <a:stretch>
            <a:fillRect/>
          </a:stretch>
        </p:blipFill>
        <p:spPr bwMode="auto">
          <a:xfrm>
            <a:off x="1630515" y="6272870"/>
            <a:ext cx="527941" cy="45311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E0377B0-F310-70CC-3029-479FAD3E7E26}"/>
              </a:ext>
            </a:extLst>
          </p:cNvPr>
          <p:cNvSpPr txBox="1"/>
          <p:nvPr userDrawn="1"/>
        </p:nvSpPr>
        <p:spPr>
          <a:xfrm>
            <a:off x="394134" y="6333181"/>
            <a:ext cx="1388176" cy="338554"/>
          </a:xfrm>
          <a:prstGeom prst="rect">
            <a:avLst/>
          </a:prstGeom>
          <a:noFill/>
        </p:spPr>
        <p:txBody>
          <a:bodyPr wrap="square" rtlCol="0">
            <a:spAutoFit/>
          </a:bodyPr>
          <a:lstStyle/>
          <a:p>
            <a:r>
              <a:rPr lang="en-US" sz="1600" b="0" i="0" kern="1200" dirty="0">
                <a:solidFill>
                  <a:schemeClr val="tx2">
                    <a:lumMod val="25000"/>
                    <a:lumOff val="75000"/>
                  </a:schemeClr>
                </a:solidFill>
                <a:latin typeface="Aptos Display" panose="020B0004020202020204" pitchFamily="34" charset="0"/>
                <a:ea typeface="+mn-ea"/>
                <a:cs typeface="+mn-cs"/>
              </a:rPr>
              <a:t>ServiceWow</a:t>
            </a:r>
          </a:p>
        </p:txBody>
      </p:sp>
      <p:cxnSp>
        <p:nvCxnSpPr>
          <p:cNvPr id="7" name="Straight Connector 6">
            <a:extLst>
              <a:ext uri="{FF2B5EF4-FFF2-40B4-BE49-F238E27FC236}">
                <a16:creationId xmlns:a16="http://schemas.microsoft.com/office/drawing/2014/main" id="{B008908A-3C45-C2BA-00C5-52D3E2120062}"/>
              </a:ext>
            </a:extLst>
          </p:cNvPr>
          <p:cNvCxnSpPr>
            <a:cxnSpLocks/>
          </p:cNvCxnSpPr>
          <p:nvPr userDrawn="1"/>
        </p:nvCxnSpPr>
        <p:spPr>
          <a:xfrm>
            <a:off x="1630515" y="6272870"/>
            <a:ext cx="0" cy="534076"/>
          </a:xfrm>
          <a:prstGeom prst="line">
            <a:avLst/>
          </a:prstGeom>
          <a:ln>
            <a:solidFill>
              <a:schemeClr val="bg1">
                <a:lumMod val="65000"/>
              </a:schemeClr>
            </a:solidFill>
          </a:ln>
        </p:spPr>
        <p:style>
          <a:lnRef idx="1">
            <a:schemeClr val="accent6"/>
          </a:lnRef>
          <a:fillRef idx="0">
            <a:schemeClr val="accent6"/>
          </a:fillRef>
          <a:effectRef idx="0">
            <a:schemeClr val="accent6"/>
          </a:effectRef>
          <a:fontRef idx="minor">
            <a:schemeClr val="tx1"/>
          </a:fontRef>
        </p:style>
      </p:cxnSp>
      <p:sp>
        <p:nvSpPr>
          <p:cNvPr id="9" name="Footer Placeholder 8">
            <a:extLst>
              <a:ext uri="{FF2B5EF4-FFF2-40B4-BE49-F238E27FC236}">
                <a16:creationId xmlns:a16="http://schemas.microsoft.com/office/drawing/2014/main" id="{730DA063-EFAA-B116-1829-DE1976E8EE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862056151"/>
      </p:ext>
    </p:extLst>
  </p:cSld>
  <p:clrMap bg1="lt1" tx1="dk1" bg2="lt2" tx2="dk2" accent1="accent1" accent2="accent2" accent3="accent3" accent4="accent4" accent5="accent5" accent6="accent6" hlink="hlink" folHlink="folHlink"/>
  <p:sldLayoutIdLst>
    <p:sldLayoutId id="2147484272" r:id="rId1"/>
    <p:sldLayoutId id="2147484273" r:id="rId2"/>
    <p:sldLayoutId id="2147484274" r:id="rId3"/>
    <p:sldLayoutId id="2147484275" r:id="rId4"/>
    <p:sldLayoutId id="2147484276" r:id="rId5"/>
    <p:sldLayoutId id="2147484277" r:id="rId6"/>
    <p:sldLayoutId id="2147484278" r:id="rId7"/>
    <p:sldLayoutId id="2147484279" r:id="rId8"/>
    <p:sldLayoutId id="2147484280" r:id="rId9"/>
    <p:sldLayoutId id="2147484281" r:id="rId10"/>
    <p:sldLayoutId id="2147484282" r:id="rId11"/>
    <p:sldLayoutId id="2147484283" r:id="rId12"/>
    <p:sldLayoutId id="2147484284" r:id="rId13"/>
    <p:sldLayoutId id="2147484285" r:id="rId14"/>
    <p:sldLayoutId id="2147484286" r:id="rId15"/>
    <p:sldLayoutId id="2147484287" r:id="rId16"/>
    <p:sldLayoutId id="2147484288" r:id="rId17"/>
    <p:sldLayoutId id="2147484289" r:id="rId18"/>
  </p:sldLayoutIdLst>
  <p:hf sldNum="0"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p15:clr>
            <a:srgbClr val="F26B43"/>
          </p15:clr>
        </p15:guide>
        <p15:guide id="2" pos="3840">
          <p15:clr>
            <a:srgbClr val="F26B43"/>
          </p15:clr>
        </p15:guide>
        <p15:guide id="3" pos="5640">
          <p15:clr>
            <a:srgbClr val="F26B43"/>
          </p15:clr>
        </p15:guide>
        <p15:guide id="4" pos="1656">
          <p15:clr>
            <a:srgbClr val="F26B43"/>
          </p15:clr>
        </p15:guide>
        <p15:guide id="5" pos="52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image" Target="../media/image1.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7.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7.xml"/><Relationship Id="rId1" Type="http://schemas.openxmlformats.org/officeDocument/2006/relationships/themeOverride" Target="../theme/themeOverride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7.xml"/><Relationship Id="rId1" Type="http://schemas.openxmlformats.org/officeDocument/2006/relationships/themeOverride" Target="../theme/themeOverride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7.xml"/><Relationship Id="rId1" Type="http://schemas.openxmlformats.org/officeDocument/2006/relationships/themeOverride" Target="../theme/themeOverride5.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7.xml"/><Relationship Id="rId1" Type="http://schemas.openxmlformats.org/officeDocument/2006/relationships/themeOverride" Target="../theme/themeOverride6.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7.xml"/><Relationship Id="rId1" Type="http://schemas.openxmlformats.org/officeDocument/2006/relationships/themeOverride" Target="../theme/themeOverride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7.xml"/><Relationship Id="rId1" Type="http://schemas.openxmlformats.org/officeDocument/2006/relationships/themeOverride" Target="../theme/themeOverride8.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7.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16.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accent3">
            <a:alpha val="20000"/>
          </a:schemeClr>
        </a:solid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907255" y="4808490"/>
            <a:ext cx="2852647" cy="760288"/>
          </a:xfrm>
        </p:spPr>
        <p:txBody>
          <a:bodyPr/>
          <a:lstStyle/>
          <a:p>
            <a:r>
              <a:rPr lang="en-US" dirty="0"/>
              <a:t>Group 7 - </a:t>
            </a:r>
            <a:r>
              <a:rPr lang="en-US" dirty="0" err="1"/>
              <a:t>NowArchitect</a:t>
            </a:r>
            <a:endParaRPr lang="en-US" dirty="0"/>
          </a:p>
          <a:p>
            <a:r>
              <a:rPr lang="en-US" dirty="0"/>
              <a:t>Architect @</a:t>
            </a:r>
            <a:r>
              <a:rPr lang="en-US" dirty="0" err="1"/>
              <a:t>ServiceWow</a:t>
            </a:r>
            <a:r>
              <a:rPr lang="en-US" dirty="0"/>
              <a:t> </a:t>
            </a:r>
          </a:p>
        </p:txBody>
      </p:sp>
      <p:pic>
        <p:nvPicPr>
          <p:cNvPr id="30" name="Picture placeholder 29" descr="People in an office discussing work over a laptop&#10;">
            <a:extLst>
              <a:ext uri="{FF2B5EF4-FFF2-40B4-BE49-F238E27FC236}">
                <a16:creationId xmlns:a16="http://schemas.microsoft.com/office/drawing/2014/main" id="{18C88B4D-F554-49C2-A23C-DFE94D4C835B}"/>
              </a:ext>
            </a:extLst>
          </p:cNvPr>
          <p:cNvPicPr>
            <a:picLocks noGrp="1" noChangeAspect="1"/>
          </p:cNvPicPr>
          <p:nvPr>
            <p:ph type="pic" sz="quarter" idx="47"/>
          </p:nvPr>
        </p:nvPicPr>
        <p:blipFill rotWithShape="1">
          <a:blip r:embed="rId4">
            <a:extLst>
              <a:ext uri="{28A0092B-C50C-407E-A947-70E740481C1C}">
                <a14:useLocalDpi xmlns:a14="http://schemas.microsoft.com/office/drawing/2010/main"/>
              </a:ext>
            </a:extLst>
          </a:blip>
          <a:srcRect l="4" r="4"/>
          <a:stretch/>
        </p:blipFill>
        <p:spPr/>
      </p:pic>
      <p:sp>
        <p:nvSpPr>
          <p:cNvPr id="14" name="Freeform: Shape 11">
            <a:extLst>
              <a:ext uri="{FF2B5EF4-FFF2-40B4-BE49-F238E27FC236}">
                <a16:creationId xmlns:a16="http://schemas.microsoft.com/office/drawing/2014/main" id="{E5D4DE6D-89C8-6FFF-287D-3F3BAD416CA1}"/>
              </a:ext>
              <a:ext uri="{C183D7F6-B498-43B3-948B-1728B52AA6E4}">
                <adec:decorative xmlns:adec="http://schemas.microsoft.com/office/drawing/2017/decorative" val="1"/>
              </a:ext>
            </a:extLst>
          </p:cNvPr>
          <p:cNvSpPr/>
          <p:nvPr/>
        </p:nvSpPr>
        <p:spPr>
          <a:xfrm>
            <a:off x="5974436" y="3694919"/>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rgbClr val="7FB793">
              <a:alpha val="50196"/>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4" name="Title 6">
            <a:extLst>
              <a:ext uri="{FF2B5EF4-FFF2-40B4-BE49-F238E27FC236}">
                <a16:creationId xmlns:a16="http://schemas.microsoft.com/office/drawing/2014/main" id="{6C981278-5DDD-7E76-0CED-FE794E757691}"/>
              </a:ext>
            </a:extLst>
          </p:cNvPr>
          <p:cNvSpPr txBox="1">
            <a:spLocks/>
          </p:cNvSpPr>
          <p:nvPr/>
        </p:nvSpPr>
        <p:spPr>
          <a:xfrm>
            <a:off x="907255" y="2141570"/>
            <a:ext cx="5257793" cy="205744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a:lstStyle>
          <a:p>
            <a:r>
              <a:rPr lang="en-US" altLang="zh-CN" dirty="0"/>
              <a:t>Sovereign Bank</a:t>
            </a:r>
            <a:br>
              <a:rPr lang="en-US" altLang="zh-CN" dirty="0"/>
            </a:br>
            <a:br>
              <a:rPr lang="en-US" altLang="zh-CN" dirty="0"/>
            </a:br>
            <a:r>
              <a:rPr lang="en-US" altLang="zh-CN" sz="2800" dirty="0"/>
              <a:t>Data Strategies, Instance Data Replication, Domain Separation</a:t>
            </a:r>
            <a:endParaRPr lang="en-US" sz="2800" dirty="0"/>
          </a:p>
        </p:txBody>
      </p:sp>
      <p:grpSp>
        <p:nvGrpSpPr>
          <p:cNvPr id="13" name="Group 12">
            <a:extLst>
              <a:ext uri="{FF2B5EF4-FFF2-40B4-BE49-F238E27FC236}">
                <a16:creationId xmlns:a16="http://schemas.microsoft.com/office/drawing/2014/main" id="{F3162B1A-716A-524C-4BB8-677688B94333}"/>
              </a:ext>
            </a:extLst>
          </p:cNvPr>
          <p:cNvGrpSpPr/>
          <p:nvPr/>
        </p:nvGrpSpPr>
        <p:grpSpPr>
          <a:xfrm>
            <a:off x="394134" y="6272870"/>
            <a:ext cx="1764322" cy="534076"/>
            <a:chOff x="394134" y="6272870"/>
            <a:chExt cx="1764322" cy="534076"/>
          </a:xfrm>
        </p:grpSpPr>
        <p:pic>
          <p:nvPicPr>
            <p:cNvPr id="8" name="Picture 7" descr="A logo with a crown&#10;&#10;Description automatically generated">
              <a:extLst>
                <a:ext uri="{FF2B5EF4-FFF2-40B4-BE49-F238E27FC236}">
                  <a16:creationId xmlns:a16="http://schemas.microsoft.com/office/drawing/2014/main" id="{040A3C40-A419-B0FF-7502-B948F15FE8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30515" y="6272870"/>
              <a:ext cx="527941" cy="45311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A892B895-6A28-732F-8D5C-ED6283662B64}"/>
                </a:ext>
              </a:extLst>
            </p:cNvPr>
            <p:cNvSpPr txBox="1"/>
            <p:nvPr/>
          </p:nvSpPr>
          <p:spPr>
            <a:xfrm>
              <a:off x="394134" y="6333181"/>
              <a:ext cx="1388176" cy="338554"/>
            </a:xfrm>
            <a:prstGeom prst="rect">
              <a:avLst/>
            </a:prstGeom>
            <a:noFill/>
          </p:spPr>
          <p:txBody>
            <a:bodyPr wrap="square" rtlCol="0">
              <a:spAutoFit/>
            </a:bodyPr>
            <a:lstStyle/>
            <a:p>
              <a:r>
                <a:rPr lang="en-US" sz="1600" b="0" i="0" kern="1200" dirty="0">
                  <a:solidFill>
                    <a:schemeClr val="tx2">
                      <a:lumMod val="25000"/>
                      <a:lumOff val="75000"/>
                    </a:schemeClr>
                  </a:solidFill>
                  <a:latin typeface="Aptos Display" panose="020B0004020202020204" pitchFamily="34" charset="0"/>
                  <a:ea typeface="+mn-ea"/>
                  <a:cs typeface="+mn-cs"/>
                </a:rPr>
                <a:t>ServiceWow</a:t>
              </a:r>
            </a:p>
          </p:txBody>
        </p:sp>
        <p:cxnSp>
          <p:nvCxnSpPr>
            <p:cNvPr id="12" name="Straight Connector 11">
              <a:extLst>
                <a:ext uri="{FF2B5EF4-FFF2-40B4-BE49-F238E27FC236}">
                  <a16:creationId xmlns:a16="http://schemas.microsoft.com/office/drawing/2014/main" id="{8D8163AB-4F13-DB27-5959-0A915484E70A}"/>
                </a:ext>
              </a:extLst>
            </p:cNvPr>
            <p:cNvCxnSpPr>
              <a:cxnSpLocks/>
            </p:cNvCxnSpPr>
            <p:nvPr/>
          </p:nvCxnSpPr>
          <p:spPr>
            <a:xfrm>
              <a:off x="1630515" y="6272870"/>
              <a:ext cx="0" cy="534076"/>
            </a:xfrm>
            <a:prstGeom prst="line">
              <a:avLst/>
            </a:prstGeom>
            <a:ln>
              <a:solidFill>
                <a:schemeClr val="bg1">
                  <a:lumMod val="65000"/>
                </a:schemeClr>
              </a:solidFill>
            </a:ln>
          </p:spPr>
          <p:style>
            <a:lnRef idx="1">
              <a:schemeClr val="accent6"/>
            </a:lnRef>
            <a:fillRef idx="0">
              <a:schemeClr val="accent6"/>
            </a:fillRef>
            <a:effectRef idx="0">
              <a:schemeClr val="accent6"/>
            </a:effectRef>
            <a:fontRef idx="minor">
              <a:schemeClr val="tx1"/>
            </a:fontRef>
          </p:style>
        </p:cxnSp>
      </p:grpSp>
      <p:sp>
        <p:nvSpPr>
          <p:cNvPr id="7" name="Footer Placeholder 6">
            <a:extLst>
              <a:ext uri="{FF2B5EF4-FFF2-40B4-BE49-F238E27FC236}">
                <a16:creationId xmlns:a16="http://schemas.microsoft.com/office/drawing/2014/main" id="{4FC3A2A2-3C4A-4BD8-EEE7-0B5EFB15B4E8}"/>
              </a:ext>
            </a:extLst>
          </p:cNvPr>
          <p:cNvSpPr>
            <a:spLocks noGrp="1"/>
          </p:cNvSpPr>
          <p:nvPr>
            <p:ph type="ftr" sz="quarter" idx="11"/>
          </p:nvPr>
        </p:nvSpPr>
        <p:spPr/>
        <p:txBody>
          <a:bodyPr/>
          <a:lstStyle/>
          <a:p>
            <a:r>
              <a:rPr lang="en-IN" dirty="0"/>
              <a:t>Confidential | @2025 </a:t>
            </a:r>
            <a:r>
              <a:rPr lang="en-IN" dirty="0" err="1"/>
              <a:t>ServiceWow</a:t>
            </a:r>
            <a:r>
              <a:rPr lang="en-IN" dirty="0"/>
              <a:t>. All Rights Reserved</a:t>
            </a:r>
          </a:p>
        </p:txBody>
      </p:sp>
    </p:spTree>
    <p:extLst>
      <p:ext uri="{BB962C8B-B14F-4D97-AF65-F5344CB8AC3E}">
        <p14:creationId xmlns:p14="http://schemas.microsoft.com/office/powerpoint/2010/main" val="33737152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a:extLst>
            <a:ext uri="{FF2B5EF4-FFF2-40B4-BE49-F238E27FC236}">
              <a16:creationId xmlns:a16="http://schemas.microsoft.com/office/drawing/2014/main" id="{7DA73745-A912-5EF4-4F1B-EE858C2D5FA5}"/>
            </a:ext>
          </a:extLst>
        </p:cNvPr>
        <p:cNvGrpSpPr/>
        <p:nvPr/>
      </p:nvGrpSpPr>
      <p:grpSpPr>
        <a:xfrm>
          <a:off x="0" y="0"/>
          <a:ext cx="0" cy="0"/>
          <a:chOff x="0" y="0"/>
          <a:chExt cx="0" cy="0"/>
        </a:xfrm>
      </p:grpSpPr>
      <p:sp>
        <p:nvSpPr>
          <p:cNvPr id="57" name="Freeform: Shape 56">
            <a:extLst>
              <a:ext uri="{FF2B5EF4-FFF2-40B4-BE49-F238E27FC236}">
                <a16:creationId xmlns:a16="http://schemas.microsoft.com/office/drawing/2014/main" id="{1BD5438A-CE3F-42C7-C39B-89DB6C5DBABF}"/>
              </a:ext>
            </a:extLst>
          </p:cNvPr>
          <p:cNvSpPr/>
          <p:nvPr/>
        </p:nvSpPr>
        <p:spPr>
          <a:xfrm>
            <a:off x="11793186" y="1"/>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221" name="Freeform: Shape 220">
            <a:extLst>
              <a:ext uri="{FF2B5EF4-FFF2-40B4-BE49-F238E27FC236}">
                <a16:creationId xmlns:a16="http://schemas.microsoft.com/office/drawing/2014/main" id="{ABA000E0-6057-3E6B-18D1-E971550ABF0E}"/>
              </a:ext>
            </a:extLst>
          </p:cNvPr>
          <p:cNvSpPr/>
          <p:nvPr/>
        </p:nvSpPr>
        <p:spPr>
          <a:xfrm>
            <a:off x="0" y="2170842"/>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6214822D-F536-9F24-FE59-56CEEDF9E0F9}"/>
              </a:ext>
            </a:extLst>
          </p:cNvPr>
          <p:cNvSpPr/>
          <p:nvPr/>
        </p:nvSpPr>
        <p:spPr>
          <a:xfrm>
            <a:off x="-4916" y="3316302"/>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5336B0B8-AA70-45EA-D20C-75326A87C9CD}"/>
              </a:ext>
            </a:extLst>
          </p:cNvPr>
          <p:cNvSpPr/>
          <p:nvPr/>
        </p:nvSpPr>
        <p:spPr>
          <a:xfrm>
            <a:off x="14751" y="4456844"/>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4" name="Title 1">
            <a:extLst>
              <a:ext uri="{FF2B5EF4-FFF2-40B4-BE49-F238E27FC236}">
                <a16:creationId xmlns:a16="http://schemas.microsoft.com/office/drawing/2014/main" id="{26AD9AC2-7711-D464-D9FF-172890A81582}"/>
              </a:ext>
            </a:extLst>
          </p:cNvPr>
          <p:cNvSpPr txBox="1">
            <a:spLocks/>
          </p:cNvSpPr>
          <p:nvPr/>
        </p:nvSpPr>
        <p:spPr>
          <a:xfrm>
            <a:off x="987684" y="2668650"/>
            <a:ext cx="5214191" cy="1195883"/>
          </a:xfrm>
          <a:prstGeom prst="rect">
            <a:avLst/>
          </a:prstGeom>
        </p:spPr>
        <p:txBody>
          <a:bodyPr vert="horz" lIns="91440" tIns="45720" rIns="91440" bIns="45720" rtlCol="0" anchor="t" anchorCtr="0">
            <a:noAutofit/>
          </a:bodyPr>
          <a:lstStyle>
            <a:lvl1pPr algn="l" defTabSz="914400" rtl="0" eaLnBrk="1" latinLnBrk="0" hangingPunct="1">
              <a:lnSpc>
                <a:spcPct val="100000"/>
              </a:lnSpc>
              <a:spcBef>
                <a:spcPct val="0"/>
              </a:spcBef>
              <a:buNone/>
              <a:defRPr sz="3200" b="1" kern="1200">
                <a:solidFill>
                  <a:schemeClr val="bg1"/>
                </a:solidFill>
                <a:latin typeface="+mj-lt"/>
                <a:ea typeface="+mj-ea"/>
                <a:cs typeface="+mj-cs"/>
              </a:defRPr>
            </a:lvl1pPr>
          </a:lstStyle>
          <a:p>
            <a:r>
              <a:rPr lang="en-US" sz="6900" dirty="0">
                <a:solidFill>
                  <a:srgbClr val="80B894"/>
                </a:solidFill>
                <a:latin typeface="Aptos Display" panose="020B0004020202020204" pitchFamily="34" charset="0"/>
              </a:rPr>
              <a:t>Agenda</a:t>
            </a:r>
          </a:p>
        </p:txBody>
      </p:sp>
      <p:graphicFrame>
        <p:nvGraphicFramePr>
          <p:cNvPr id="5" name="Table 2">
            <a:extLst>
              <a:ext uri="{FF2B5EF4-FFF2-40B4-BE49-F238E27FC236}">
                <a16:creationId xmlns:a16="http://schemas.microsoft.com/office/drawing/2014/main" id="{7854FEC5-DAC6-9D52-8D6F-2C5A961AD6ED}"/>
              </a:ext>
            </a:extLst>
          </p:cNvPr>
          <p:cNvGraphicFramePr>
            <a:graphicFrameLocks noGrp="1"/>
          </p:cNvGraphicFramePr>
          <p:nvPr>
            <p:extLst>
              <p:ext uri="{D42A27DB-BD31-4B8C-83A1-F6EECF244321}">
                <p14:modId xmlns:p14="http://schemas.microsoft.com/office/powerpoint/2010/main" val="3538103677"/>
              </p:ext>
            </p:extLst>
          </p:nvPr>
        </p:nvGraphicFramePr>
        <p:xfrm>
          <a:off x="5678285" y="1389770"/>
          <a:ext cx="5668040" cy="3853063"/>
        </p:xfrm>
        <a:graphic>
          <a:graphicData uri="http://schemas.openxmlformats.org/drawingml/2006/table">
            <a:tbl>
              <a:tblPr firstRow="1" bandRow="1"/>
              <a:tblGrid>
                <a:gridCol w="5668040">
                  <a:extLst>
                    <a:ext uri="{9D8B030D-6E8A-4147-A177-3AD203B41FA5}">
                      <a16:colId xmlns:a16="http://schemas.microsoft.com/office/drawing/2014/main" val="1011347985"/>
                    </a:ext>
                  </a:extLst>
                </a:gridCol>
              </a:tblGrid>
              <a:tr h="7441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dk1"/>
                          </a:solidFill>
                          <a:latin typeface="Aptos" panose="020B0004020202020204" pitchFamily="34" charset="0"/>
                          <a:ea typeface="+mn-ea"/>
                          <a:cs typeface="+mn-cs"/>
                        </a:rPr>
                        <a:t>Data Strategies</a:t>
                      </a:r>
                    </a:p>
                  </a:txBody>
                  <a:tcPr anchor="ct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noFill/>
                      <a:prstDash val="sysDash"/>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97526"/>
                  </a:ext>
                </a:extLst>
              </a:tr>
              <a:tr h="7239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i="0" kern="1200" noProof="0" dirty="0">
                          <a:solidFill>
                            <a:schemeClr val="dk1"/>
                          </a:solidFill>
                          <a:latin typeface="Aptos" panose="020B0004020202020204" pitchFamily="34" charset="0"/>
                          <a:ea typeface="+mn-ea"/>
                          <a:cs typeface="+mn-cs"/>
                        </a:rPr>
                        <a:t>Instance Data Replication (IDR)</a:t>
                      </a:r>
                    </a:p>
                  </a:txBody>
                  <a:tcPr anchor="ct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89640011"/>
                  </a:ext>
                </a:extLst>
              </a:tr>
              <a:tr h="7390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i="0" kern="1200" noProof="0" dirty="0">
                          <a:solidFill>
                            <a:schemeClr val="dk1"/>
                          </a:solidFill>
                          <a:latin typeface="Aptos" panose="020B0004020202020204" pitchFamily="34" charset="0"/>
                          <a:ea typeface="+mn-ea"/>
                          <a:cs typeface="+mn-cs"/>
                        </a:rPr>
                        <a:t>Domain Separation</a:t>
                      </a:r>
                    </a:p>
                  </a:txBody>
                  <a:tcPr anchor="ct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3789105"/>
                  </a:ext>
                </a:extLst>
              </a:tr>
              <a:tr h="8229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i="0" kern="1200" noProof="0" dirty="0">
                          <a:solidFill>
                            <a:schemeClr val="dk1"/>
                          </a:solidFill>
                          <a:latin typeface="Aptos" panose="020B0004020202020204" pitchFamily="34" charset="0"/>
                          <a:ea typeface="+mn-ea"/>
                          <a:cs typeface="+mn-cs"/>
                        </a:rPr>
                        <a:t>Key Takeaways</a:t>
                      </a:r>
                    </a:p>
                  </a:txBody>
                  <a:tcPr anchor="ct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6123842"/>
                  </a:ext>
                </a:extLst>
              </a:tr>
              <a:tr h="8229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i="0" kern="1200" noProof="0" dirty="0">
                          <a:solidFill>
                            <a:schemeClr val="dk1"/>
                          </a:solidFill>
                          <a:latin typeface="Aptos" panose="020B0004020202020204" pitchFamily="34" charset="0"/>
                          <a:ea typeface="+mn-ea"/>
                          <a:cs typeface="+mn-cs"/>
                        </a:rPr>
                        <a:t>Next Steps</a:t>
                      </a:r>
                    </a:p>
                  </a:txBody>
                  <a:tcPr anchor="ctr">
                    <a:lnL w="12700" cap="flat" cmpd="sng" algn="ctr">
                      <a:noFill/>
                      <a:prstDash val="sysDash"/>
                      <a:round/>
                      <a:headEnd type="none" w="med" len="med"/>
                      <a:tailEnd type="none" w="med" len="med"/>
                    </a:lnL>
                    <a:lnR w="12700" cap="flat" cmpd="sng" algn="ctr">
                      <a:no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34248878"/>
                  </a:ext>
                </a:extLst>
              </a:tr>
            </a:tbl>
          </a:graphicData>
        </a:graphic>
      </p:graphicFrame>
      <p:sp>
        <p:nvSpPr>
          <p:cNvPr id="9" name="Footer Placeholder 8">
            <a:extLst>
              <a:ext uri="{FF2B5EF4-FFF2-40B4-BE49-F238E27FC236}">
                <a16:creationId xmlns:a16="http://schemas.microsoft.com/office/drawing/2014/main" id="{315A7239-3D90-09EB-0781-F00C6D071E08}"/>
              </a:ext>
            </a:extLst>
          </p:cNvPr>
          <p:cNvSpPr>
            <a:spLocks noGrp="1"/>
          </p:cNvSpPr>
          <p:nvPr>
            <p:ph type="ftr" sz="quarter" idx="11"/>
          </p:nvPr>
        </p:nvSpPr>
        <p:spPr>
          <a:noFill/>
        </p:spPr>
        <p:txBody>
          <a:bodyPr/>
          <a:lstStyle/>
          <a:p>
            <a:r>
              <a:rPr lang="en-IN" dirty="0"/>
              <a:t>Confidential | @2025 </a:t>
            </a:r>
            <a:r>
              <a:rPr lang="en-IN" dirty="0" err="1"/>
              <a:t>ServiceWow</a:t>
            </a:r>
            <a:r>
              <a:rPr lang="en-IN" dirty="0"/>
              <a:t>. All Rights Reserved</a:t>
            </a:r>
          </a:p>
        </p:txBody>
      </p:sp>
    </p:spTree>
    <p:extLst>
      <p:ext uri="{BB962C8B-B14F-4D97-AF65-F5344CB8AC3E}">
        <p14:creationId xmlns:p14="http://schemas.microsoft.com/office/powerpoint/2010/main" val="29764006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a:extLst>
            <a:ext uri="{FF2B5EF4-FFF2-40B4-BE49-F238E27FC236}">
              <a16:creationId xmlns:a16="http://schemas.microsoft.com/office/drawing/2014/main" id="{F2540563-8A24-1912-3E8E-81520F93407C}"/>
            </a:ext>
          </a:extLst>
        </p:cNvPr>
        <p:cNvGrpSpPr/>
        <p:nvPr/>
      </p:nvGrpSpPr>
      <p:grpSpPr>
        <a:xfrm>
          <a:off x="0" y="0"/>
          <a:ext cx="0" cy="0"/>
          <a:chOff x="0" y="0"/>
          <a:chExt cx="0" cy="0"/>
        </a:xfrm>
      </p:grpSpPr>
      <p:sp>
        <p:nvSpPr>
          <p:cNvPr id="57" name="Freeform: Shape 56">
            <a:extLst>
              <a:ext uri="{FF2B5EF4-FFF2-40B4-BE49-F238E27FC236}">
                <a16:creationId xmlns:a16="http://schemas.microsoft.com/office/drawing/2014/main" id="{209C1746-7A1A-B892-847C-E8B277E92282}"/>
              </a:ext>
            </a:extLst>
          </p:cNvPr>
          <p:cNvSpPr/>
          <p:nvPr/>
        </p:nvSpPr>
        <p:spPr>
          <a:xfrm>
            <a:off x="11793186" y="1"/>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221" name="Freeform: Shape 220">
            <a:extLst>
              <a:ext uri="{FF2B5EF4-FFF2-40B4-BE49-F238E27FC236}">
                <a16:creationId xmlns:a16="http://schemas.microsoft.com/office/drawing/2014/main" id="{7AC939C0-2ECF-AC5E-A7B6-C1C97154677E}"/>
              </a:ext>
            </a:extLst>
          </p:cNvPr>
          <p:cNvSpPr/>
          <p:nvPr/>
        </p:nvSpPr>
        <p:spPr>
          <a:xfrm>
            <a:off x="0" y="2170842"/>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9A7B1C40-B190-2570-6261-A2972431DB3E}"/>
              </a:ext>
            </a:extLst>
          </p:cNvPr>
          <p:cNvSpPr/>
          <p:nvPr/>
        </p:nvSpPr>
        <p:spPr>
          <a:xfrm>
            <a:off x="-4916" y="3316302"/>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B3BA0A19-040E-BD71-66D9-E8074FBEA2B9}"/>
              </a:ext>
            </a:extLst>
          </p:cNvPr>
          <p:cNvSpPr/>
          <p:nvPr/>
        </p:nvSpPr>
        <p:spPr>
          <a:xfrm>
            <a:off x="14751" y="4456844"/>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4" name="Title 1">
            <a:extLst>
              <a:ext uri="{FF2B5EF4-FFF2-40B4-BE49-F238E27FC236}">
                <a16:creationId xmlns:a16="http://schemas.microsoft.com/office/drawing/2014/main" id="{00B567EC-E801-3E28-2B35-98470917394E}"/>
              </a:ext>
            </a:extLst>
          </p:cNvPr>
          <p:cNvSpPr txBox="1">
            <a:spLocks/>
          </p:cNvSpPr>
          <p:nvPr/>
        </p:nvSpPr>
        <p:spPr>
          <a:xfrm>
            <a:off x="845675" y="419285"/>
            <a:ext cx="9628361" cy="817234"/>
          </a:xfrm>
          <a:prstGeom prst="rect">
            <a:avLst/>
          </a:prstGeom>
        </p:spPr>
        <p:txBody>
          <a:bodyPr vert="horz" lIns="91440" tIns="45720" rIns="91440" bIns="45720" rtlCol="0" anchor="t" anchorCtr="0">
            <a:noAutofit/>
          </a:bodyPr>
          <a:lstStyle>
            <a:lvl1pPr algn="l" defTabSz="914400" rtl="0" eaLnBrk="1" latinLnBrk="0" hangingPunct="1">
              <a:lnSpc>
                <a:spcPct val="100000"/>
              </a:lnSpc>
              <a:spcBef>
                <a:spcPct val="0"/>
              </a:spcBef>
              <a:buNone/>
              <a:defRPr sz="3200" b="1" kern="1200">
                <a:solidFill>
                  <a:schemeClr val="bg1"/>
                </a:solidFill>
                <a:latin typeface="+mj-lt"/>
                <a:ea typeface="+mj-ea"/>
                <a:cs typeface="+mj-cs"/>
              </a:defRPr>
            </a:lvl1pPr>
          </a:lstStyle>
          <a:p>
            <a:r>
              <a:rPr lang="en-US" sz="4000" dirty="0">
                <a:solidFill>
                  <a:schemeClr val="accent6"/>
                </a:solidFill>
              </a:rPr>
              <a:t>Data Strategies - Data Types</a:t>
            </a:r>
          </a:p>
        </p:txBody>
      </p:sp>
      <p:sp>
        <p:nvSpPr>
          <p:cNvPr id="9" name="Footer Placeholder 8">
            <a:extLst>
              <a:ext uri="{FF2B5EF4-FFF2-40B4-BE49-F238E27FC236}">
                <a16:creationId xmlns:a16="http://schemas.microsoft.com/office/drawing/2014/main" id="{5370BBD1-1E62-51F3-1250-2E67AE9937FA}"/>
              </a:ext>
            </a:extLst>
          </p:cNvPr>
          <p:cNvSpPr>
            <a:spLocks noGrp="1"/>
          </p:cNvSpPr>
          <p:nvPr>
            <p:ph type="ftr" sz="quarter" idx="11"/>
          </p:nvPr>
        </p:nvSpPr>
        <p:spPr>
          <a:noFill/>
        </p:spPr>
        <p:txBody>
          <a:bodyPr/>
          <a:lstStyle/>
          <a:p>
            <a:r>
              <a:rPr lang="en-IN" dirty="0"/>
              <a:t>Confidential | @2025 </a:t>
            </a:r>
            <a:r>
              <a:rPr lang="en-IN" dirty="0" err="1"/>
              <a:t>ServiceWow</a:t>
            </a:r>
            <a:r>
              <a:rPr lang="en-IN" dirty="0"/>
              <a:t>. All Rights Reserved</a:t>
            </a:r>
          </a:p>
        </p:txBody>
      </p:sp>
      <p:sp>
        <p:nvSpPr>
          <p:cNvPr id="6" name="Freeform: Shape 2">
            <a:extLst>
              <a:ext uri="{FF2B5EF4-FFF2-40B4-BE49-F238E27FC236}">
                <a16:creationId xmlns:a16="http://schemas.microsoft.com/office/drawing/2014/main" id="{D9945B93-883C-90BC-0E12-03DBD202B511}"/>
              </a:ext>
            </a:extLst>
          </p:cNvPr>
          <p:cNvSpPr/>
          <p:nvPr/>
        </p:nvSpPr>
        <p:spPr>
          <a:xfrm>
            <a:off x="6394191" y="1930400"/>
            <a:ext cx="5398995" cy="1630160"/>
          </a:xfrm>
          <a:custGeom>
            <a:avLst/>
            <a:gdLst>
              <a:gd name="connsiteX0" fmla="*/ 0 w 7569326"/>
              <a:gd name="connsiteY0" fmla="*/ 0 h 2568702"/>
              <a:gd name="connsiteX1" fmla="*/ 7569327 w 7569326"/>
              <a:gd name="connsiteY1" fmla="*/ 0 h 2568702"/>
              <a:gd name="connsiteX2" fmla="*/ 7569327 w 7569326"/>
              <a:gd name="connsiteY2" fmla="*/ 2568702 h 2568702"/>
              <a:gd name="connsiteX3" fmla="*/ 0 w 7569326"/>
              <a:gd name="connsiteY3" fmla="*/ 2568702 h 2568702"/>
            </a:gdLst>
            <a:ahLst/>
            <a:cxnLst>
              <a:cxn ang="0">
                <a:pos x="connsiteX0" y="connsiteY0"/>
              </a:cxn>
              <a:cxn ang="0">
                <a:pos x="connsiteX1" y="connsiteY1"/>
              </a:cxn>
              <a:cxn ang="0">
                <a:pos x="connsiteX2" y="connsiteY2"/>
              </a:cxn>
              <a:cxn ang="0">
                <a:pos x="connsiteX3" y="connsiteY3"/>
              </a:cxn>
            </a:cxnLst>
            <a:rect l="l" t="t" r="r" b="b"/>
            <a:pathLst>
              <a:path w="7569326" h="2568702">
                <a:moveTo>
                  <a:pt x="0" y="0"/>
                </a:moveTo>
                <a:lnTo>
                  <a:pt x="7569327" y="0"/>
                </a:lnTo>
                <a:lnTo>
                  <a:pt x="7569327" y="2568702"/>
                </a:lnTo>
                <a:lnTo>
                  <a:pt x="0" y="2568702"/>
                </a:lnTo>
                <a:close/>
              </a:path>
            </a:pathLst>
          </a:custGeom>
          <a:solidFill>
            <a:srgbClr val="078136">
              <a:alpha val="50196"/>
            </a:srgbClr>
          </a:solidFill>
          <a:ln w="9525" cap="flat">
            <a:noFill/>
            <a:prstDash val="solid"/>
            <a:miter/>
          </a:ln>
        </p:spPr>
        <p:txBody>
          <a:bodyPr rtlCol="0" anchor="ctr"/>
          <a:lstStyle/>
          <a:p>
            <a:pPr algn="ctr"/>
            <a:r>
              <a:rPr lang="en-US" sz="2000" b="1" u="sng" dirty="0">
                <a:solidFill>
                  <a:schemeClr val="bg1"/>
                </a:solidFill>
                <a:latin typeface="Aptos Display" panose="020B0004020202020204" pitchFamily="34" charset="0"/>
              </a:rPr>
              <a:t>INTEGRATION DATA</a:t>
            </a:r>
          </a:p>
          <a:p>
            <a:pPr algn="ctr"/>
            <a:br>
              <a:rPr lang="en-US" sz="2000" dirty="0">
                <a:solidFill>
                  <a:schemeClr val="bg1"/>
                </a:solidFill>
                <a:latin typeface="Aptos Display" panose="020B0004020202020204" pitchFamily="34" charset="0"/>
              </a:rPr>
            </a:br>
            <a:r>
              <a:rPr lang="en-US" sz="2000" dirty="0">
                <a:solidFill>
                  <a:schemeClr val="bg1"/>
                </a:solidFill>
                <a:latin typeface="Aptos Display" panose="020B0004020202020204" pitchFamily="34" charset="0"/>
              </a:rPr>
              <a:t>IMPORTANT: Identify who owns data using the components of data governance</a:t>
            </a:r>
          </a:p>
        </p:txBody>
      </p:sp>
      <p:pic>
        <p:nvPicPr>
          <p:cNvPr id="3" name="Imagen 2">
            <a:extLst>
              <a:ext uri="{FF2B5EF4-FFF2-40B4-BE49-F238E27FC236}">
                <a16:creationId xmlns:a16="http://schemas.microsoft.com/office/drawing/2014/main" id="{AC84AB83-4B5C-3FFB-6782-44F712AE89D6}"/>
              </a:ext>
            </a:extLst>
          </p:cNvPr>
          <p:cNvPicPr>
            <a:picLocks noChangeAspect="1"/>
          </p:cNvPicPr>
          <p:nvPr/>
        </p:nvPicPr>
        <p:blipFill>
          <a:blip r:embed="rId4"/>
          <a:stretch>
            <a:fillRect/>
          </a:stretch>
        </p:blipFill>
        <p:spPr>
          <a:xfrm>
            <a:off x="834607" y="1236518"/>
            <a:ext cx="5123788" cy="4915925"/>
          </a:xfrm>
          <a:prstGeom prst="rect">
            <a:avLst/>
          </a:prstGeom>
        </p:spPr>
      </p:pic>
    </p:spTree>
    <p:extLst>
      <p:ext uri="{BB962C8B-B14F-4D97-AF65-F5344CB8AC3E}">
        <p14:creationId xmlns:p14="http://schemas.microsoft.com/office/powerpoint/2010/main" val="37579712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68010-64A5-E669-4058-5646F20F9CCE}"/>
              </a:ext>
            </a:extLst>
          </p:cNvPr>
          <p:cNvSpPr>
            <a:spLocks noGrp="1"/>
          </p:cNvSpPr>
          <p:nvPr>
            <p:ph type="title" idx="4294967295"/>
          </p:nvPr>
        </p:nvSpPr>
        <p:spPr>
          <a:xfrm>
            <a:off x="805517" y="278912"/>
            <a:ext cx="5407025" cy="703263"/>
          </a:xfrm>
        </p:spPr>
        <p:txBody>
          <a:bodyPr>
            <a:normAutofit fontScale="90000"/>
          </a:bodyPr>
          <a:lstStyle/>
          <a:p>
            <a:r>
              <a:rPr lang="en-US" dirty="0">
                <a:solidFill>
                  <a:schemeClr val="tx1"/>
                </a:solidFill>
              </a:rPr>
              <a:t>To be </a:t>
            </a:r>
            <a:r>
              <a:rPr lang="en-US" dirty="0">
                <a:solidFill>
                  <a:srgbClr val="62DA4E"/>
                </a:solidFill>
              </a:rPr>
              <a:t>Data</a:t>
            </a:r>
            <a:r>
              <a:rPr lang="en-US" dirty="0">
                <a:solidFill>
                  <a:schemeClr val="tx1"/>
                </a:solidFill>
              </a:rPr>
              <a:t> architecture</a:t>
            </a:r>
          </a:p>
        </p:txBody>
      </p:sp>
      <p:sp>
        <p:nvSpPr>
          <p:cNvPr id="3" name="Rectangle 2">
            <a:extLst>
              <a:ext uri="{FF2B5EF4-FFF2-40B4-BE49-F238E27FC236}">
                <a16:creationId xmlns:a16="http://schemas.microsoft.com/office/drawing/2014/main" id="{F3634463-46CF-7C1E-90F0-B2D9DC4837D8}"/>
              </a:ext>
            </a:extLst>
          </p:cNvPr>
          <p:cNvSpPr/>
          <p:nvPr/>
        </p:nvSpPr>
        <p:spPr>
          <a:xfrm>
            <a:off x="5070231" y="3161076"/>
            <a:ext cx="2051538" cy="973016"/>
          </a:xfrm>
          <a:prstGeom prst="rect">
            <a:avLst/>
          </a:prstGeom>
          <a:solidFill>
            <a:srgbClr val="62DA4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ServiceNow</a:t>
            </a:r>
          </a:p>
        </p:txBody>
      </p:sp>
      <p:grpSp>
        <p:nvGrpSpPr>
          <p:cNvPr id="7" name="Group 6">
            <a:extLst>
              <a:ext uri="{FF2B5EF4-FFF2-40B4-BE49-F238E27FC236}">
                <a16:creationId xmlns:a16="http://schemas.microsoft.com/office/drawing/2014/main" id="{6435D2CA-B69E-ED21-CFB1-41B333A1E39C}"/>
              </a:ext>
            </a:extLst>
          </p:cNvPr>
          <p:cNvGrpSpPr/>
          <p:nvPr/>
        </p:nvGrpSpPr>
        <p:grpSpPr>
          <a:xfrm>
            <a:off x="674077" y="2362575"/>
            <a:ext cx="2051539" cy="2507975"/>
            <a:chOff x="522184" y="2000386"/>
            <a:chExt cx="2051539" cy="2507975"/>
          </a:xfrm>
        </p:grpSpPr>
        <p:sp>
          <p:nvSpPr>
            <p:cNvPr id="4" name="Rectangle 3">
              <a:extLst>
                <a:ext uri="{FF2B5EF4-FFF2-40B4-BE49-F238E27FC236}">
                  <a16:creationId xmlns:a16="http://schemas.microsoft.com/office/drawing/2014/main" id="{0423BBF4-09E9-70E7-B5D3-3B0DAB886E3D}"/>
                </a:ext>
              </a:extLst>
            </p:cNvPr>
            <p:cNvSpPr/>
            <p:nvPr/>
          </p:nvSpPr>
          <p:spPr>
            <a:xfrm>
              <a:off x="522184" y="2000386"/>
              <a:ext cx="2051539" cy="2507975"/>
            </a:xfrm>
            <a:prstGeom prst="rect">
              <a:avLst/>
            </a:prstGeom>
            <a:effectLst>
              <a:softEdge rad="190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SAP SuccessFactors">
              <a:extLst>
                <a:ext uri="{FF2B5EF4-FFF2-40B4-BE49-F238E27FC236}">
                  <a16:creationId xmlns:a16="http://schemas.microsoft.com/office/drawing/2014/main" id="{F0EE03F3-F0F1-3732-4A65-324D1C2258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2740" y="2316256"/>
              <a:ext cx="953875" cy="52073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echnology innovations, redesigns user ...">
              <a:extLst>
                <a:ext uri="{FF2B5EF4-FFF2-40B4-BE49-F238E27FC236}">
                  <a16:creationId xmlns:a16="http://schemas.microsoft.com/office/drawing/2014/main" id="{6B92547C-0980-21D0-C415-304EF95016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2740" y="3292472"/>
              <a:ext cx="953875" cy="6347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8789B78-529C-5045-B396-3E07AD1ADBAC}"/>
                </a:ext>
              </a:extLst>
            </p:cNvPr>
            <p:cNvSpPr txBox="1"/>
            <p:nvPr/>
          </p:nvSpPr>
          <p:spPr>
            <a:xfrm>
              <a:off x="1213846" y="3921752"/>
              <a:ext cx="691662" cy="200055"/>
            </a:xfrm>
            <a:prstGeom prst="rect">
              <a:avLst/>
            </a:prstGeom>
            <a:noFill/>
          </p:spPr>
          <p:txBody>
            <a:bodyPr wrap="square" rtlCol="0">
              <a:spAutoFit/>
            </a:bodyPr>
            <a:lstStyle/>
            <a:p>
              <a:pPr algn="ctr"/>
              <a:r>
                <a:rPr lang="en-US" sz="700" b="1" dirty="0">
                  <a:solidFill>
                    <a:schemeClr val="bg1"/>
                  </a:solidFill>
                </a:rPr>
                <a:t>NA</a:t>
              </a:r>
            </a:p>
          </p:txBody>
        </p:sp>
        <p:sp>
          <p:nvSpPr>
            <p:cNvPr id="6" name="TextBox 5">
              <a:extLst>
                <a:ext uri="{FF2B5EF4-FFF2-40B4-BE49-F238E27FC236}">
                  <a16:creationId xmlns:a16="http://schemas.microsoft.com/office/drawing/2014/main" id="{60DF0299-D954-E9F2-E799-881521ED474E}"/>
                </a:ext>
              </a:extLst>
            </p:cNvPr>
            <p:cNvSpPr txBox="1"/>
            <p:nvPr/>
          </p:nvSpPr>
          <p:spPr>
            <a:xfrm>
              <a:off x="1213846" y="2864673"/>
              <a:ext cx="691662" cy="200055"/>
            </a:xfrm>
            <a:prstGeom prst="rect">
              <a:avLst/>
            </a:prstGeom>
            <a:noFill/>
          </p:spPr>
          <p:txBody>
            <a:bodyPr wrap="square" rtlCol="0">
              <a:spAutoFit/>
            </a:bodyPr>
            <a:lstStyle/>
            <a:p>
              <a:pPr algn="ctr"/>
              <a:r>
                <a:rPr lang="en-US" sz="700" b="1" dirty="0">
                  <a:solidFill>
                    <a:schemeClr val="bg1"/>
                  </a:solidFill>
                </a:rPr>
                <a:t>EMEA + ASIA</a:t>
              </a:r>
            </a:p>
          </p:txBody>
        </p:sp>
      </p:grpSp>
      <p:grpSp>
        <p:nvGrpSpPr>
          <p:cNvPr id="14" name="Group 13">
            <a:extLst>
              <a:ext uri="{FF2B5EF4-FFF2-40B4-BE49-F238E27FC236}">
                <a16:creationId xmlns:a16="http://schemas.microsoft.com/office/drawing/2014/main" id="{DF6F2795-A794-6569-229D-BC44B547ECC0}"/>
              </a:ext>
            </a:extLst>
          </p:cNvPr>
          <p:cNvGrpSpPr/>
          <p:nvPr/>
        </p:nvGrpSpPr>
        <p:grpSpPr>
          <a:xfrm>
            <a:off x="5070230" y="5586969"/>
            <a:ext cx="2051539" cy="798740"/>
            <a:chOff x="5158155" y="4689231"/>
            <a:chExt cx="2051539" cy="798740"/>
          </a:xfrm>
        </p:grpSpPr>
        <p:sp>
          <p:nvSpPr>
            <p:cNvPr id="9" name="Rectangle 8">
              <a:extLst>
                <a:ext uri="{FF2B5EF4-FFF2-40B4-BE49-F238E27FC236}">
                  <a16:creationId xmlns:a16="http://schemas.microsoft.com/office/drawing/2014/main" id="{CAF058F7-1A4A-91F3-DB11-AE465976A4A3}"/>
                </a:ext>
              </a:extLst>
            </p:cNvPr>
            <p:cNvSpPr/>
            <p:nvPr/>
          </p:nvSpPr>
          <p:spPr>
            <a:xfrm>
              <a:off x="5158155" y="4689231"/>
              <a:ext cx="2051539" cy="785445"/>
            </a:xfrm>
            <a:prstGeom prst="rect">
              <a:avLst/>
            </a:prstGeom>
            <a:solidFill>
              <a:schemeClr val="accent1">
                <a:lumMod val="40000"/>
                <a:lumOff val="60000"/>
              </a:schemeClr>
            </a:solidFill>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descr="BMC Remedy Integration Pack for System Center Orchestrator">
              <a:extLst>
                <a:ext uri="{FF2B5EF4-FFF2-40B4-BE49-F238E27FC236}">
                  <a16:creationId xmlns:a16="http://schemas.microsoft.com/office/drawing/2014/main" id="{320222D1-B15F-4DD1-E78B-01993FC67D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85184" y="4689231"/>
              <a:ext cx="1597480" cy="79874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9" name="Group 18">
            <a:extLst>
              <a:ext uri="{FF2B5EF4-FFF2-40B4-BE49-F238E27FC236}">
                <a16:creationId xmlns:a16="http://schemas.microsoft.com/office/drawing/2014/main" id="{7533777E-AB61-CA45-D1EC-5E8966468CB3}"/>
              </a:ext>
            </a:extLst>
          </p:cNvPr>
          <p:cNvGrpSpPr/>
          <p:nvPr/>
        </p:nvGrpSpPr>
        <p:grpSpPr>
          <a:xfrm>
            <a:off x="9854228" y="3955294"/>
            <a:ext cx="1944065" cy="2369736"/>
            <a:chOff x="9052182" y="1334756"/>
            <a:chExt cx="1944065" cy="2369736"/>
          </a:xfrm>
        </p:grpSpPr>
        <p:sp>
          <p:nvSpPr>
            <p:cNvPr id="16" name="Rectangle 15">
              <a:extLst>
                <a:ext uri="{FF2B5EF4-FFF2-40B4-BE49-F238E27FC236}">
                  <a16:creationId xmlns:a16="http://schemas.microsoft.com/office/drawing/2014/main" id="{1D978C54-5366-869A-6D98-ACA3631E5A05}"/>
                </a:ext>
              </a:extLst>
            </p:cNvPr>
            <p:cNvSpPr/>
            <p:nvPr/>
          </p:nvSpPr>
          <p:spPr>
            <a:xfrm>
              <a:off x="9052182" y="1334756"/>
              <a:ext cx="1944065" cy="2369736"/>
            </a:xfrm>
            <a:prstGeom prst="rect">
              <a:avLst/>
            </a:prstGeom>
            <a:solidFill>
              <a:schemeClr val="accent4">
                <a:lumMod val="20000"/>
                <a:lumOff val="80000"/>
              </a:schemeClr>
            </a:solidFill>
            <a:effectLst>
              <a:softEdge rad="1524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32" name="Picture 8" descr="What is the SCCM tool? - Wolf Careers">
              <a:extLst>
                <a:ext uri="{FF2B5EF4-FFF2-40B4-BE49-F238E27FC236}">
                  <a16:creationId xmlns:a16="http://schemas.microsoft.com/office/drawing/2014/main" id="{9DFD8FE5-77D1-5639-5879-189DD8E60A6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12922" y="2610915"/>
              <a:ext cx="1005833" cy="668595"/>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F6755F6-D957-9C88-CD39-9CCCCDDA2641}"/>
                </a:ext>
              </a:extLst>
            </p:cNvPr>
            <p:cNvSpPr txBox="1"/>
            <p:nvPr/>
          </p:nvSpPr>
          <p:spPr>
            <a:xfrm>
              <a:off x="9345451" y="1576736"/>
              <a:ext cx="1369441" cy="646331"/>
            </a:xfrm>
            <a:prstGeom prst="rect">
              <a:avLst/>
            </a:prstGeom>
            <a:noFill/>
          </p:spPr>
          <p:txBody>
            <a:bodyPr wrap="square" rtlCol="0">
              <a:spAutoFit/>
            </a:bodyPr>
            <a:lstStyle/>
            <a:p>
              <a:pPr algn="ctr"/>
              <a:r>
                <a:rPr lang="en-US" dirty="0"/>
                <a:t>SNC Discovery</a:t>
              </a:r>
            </a:p>
          </p:txBody>
        </p:sp>
      </p:grpSp>
      <p:sp>
        <p:nvSpPr>
          <p:cNvPr id="26" name="TextBox 25">
            <a:extLst>
              <a:ext uri="{FF2B5EF4-FFF2-40B4-BE49-F238E27FC236}">
                <a16:creationId xmlns:a16="http://schemas.microsoft.com/office/drawing/2014/main" id="{ED171702-7D48-F630-9DC4-1E77ABBA9FAC}"/>
              </a:ext>
            </a:extLst>
          </p:cNvPr>
          <p:cNvSpPr txBox="1"/>
          <p:nvPr/>
        </p:nvSpPr>
        <p:spPr>
          <a:xfrm>
            <a:off x="8404459" y="4843605"/>
            <a:ext cx="1449768" cy="276999"/>
          </a:xfrm>
          <a:prstGeom prst="rect">
            <a:avLst/>
          </a:prstGeom>
          <a:noFill/>
        </p:spPr>
        <p:txBody>
          <a:bodyPr wrap="square" rtlCol="0">
            <a:spAutoFit/>
          </a:bodyPr>
          <a:lstStyle/>
          <a:p>
            <a:pPr algn="ctr"/>
            <a:r>
              <a:rPr lang="en-US" sz="1200" dirty="0"/>
              <a:t>Data for CMDB</a:t>
            </a:r>
          </a:p>
        </p:txBody>
      </p:sp>
      <p:cxnSp>
        <p:nvCxnSpPr>
          <p:cNvPr id="27" name="Straight Arrow Connector 26">
            <a:extLst>
              <a:ext uri="{FF2B5EF4-FFF2-40B4-BE49-F238E27FC236}">
                <a16:creationId xmlns:a16="http://schemas.microsoft.com/office/drawing/2014/main" id="{BB1D33AD-47B4-31E1-2D2E-8E7AEBDA3DF3}"/>
              </a:ext>
            </a:extLst>
          </p:cNvPr>
          <p:cNvCxnSpPr>
            <a:cxnSpLocks/>
          </p:cNvCxnSpPr>
          <p:nvPr/>
        </p:nvCxnSpPr>
        <p:spPr>
          <a:xfrm>
            <a:off x="2725615" y="3616563"/>
            <a:ext cx="2344616"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04220E4F-7739-0B5D-A618-699BD4A5E603}"/>
              </a:ext>
            </a:extLst>
          </p:cNvPr>
          <p:cNvSpPr txBox="1"/>
          <p:nvPr/>
        </p:nvSpPr>
        <p:spPr>
          <a:xfrm>
            <a:off x="3319578" y="3647583"/>
            <a:ext cx="1449768" cy="276999"/>
          </a:xfrm>
          <a:prstGeom prst="rect">
            <a:avLst/>
          </a:prstGeom>
          <a:noFill/>
        </p:spPr>
        <p:txBody>
          <a:bodyPr wrap="square" rtlCol="0">
            <a:spAutoFit/>
          </a:bodyPr>
          <a:lstStyle/>
          <a:p>
            <a:pPr algn="ctr"/>
            <a:r>
              <a:rPr lang="en-US" sz="1200" dirty="0"/>
              <a:t>HR Data</a:t>
            </a:r>
          </a:p>
        </p:txBody>
      </p:sp>
      <p:cxnSp>
        <p:nvCxnSpPr>
          <p:cNvPr id="30" name="Straight Arrow Connector 29">
            <a:extLst>
              <a:ext uri="{FF2B5EF4-FFF2-40B4-BE49-F238E27FC236}">
                <a16:creationId xmlns:a16="http://schemas.microsoft.com/office/drawing/2014/main" id="{C1C77FB2-B3F0-5528-2DA0-5B8FE03D4A8E}"/>
              </a:ext>
            </a:extLst>
          </p:cNvPr>
          <p:cNvCxnSpPr>
            <a:cxnSpLocks/>
          </p:cNvCxnSpPr>
          <p:nvPr/>
        </p:nvCxnSpPr>
        <p:spPr>
          <a:xfrm flipV="1">
            <a:off x="6096000" y="4134092"/>
            <a:ext cx="0" cy="1452877"/>
          </a:xfrm>
          <a:prstGeom prst="straightConnector1">
            <a:avLst/>
          </a:prstGeom>
          <a:ln>
            <a:solidFill>
              <a:schemeClr val="tx1"/>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BED1DCFB-7517-1565-7C00-071D1816C318}"/>
              </a:ext>
            </a:extLst>
          </p:cNvPr>
          <p:cNvSpPr txBox="1"/>
          <p:nvPr/>
        </p:nvSpPr>
        <p:spPr>
          <a:xfrm>
            <a:off x="6062087" y="4808880"/>
            <a:ext cx="2496856" cy="830997"/>
          </a:xfrm>
          <a:prstGeom prst="rect">
            <a:avLst/>
          </a:prstGeom>
          <a:noFill/>
        </p:spPr>
        <p:txBody>
          <a:bodyPr wrap="square" rtlCol="0">
            <a:spAutoFit/>
          </a:bodyPr>
          <a:lstStyle/>
          <a:p>
            <a:r>
              <a:rPr lang="en-US" sz="1200" dirty="0"/>
              <a:t>Historical data one-time load</a:t>
            </a:r>
          </a:p>
          <a:p>
            <a:pPr marL="228600" indent="-228600">
              <a:buAutoNum type="arabicPeriod"/>
            </a:pPr>
            <a:r>
              <a:rPr lang="en-US" sz="1200" dirty="0"/>
              <a:t>CMDB</a:t>
            </a:r>
          </a:p>
          <a:p>
            <a:pPr marL="228600" indent="-228600">
              <a:buAutoNum type="arabicPeriod"/>
            </a:pPr>
            <a:r>
              <a:rPr lang="en-US" sz="1200" dirty="0"/>
              <a:t>ITSM (Incident, PRB, CR, KB)</a:t>
            </a:r>
          </a:p>
          <a:p>
            <a:pPr marL="228600" indent="-228600">
              <a:buAutoNum type="arabicPeriod"/>
            </a:pPr>
            <a:r>
              <a:rPr lang="en-US" sz="1200" dirty="0"/>
              <a:t>Attachments</a:t>
            </a:r>
          </a:p>
        </p:txBody>
      </p:sp>
      <p:cxnSp>
        <p:nvCxnSpPr>
          <p:cNvPr id="36" name="Elbow Connector 35">
            <a:extLst>
              <a:ext uri="{FF2B5EF4-FFF2-40B4-BE49-F238E27FC236}">
                <a16:creationId xmlns:a16="http://schemas.microsoft.com/office/drawing/2014/main" id="{4969D3E2-A4F7-8DFB-EDF0-B653AE54D243}"/>
              </a:ext>
            </a:extLst>
          </p:cNvPr>
          <p:cNvCxnSpPr>
            <a:stCxn id="16" idx="1"/>
          </p:cNvCxnSpPr>
          <p:nvPr/>
        </p:nvCxnSpPr>
        <p:spPr>
          <a:xfrm rot="10800000">
            <a:off x="7121770" y="3924582"/>
            <a:ext cx="2732459" cy="1215580"/>
          </a:xfrm>
          <a:prstGeom prst="bentConnector3">
            <a:avLst/>
          </a:prstGeom>
          <a:ln>
            <a:solidFill>
              <a:schemeClr val="tx1"/>
            </a:solidFill>
            <a:tailEnd type="triangle"/>
          </a:ln>
        </p:spPr>
        <p:style>
          <a:lnRef idx="1">
            <a:schemeClr val="accent6"/>
          </a:lnRef>
          <a:fillRef idx="0">
            <a:schemeClr val="accent6"/>
          </a:fillRef>
          <a:effectRef idx="0">
            <a:schemeClr val="accent6"/>
          </a:effectRef>
          <a:fontRef idx="minor">
            <a:schemeClr val="tx1"/>
          </a:fontRef>
        </p:style>
      </p:cxnSp>
      <p:grpSp>
        <p:nvGrpSpPr>
          <p:cNvPr id="41" name="Group 40">
            <a:extLst>
              <a:ext uri="{FF2B5EF4-FFF2-40B4-BE49-F238E27FC236}">
                <a16:creationId xmlns:a16="http://schemas.microsoft.com/office/drawing/2014/main" id="{84821D19-A009-036B-BBE9-A0616A4CACC2}"/>
              </a:ext>
            </a:extLst>
          </p:cNvPr>
          <p:cNvGrpSpPr/>
          <p:nvPr/>
        </p:nvGrpSpPr>
        <p:grpSpPr>
          <a:xfrm>
            <a:off x="9854227" y="1342882"/>
            <a:ext cx="1944065" cy="1613718"/>
            <a:chOff x="9854227" y="505348"/>
            <a:chExt cx="1944065" cy="1613718"/>
          </a:xfrm>
        </p:grpSpPr>
        <p:sp>
          <p:nvSpPr>
            <p:cNvPr id="38" name="Rectangle 37">
              <a:extLst>
                <a:ext uri="{FF2B5EF4-FFF2-40B4-BE49-F238E27FC236}">
                  <a16:creationId xmlns:a16="http://schemas.microsoft.com/office/drawing/2014/main" id="{814AD6D4-4388-D226-567D-C206671D182E}"/>
                </a:ext>
              </a:extLst>
            </p:cNvPr>
            <p:cNvSpPr/>
            <p:nvPr/>
          </p:nvSpPr>
          <p:spPr>
            <a:xfrm>
              <a:off x="9854227" y="505348"/>
              <a:ext cx="1944065" cy="1613718"/>
            </a:xfrm>
            <a:prstGeom prst="rect">
              <a:avLst/>
            </a:prstGeom>
            <a:solidFill>
              <a:schemeClr val="accent4">
                <a:lumMod val="20000"/>
                <a:lumOff val="80000"/>
              </a:schemeClr>
            </a:solidFill>
            <a:effectLst>
              <a:softEdge rad="1524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F3AC17AB-FCB4-4B62-1850-2953F6B32F83}"/>
                </a:ext>
              </a:extLst>
            </p:cNvPr>
            <p:cNvSpPr txBox="1"/>
            <p:nvPr/>
          </p:nvSpPr>
          <p:spPr>
            <a:xfrm>
              <a:off x="10141538" y="965519"/>
              <a:ext cx="1369441" cy="646331"/>
            </a:xfrm>
            <a:prstGeom prst="rect">
              <a:avLst/>
            </a:prstGeom>
            <a:noFill/>
          </p:spPr>
          <p:txBody>
            <a:bodyPr wrap="square" rtlCol="0">
              <a:spAutoFit/>
            </a:bodyPr>
            <a:lstStyle/>
            <a:p>
              <a:pPr algn="ctr"/>
              <a:r>
                <a:rPr lang="en-US" dirty="0"/>
                <a:t>Active Directory</a:t>
              </a:r>
            </a:p>
          </p:txBody>
        </p:sp>
      </p:grpSp>
      <p:cxnSp>
        <p:nvCxnSpPr>
          <p:cNvPr id="42" name="Elbow Connector 41">
            <a:extLst>
              <a:ext uri="{FF2B5EF4-FFF2-40B4-BE49-F238E27FC236}">
                <a16:creationId xmlns:a16="http://schemas.microsoft.com/office/drawing/2014/main" id="{727E93F8-C600-8ACB-65D5-3A011E671412}"/>
              </a:ext>
            </a:extLst>
          </p:cNvPr>
          <p:cNvCxnSpPr>
            <a:cxnSpLocks/>
            <a:stCxn id="38" idx="1"/>
          </p:cNvCxnSpPr>
          <p:nvPr/>
        </p:nvCxnSpPr>
        <p:spPr>
          <a:xfrm rot="10800000" flipV="1">
            <a:off x="7121773" y="2149741"/>
            <a:ext cx="2732455" cy="1162946"/>
          </a:xfrm>
          <a:prstGeom prst="bentConnector3">
            <a:avLst/>
          </a:prstGeom>
          <a:ln>
            <a:solidFill>
              <a:schemeClr val="tx1"/>
            </a:solidFill>
            <a:tailEnd type="triangle"/>
          </a:ln>
        </p:spPr>
        <p:style>
          <a:lnRef idx="1">
            <a:schemeClr val="accent6"/>
          </a:lnRef>
          <a:fillRef idx="0">
            <a:schemeClr val="accent6"/>
          </a:fillRef>
          <a:effectRef idx="0">
            <a:schemeClr val="accent6"/>
          </a:effectRef>
          <a:fontRef idx="minor">
            <a:schemeClr val="tx1"/>
          </a:fontRef>
        </p:style>
      </p:cxnSp>
      <p:sp>
        <p:nvSpPr>
          <p:cNvPr id="45" name="TextBox 44">
            <a:extLst>
              <a:ext uri="{FF2B5EF4-FFF2-40B4-BE49-F238E27FC236}">
                <a16:creationId xmlns:a16="http://schemas.microsoft.com/office/drawing/2014/main" id="{DF33CF5E-5023-6F42-1BE0-395AABF741C8}"/>
              </a:ext>
            </a:extLst>
          </p:cNvPr>
          <p:cNvSpPr txBox="1"/>
          <p:nvPr/>
        </p:nvSpPr>
        <p:spPr>
          <a:xfrm>
            <a:off x="8470911" y="2118980"/>
            <a:ext cx="1944057" cy="1200329"/>
          </a:xfrm>
          <a:prstGeom prst="rect">
            <a:avLst/>
          </a:prstGeom>
          <a:noFill/>
        </p:spPr>
        <p:txBody>
          <a:bodyPr wrap="square" rtlCol="0">
            <a:spAutoFit/>
          </a:bodyPr>
          <a:lstStyle/>
          <a:p>
            <a:r>
              <a:rPr lang="en-US" sz="1200" dirty="0"/>
              <a:t>Foundation data</a:t>
            </a:r>
          </a:p>
          <a:p>
            <a:pPr marL="228600" indent="-228600">
              <a:buAutoNum type="arabicPeriod"/>
            </a:pPr>
            <a:r>
              <a:rPr lang="en-US" sz="1200" dirty="0"/>
              <a:t>User</a:t>
            </a:r>
          </a:p>
          <a:p>
            <a:pPr marL="228600" indent="-228600">
              <a:buAutoNum type="arabicPeriod"/>
            </a:pPr>
            <a:r>
              <a:rPr lang="en-US" sz="1200" dirty="0"/>
              <a:t>Groups</a:t>
            </a:r>
          </a:p>
          <a:p>
            <a:pPr marL="228600" indent="-228600">
              <a:buAutoNum type="arabicPeriod"/>
            </a:pPr>
            <a:r>
              <a:rPr lang="en-US" sz="1200" dirty="0"/>
              <a:t>Departments</a:t>
            </a:r>
          </a:p>
          <a:p>
            <a:pPr marL="228600" indent="-228600">
              <a:buAutoNum type="arabicPeriod"/>
            </a:pPr>
            <a:r>
              <a:rPr lang="en-US" sz="1200" dirty="0"/>
              <a:t>Location</a:t>
            </a:r>
          </a:p>
          <a:p>
            <a:pPr marL="228600" indent="-228600">
              <a:buAutoNum type="arabicPeriod"/>
            </a:pPr>
            <a:r>
              <a:rPr lang="en-US" sz="1200" dirty="0"/>
              <a:t>Business Units</a:t>
            </a:r>
          </a:p>
        </p:txBody>
      </p:sp>
      <p:pic>
        <p:nvPicPr>
          <p:cNvPr id="47" name="Graphic 46" descr="Add with solid fill">
            <a:extLst>
              <a:ext uri="{FF2B5EF4-FFF2-40B4-BE49-F238E27FC236}">
                <a16:creationId xmlns:a16="http://schemas.microsoft.com/office/drawing/2014/main" id="{A276B560-16DC-F3B5-49C2-469D9A77A03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737642" y="4961991"/>
            <a:ext cx="148214" cy="148214"/>
          </a:xfrm>
          <a:prstGeom prst="rect">
            <a:avLst/>
          </a:prstGeom>
        </p:spPr>
      </p:pic>
      <p:sp>
        <p:nvSpPr>
          <p:cNvPr id="48" name="Rectangle 47">
            <a:extLst>
              <a:ext uri="{FF2B5EF4-FFF2-40B4-BE49-F238E27FC236}">
                <a16:creationId xmlns:a16="http://schemas.microsoft.com/office/drawing/2014/main" id="{3EB841A8-5F30-7B82-DD64-AB3B3D06152B}"/>
              </a:ext>
            </a:extLst>
          </p:cNvPr>
          <p:cNvSpPr/>
          <p:nvPr/>
        </p:nvSpPr>
        <p:spPr>
          <a:xfrm>
            <a:off x="5070229" y="1171837"/>
            <a:ext cx="2051538" cy="973016"/>
          </a:xfrm>
          <a:prstGeom prst="rect">
            <a:avLst/>
          </a:prstGeom>
          <a:solidFill>
            <a:srgbClr val="FFC000"/>
          </a:solidFill>
          <a:effectLst>
            <a:softEdge rad="1016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Other 3</a:t>
            </a:r>
            <a:r>
              <a:rPr lang="en-US" baseline="30000" dirty="0"/>
              <a:t>rd</a:t>
            </a:r>
            <a:r>
              <a:rPr lang="en-US" dirty="0"/>
              <a:t> party integrations</a:t>
            </a:r>
          </a:p>
          <a:p>
            <a:pPr algn="ctr"/>
            <a:r>
              <a:rPr lang="en-US" sz="700" i="1" dirty="0"/>
              <a:t>[via Service Bus (as required)]</a:t>
            </a:r>
          </a:p>
        </p:txBody>
      </p:sp>
      <p:cxnSp>
        <p:nvCxnSpPr>
          <p:cNvPr id="55" name="Straight Arrow Connector 54">
            <a:extLst>
              <a:ext uri="{FF2B5EF4-FFF2-40B4-BE49-F238E27FC236}">
                <a16:creationId xmlns:a16="http://schemas.microsoft.com/office/drawing/2014/main" id="{D6C5B8B9-4137-CA8E-0530-9BBD3B08B9B2}"/>
              </a:ext>
            </a:extLst>
          </p:cNvPr>
          <p:cNvCxnSpPr/>
          <p:nvPr/>
        </p:nvCxnSpPr>
        <p:spPr>
          <a:xfrm>
            <a:off x="6015319" y="2144853"/>
            <a:ext cx="0" cy="98979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E1827340-9AA4-71F2-2901-12F589894B66}"/>
              </a:ext>
            </a:extLst>
          </p:cNvPr>
          <p:cNvCxnSpPr>
            <a:cxnSpLocks/>
          </p:cNvCxnSpPr>
          <p:nvPr/>
        </p:nvCxnSpPr>
        <p:spPr>
          <a:xfrm flipV="1">
            <a:off x="6212542" y="2131916"/>
            <a:ext cx="0" cy="98979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98388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animBg="1"/>
      <p:bldP spid="26" grpId="0"/>
      <p:bldP spid="29" grpId="0"/>
      <p:bldP spid="34" grpId="0"/>
      <p:bldP spid="45" grpId="0"/>
      <p:bldP spid="4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a:extLst>
            <a:ext uri="{FF2B5EF4-FFF2-40B4-BE49-F238E27FC236}">
              <a16:creationId xmlns:a16="http://schemas.microsoft.com/office/drawing/2014/main" id="{B2AFA16E-B463-AAD4-DCC9-66DEA9AC2387}"/>
            </a:ext>
          </a:extLst>
        </p:cNvPr>
        <p:cNvGrpSpPr/>
        <p:nvPr/>
      </p:nvGrpSpPr>
      <p:grpSpPr>
        <a:xfrm>
          <a:off x="0" y="0"/>
          <a:ext cx="0" cy="0"/>
          <a:chOff x="0" y="0"/>
          <a:chExt cx="0" cy="0"/>
        </a:xfrm>
      </p:grpSpPr>
      <p:sp>
        <p:nvSpPr>
          <p:cNvPr id="57" name="Freeform: Shape 56">
            <a:extLst>
              <a:ext uri="{FF2B5EF4-FFF2-40B4-BE49-F238E27FC236}">
                <a16:creationId xmlns:a16="http://schemas.microsoft.com/office/drawing/2014/main" id="{06CA9B81-6A20-5C85-26F8-5F90E3815745}"/>
              </a:ext>
            </a:extLst>
          </p:cNvPr>
          <p:cNvSpPr/>
          <p:nvPr/>
        </p:nvSpPr>
        <p:spPr>
          <a:xfrm>
            <a:off x="11793186" y="1"/>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221" name="Freeform: Shape 220">
            <a:extLst>
              <a:ext uri="{FF2B5EF4-FFF2-40B4-BE49-F238E27FC236}">
                <a16:creationId xmlns:a16="http://schemas.microsoft.com/office/drawing/2014/main" id="{5976D148-F3A1-3674-66F7-8F82FAB0A5AD}"/>
              </a:ext>
            </a:extLst>
          </p:cNvPr>
          <p:cNvSpPr/>
          <p:nvPr/>
        </p:nvSpPr>
        <p:spPr>
          <a:xfrm>
            <a:off x="0" y="2170842"/>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830F62A7-E06F-25A2-B929-F1E4D7D67B45}"/>
              </a:ext>
            </a:extLst>
          </p:cNvPr>
          <p:cNvSpPr/>
          <p:nvPr/>
        </p:nvSpPr>
        <p:spPr>
          <a:xfrm>
            <a:off x="-4916" y="3316302"/>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3A711DC5-01D7-BC46-DB17-423405A5B6CA}"/>
              </a:ext>
            </a:extLst>
          </p:cNvPr>
          <p:cNvSpPr/>
          <p:nvPr/>
        </p:nvSpPr>
        <p:spPr>
          <a:xfrm>
            <a:off x="14751" y="4456844"/>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4" name="Title 1">
            <a:extLst>
              <a:ext uri="{FF2B5EF4-FFF2-40B4-BE49-F238E27FC236}">
                <a16:creationId xmlns:a16="http://schemas.microsoft.com/office/drawing/2014/main" id="{07F3B6CB-49B4-3F2F-8C77-EFC6FAD26B00}"/>
              </a:ext>
            </a:extLst>
          </p:cNvPr>
          <p:cNvSpPr txBox="1">
            <a:spLocks/>
          </p:cNvSpPr>
          <p:nvPr/>
        </p:nvSpPr>
        <p:spPr>
          <a:xfrm>
            <a:off x="845675" y="419285"/>
            <a:ext cx="9628361" cy="817234"/>
          </a:xfrm>
          <a:prstGeom prst="rect">
            <a:avLst/>
          </a:prstGeom>
        </p:spPr>
        <p:txBody>
          <a:bodyPr vert="horz" lIns="91440" tIns="45720" rIns="91440" bIns="45720" rtlCol="0" anchor="t" anchorCtr="0">
            <a:noAutofit/>
          </a:bodyPr>
          <a:lstStyle>
            <a:lvl1pPr algn="l" defTabSz="914400" rtl="0" eaLnBrk="1" latinLnBrk="0" hangingPunct="1">
              <a:lnSpc>
                <a:spcPct val="100000"/>
              </a:lnSpc>
              <a:spcBef>
                <a:spcPct val="0"/>
              </a:spcBef>
              <a:buNone/>
              <a:defRPr sz="3200" b="1" kern="1200">
                <a:solidFill>
                  <a:schemeClr val="bg1"/>
                </a:solidFill>
                <a:latin typeface="+mj-lt"/>
                <a:ea typeface="+mj-ea"/>
                <a:cs typeface="+mj-cs"/>
              </a:defRPr>
            </a:lvl1pPr>
          </a:lstStyle>
          <a:p>
            <a:r>
              <a:rPr lang="en-US" sz="4000" dirty="0">
                <a:solidFill>
                  <a:schemeClr val="accent6"/>
                </a:solidFill>
              </a:rPr>
              <a:t>Data Strategies - Strategy</a:t>
            </a:r>
          </a:p>
        </p:txBody>
      </p:sp>
      <p:sp>
        <p:nvSpPr>
          <p:cNvPr id="9" name="Footer Placeholder 8">
            <a:extLst>
              <a:ext uri="{FF2B5EF4-FFF2-40B4-BE49-F238E27FC236}">
                <a16:creationId xmlns:a16="http://schemas.microsoft.com/office/drawing/2014/main" id="{1502677C-B0AE-DD0E-5F9B-AB7F56870C2F}"/>
              </a:ext>
            </a:extLst>
          </p:cNvPr>
          <p:cNvSpPr>
            <a:spLocks noGrp="1"/>
          </p:cNvSpPr>
          <p:nvPr>
            <p:ph type="ftr" sz="quarter" idx="11"/>
          </p:nvPr>
        </p:nvSpPr>
        <p:spPr>
          <a:noFill/>
        </p:spPr>
        <p:txBody>
          <a:bodyPr/>
          <a:lstStyle/>
          <a:p>
            <a:r>
              <a:rPr lang="en-IN" dirty="0"/>
              <a:t>Confidential | @2025 </a:t>
            </a:r>
            <a:r>
              <a:rPr lang="en-IN" dirty="0" err="1"/>
              <a:t>ServiceWow</a:t>
            </a:r>
            <a:r>
              <a:rPr lang="en-IN" dirty="0"/>
              <a:t>. All Rights Reserved</a:t>
            </a:r>
          </a:p>
        </p:txBody>
      </p:sp>
      <p:grpSp>
        <p:nvGrpSpPr>
          <p:cNvPr id="20" name="Grupo 19">
            <a:extLst>
              <a:ext uri="{FF2B5EF4-FFF2-40B4-BE49-F238E27FC236}">
                <a16:creationId xmlns:a16="http://schemas.microsoft.com/office/drawing/2014/main" id="{BCC8182B-1A8E-95D1-90C7-A1384D16F0AA}"/>
              </a:ext>
            </a:extLst>
          </p:cNvPr>
          <p:cNvGrpSpPr/>
          <p:nvPr/>
        </p:nvGrpSpPr>
        <p:grpSpPr>
          <a:xfrm>
            <a:off x="1322586" y="4190059"/>
            <a:ext cx="9368204" cy="1531071"/>
            <a:chOff x="1322586" y="4190059"/>
            <a:chExt cx="9368204" cy="1531071"/>
          </a:xfrm>
        </p:grpSpPr>
        <p:sp>
          <p:nvSpPr>
            <p:cNvPr id="15" name="CuadroTexto 14">
              <a:extLst>
                <a:ext uri="{FF2B5EF4-FFF2-40B4-BE49-F238E27FC236}">
                  <a16:creationId xmlns:a16="http://schemas.microsoft.com/office/drawing/2014/main" id="{C92587CD-FB83-2CCA-25E7-2A6DFF0891A1}"/>
                </a:ext>
              </a:extLst>
            </p:cNvPr>
            <p:cNvSpPr txBox="1"/>
            <p:nvPr/>
          </p:nvSpPr>
          <p:spPr>
            <a:xfrm>
              <a:off x="1878171" y="4434285"/>
              <a:ext cx="8812619" cy="1286845"/>
            </a:xfrm>
            <a:prstGeom prst="rect">
              <a:avLst/>
            </a:prstGeom>
            <a:solidFill>
              <a:srgbClr val="7FB793"/>
            </a:solidFill>
            <a:ln>
              <a:solidFill>
                <a:srgbClr val="7FB793"/>
              </a:solidFill>
            </a:ln>
          </p:spPr>
          <p:style>
            <a:lnRef idx="1">
              <a:schemeClr val="accent3"/>
            </a:lnRef>
            <a:fillRef idx="2">
              <a:schemeClr val="accent3"/>
            </a:fillRef>
            <a:effectRef idx="1">
              <a:schemeClr val="accent3"/>
            </a:effectRef>
            <a:fontRef idx="minor">
              <a:schemeClr val="dk1"/>
            </a:fontRef>
          </p:style>
          <p:txBody>
            <a:bodyPr wrap="square" lIns="360000" tIns="180000" bIns="180000">
              <a:spAutoFit/>
            </a:bodyPr>
            <a:lstStyle>
              <a:defPPr>
                <a:defRPr lang="en-US"/>
              </a:defPPr>
              <a:lvl1pPr>
                <a:defRPr sz="2000" b="0" i="0">
                  <a:solidFill>
                    <a:srgbClr val="000000"/>
                  </a:solidFill>
                  <a:effectLst/>
                  <a:latin typeface="SN Century Gothic"/>
                </a:defRPr>
              </a:lvl1pPr>
            </a:lstStyle>
            <a:p>
              <a:r>
                <a:rPr lang="en-US" dirty="0"/>
                <a:t>Choose automated mechanisms over manual and align import schedules with the latency expectations of dependent processes and expected rate of change in the data.</a:t>
              </a:r>
              <a:endParaRPr lang="es-ES" dirty="0"/>
            </a:p>
          </p:txBody>
        </p:sp>
        <p:sp>
          <p:nvSpPr>
            <p:cNvPr id="11" name="Elipse 10">
              <a:extLst>
                <a:ext uri="{FF2B5EF4-FFF2-40B4-BE49-F238E27FC236}">
                  <a16:creationId xmlns:a16="http://schemas.microsoft.com/office/drawing/2014/main" id="{807DD902-0DC1-4527-B173-F9EE7DCE9773}"/>
                </a:ext>
              </a:extLst>
            </p:cNvPr>
            <p:cNvSpPr/>
            <p:nvPr/>
          </p:nvSpPr>
          <p:spPr>
            <a:xfrm>
              <a:off x="1322586" y="4190059"/>
              <a:ext cx="775504" cy="81723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3</a:t>
              </a:r>
            </a:p>
          </p:txBody>
        </p:sp>
      </p:grpSp>
      <p:grpSp>
        <p:nvGrpSpPr>
          <p:cNvPr id="19" name="Grupo 18">
            <a:extLst>
              <a:ext uri="{FF2B5EF4-FFF2-40B4-BE49-F238E27FC236}">
                <a16:creationId xmlns:a16="http://schemas.microsoft.com/office/drawing/2014/main" id="{1AED0759-EE2F-00BB-D778-E118BC87197F}"/>
              </a:ext>
            </a:extLst>
          </p:cNvPr>
          <p:cNvGrpSpPr/>
          <p:nvPr/>
        </p:nvGrpSpPr>
        <p:grpSpPr>
          <a:xfrm>
            <a:off x="1322586" y="2701533"/>
            <a:ext cx="9393604" cy="1079909"/>
            <a:chOff x="1322586" y="2701533"/>
            <a:chExt cx="9393604" cy="1079909"/>
          </a:xfrm>
        </p:grpSpPr>
        <p:sp>
          <p:nvSpPr>
            <p:cNvPr id="13" name="CuadroTexto 12">
              <a:extLst>
                <a:ext uri="{FF2B5EF4-FFF2-40B4-BE49-F238E27FC236}">
                  <a16:creationId xmlns:a16="http://schemas.microsoft.com/office/drawing/2014/main" id="{4FFD030D-0E61-7F49-54B8-E4C2AA5EC7D7}"/>
                </a:ext>
              </a:extLst>
            </p:cNvPr>
            <p:cNvSpPr txBox="1"/>
            <p:nvPr/>
          </p:nvSpPr>
          <p:spPr>
            <a:xfrm>
              <a:off x="1903572" y="3110150"/>
              <a:ext cx="8812618" cy="671292"/>
            </a:xfrm>
            <a:prstGeom prst="rect">
              <a:avLst/>
            </a:prstGeom>
            <a:solidFill>
              <a:srgbClr val="7FB793"/>
            </a:solidFill>
            <a:ln>
              <a:solidFill>
                <a:srgbClr val="7FB793"/>
              </a:solidFill>
            </a:ln>
          </p:spPr>
          <p:style>
            <a:lnRef idx="1">
              <a:schemeClr val="accent3"/>
            </a:lnRef>
            <a:fillRef idx="2">
              <a:schemeClr val="accent3"/>
            </a:fillRef>
            <a:effectRef idx="1">
              <a:schemeClr val="accent3"/>
            </a:effectRef>
            <a:fontRef idx="minor">
              <a:schemeClr val="dk1"/>
            </a:fontRef>
          </p:style>
          <p:txBody>
            <a:bodyPr wrap="square" lIns="360000" tIns="180000" bIns="180000">
              <a:spAutoFit/>
            </a:bodyPr>
            <a:lstStyle>
              <a:defPPr>
                <a:defRPr lang="en-US"/>
              </a:defPPr>
              <a:lvl1pPr>
                <a:defRPr sz="2000" b="0" i="0">
                  <a:solidFill>
                    <a:srgbClr val="000000"/>
                  </a:solidFill>
                  <a:effectLst/>
                  <a:latin typeface="SN Century Gothic"/>
                </a:defRPr>
              </a:lvl1pPr>
            </a:lstStyle>
            <a:p>
              <a:r>
                <a:rPr lang="en-US" dirty="0"/>
                <a:t>Import data from authoritative systems of record for each data element.</a:t>
              </a:r>
              <a:endParaRPr lang="es-ES" dirty="0"/>
            </a:p>
          </p:txBody>
        </p:sp>
        <p:sp>
          <p:nvSpPr>
            <p:cNvPr id="12" name="Elipse 11">
              <a:extLst>
                <a:ext uri="{FF2B5EF4-FFF2-40B4-BE49-F238E27FC236}">
                  <a16:creationId xmlns:a16="http://schemas.microsoft.com/office/drawing/2014/main" id="{1BA049F3-2B46-9A1F-9A4A-F91F1D4BD216}"/>
                </a:ext>
              </a:extLst>
            </p:cNvPr>
            <p:cNvSpPr/>
            <p:nvPr/>
          </p:nvSpPr>
          <p:spPr>
            <a:xfrm>
              <a:off x="1322586" y="2701533"/>
              <a:ext cx="775504" cy="81723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800" b="1" dirty="0"/>
                <a:t>2</a:t>
              </a:r>
            </a:p>
          </p:txBody>
        </p:sp>
      </p:grpSp>
      <p:grpSp>
        <p:nvGrpSpPr>
          <p:cNvPr id="18" name="Grupo 17">
            <a:extLst>
              <a:ext uri="{FF2B5EF4-FFF2-40B4-BE49-F238E27FC236}">
                <a16:creationId xmlns:a16="http://schemas.microsoft.com/office/drawing/2014/main" id="{6C8C915D-70D8-A110-B933-38EE078B8147}"/>
              </a:ext>
            </a:extLst>
          </p:cNvPr>
          <p:cNvGrpSpPr/>
          <p:nvPr/>
        </p:nvGrpSpPr>
        <p:grpSpPr>
          <a:xfrm>
            <a:off x="1322586" y="1311068"/>
            <a:ext cx="9419005" cy="1209320"/>
            <a:chOff x="1322586" y="1311068"/>
            <a:chExt cx="9419005" cy="1209320"/>
          </a:xfrm>
        </p:grpSpPr>
        <p:sp>
          <p:nvSpPr>
            <p:cNvPr id="7" name="CuadroTexto 6">
              <a:extLst>
                <a:ext uri="{FF2B5EF4-FFF2-40B4-BE49-F238E27FC236}">
                  <a16:creationId xmlns:a16="http://schemas.microsoft.com/office/drawing/2014/main" id="{258CC967-1B69-DE9F-5D3A-435628025ABC}"/>
                </a:ext>
              </a:extLst>
            </p:cNvPr>
            <p:cNvSpPr txBox="1"/>
            <p:nvPr/>
          </p:nvSpPr>
          <p:spPr>
            <a:xfrm>
              <a:off x="1878171" y="1541319"/>
              <a:ext cx="8863420" cy="979069"/>
            </a:xfrm>
            <a:prstGeom prst="rect">
              <a:avLst/>
            </a:prstGeom>
            <a:solidFill>
              <a:srgbClr val="7FB793"/>
            </a:solidFill>
            <a:ln>
              <a:solidFill>
                <a:srgbClr val="7FB793"/>
              </a:solidFill>
            </a:ln>
          </p:spPr>
          <p:style>
            <a:lnRef idx="1">
              <a:schemeClr val="accent3"/>
            </a:lnRef>
            <a:fillRef idx="2">
              <a:schemeClr val="accent3"/>
            </a:fillRef>
            <a:effectRef idx="1">
              <a:schemeClr val="accent3"/>
            </a:effectRef>
            <a:fontRef idx="minor">
              <a:schemeClr val="dk1"/>
            </a:fontRef>
          </p:style>
          <p:txBody>
            <a:bodyPr wrap="square" lIns="360000" tIns="180000" bIns="180000">
              <a:spAutoFit/>
            </a:bodyPr>
            <a:lstStyle/>
            <a:p>
              <a:r>
                <a:rPr lang="en-US" sz="2000" b="0" i="0" dirty="0">
                  <a:solidFill>
                    <a:srgbClr val="000000"/>
                  </a:solidFill>
                  <a:effectLst/>
                  <a:latin typeface="SN Century Gothic"/>
                </a:rPr>
                <a:t>Only import data that is needed to support the processes or applications running on ServiceNow.</a:t>
              </a:r>
              <a:endParaRPr lang="es-ES" sz="2000" dirty="0"/>
            </a:p>
          </p:txBody>
        </p:sp>
        <p:sp>
          <p:nvSpPr>
            <p:cNvPr id="14" name="Elipse 13">
              <a:extLst>
                <a:ext uri="{FF2B5EF4-FFF2-40B4-BE49-F238E27FC236}">
                  <a16:creationId xmlns:a16="http://schemas.microsoft.com/office/drawing/2014/main" id="{39FDAC6A-565D-2ED8-DAA9-A8523D25C558}"/>
                </a:ext>
              </a:extLst>
            </p:cNvPr>
            <p:cNvSpPr/>
            <p:nvPr/>
          </p:nvSpPr>
          <p:spPr>
            <a:xfrm>
              <a:off x="1322586" y="1311068"/>
              <a:ext cx="775504" cy="81723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800" b="1" dirty="0"/>
                <a:t>1</a:t>
              </a:r>
            </a:p>
          </p:txBody>
        </p:sp>
      </p:grpSp>
    </p:spTree>
    <p:extLst>
      <p:ext uri="{BB962C8B-B14F-4D97-AF65-F5344CB8AC3E}">
        <p14:creationId xmlns:p14="http://schemas.microsoft.com/office/powerpoint/2010/main" val="34711394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a:extLst>
            <a:ext uri="{FF2B5EF4-FFF2-40B4-BE49-F238E27FC236}">
              <a16:creationId xmlns:a16="http://schemas.microsoft.com/office/drawing/2014/main" id="{A4463B46-5178-7D9F-D147-F561FCACC93E}"/>
            </a:ext>
          </a:extLst>
        </p:cNvPr>
        <p:cNvGrpSpPr/>
        <p:nvPr/>
      </p:nvGrpSpPr>
      <p:grpSpPr>
        <a:xfrm>
          <a:off x="0" y="0"/>
          <a:ext cx="0" cy="0"/>
          <a:chOff x="0" y="0"/>
          <a:chExt cx="0" cy="0"/>
        </a:xfrm>
      </p:grpSpPr>
      <p:sp>
        <p:nvSpPr>
          <p:cNvPr id="57" name="Freeform: Shape 56">
            <a:extLst>
              <a:ext uri="{FF2B5EF4-FFF2-40B4-BE49-F238E27FC236}">
                <a16:creationId xmlns:a16="http://schemas.microsoft.com/office/drawing/2014/main" id="{28AE0373-EE86-D58E-262B-99C903FFCD76}"/>
              </a:ext>
            </a:extLst>
          </p:cNvPr>
          <p:cNvSpPr/>
          <p:nvPr/>
        </p:nvSpPr>
        <p:spPr>
          <a:xfrm>
            <a:off x="11793186" y="1"/>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221" name="Freeform: Shape 220">
            <a:extLst>
              <a:ext uri="{FF2B5EF4-FFF2-40B4-BE49-F238E27FC236}">
                <a16:creationId xmlns:a16="http://schemas.microsoft.com/office/drawing/2014/main" id="{862B953C-E48B-C9F9-F0E8-02D738EB8A1D}"/>
              </a:ext>
            </a:extLst>
          </p:cNvPr>
          <p:cNvSpPr/>
          <p:nvPr/>
        </p:nvSpPr>
        <p:spPr>
          <a:xfrm>
            <a:off x="0" y="2170842"/>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94D2761B-10E2-0AAA-2286-E0B6081E5D45}"/>
              </a:ext>
            </a:extLst>
          </p:cNvPr>
          <p:cNvSpPr/>
          <p:nvPr/>
        </p:nvSpPr>
        <p:spPr>
          <a:xfrm>
            <a:off x="-4916" y="3316302"/>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EA22BEAB-6E49-415C-196E-54A6A33DA6E2}"/>
              </a:ext>
            </a:extLst>
          </p:cNvPr>
          <p:cNvSpPr/>
          <p:nvPr/>
        </p:nvSpPr>
        <p:spPr>
          <a:xfrm>
            <a:off x="14751" y="4456844"/>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4" name="Title 1">
            <a:extLst>
              <a:ext uri="{FF2B5EF4-FFF2-40B4-BE49-F238E27FC236}">
                <a16:creationId xmlns:a16="http://schemas.microsoft.com/office/drawing/2014/main" id="{9F00DEC9-B12A-918B-3433-5DE82635553F}"/>
              </a:ext>
            </a:extLst>
          </p:cNvPr>
          <p:cNvSpPr txBox="1">
            <a:spLocks/>
          </p:cNvSpPr>
          <p:nvPr/>
        </p:nvSpPr>
        <p:spPr>
          <a:xfrm>
            <a:off x="845675" y="419285"/>
            <a:ext cx="9628361" cy="817234"/>
          </a:xfrm>
          <a:prstGeom prst="rect">
            <a:avLst/>
          </a:prstGeom>
        </p:spPr>
        <p:txBody>
          <a:bodyPr vert="horz" lIns="91440" tIns="45720" rIns="91440" bIns="45720" rtlCol="0" anchor="t" anchorCtr="0">
            <a:noAutofit/>
          </a:bodyPr>
          <a:lstStyle>
            <a:lvl1pPr algn="l" defTabSz="914400" rtl="0" eaLnBrk="1" latinLnBrk="0" hangingPunct="1">
              <a:lnSpc>
                <a:spcPct val="100000"/>
              </a:lnSpc>
              <a:spcBef>
                <a:spcPct val="0"/>
              </a:spcBef>
              <a:buNone/>
              <a:defRPr sz="3200" b="1" kern="1200">
                <a:solidFill>
                  <a:schemeClr val="bg1"/>
                </a:solidFill>
                <a:latin typeface="+mj-lt"/>
                <a:ea typeface="+mj-ea"/>
                <a:cs typeface="+mj-cs"/>
              </a:defRPr>
            </a:lvl1pPr>
          </a:lstStyle>
          <a:p>
            <a:r>
              <a:rPr lang="en-US" sz="4000" dirty="0">
                <a:solidFill>
                  <a:schemeClr val="accent6"/>
                </a:solidFill>
              </a:rPr>
              <a:t>Data Strategies – Data Security</a:t>
            </a:r>
          </a:p>
        </p:txBody>
      </p:sp>
      <p:sp>
        <p:nvSpPr>
          <p:cNvPr id="9" name="Footer Placeholder 8">
            <a:extLst>
              <a:ext uri="{FF2B5EF4-FFF2-40B4-BE49-F238E27FC236}">
                <a16:creationId xmlns:a16="http://schemas.microsoft.com/office/drawing/2014/main" id="{4968CF0E-3417-BB65-DAB9-11AD0811DF9F}"/>
              </a:ext>
            </a:extLst>
          </p:cNvPr>
          <p:cNvSpPr>
            <a:spLocks noGrp="1"/>
          </p:cNvSpPr>
          <p:nvPr>
            <p:ph type="ftr" sz="quarter" idx="11"/>
          </p:nvPr>
        </p:nvSpPr>
        <p:spPr>
          <a:noFill/>
        </p:spPr>
        <p:txBody>
          <a:bodyPr/>
          <a:lstStyle/>
          <a:p>
            <a:r>
              <a:rPr lang="en-IN" dirty="0"/>
              <a:t>Confidential | @2025 </a:t>
            </a:r>
            <a:r>
              <a:rPr lang="en-IN" dirty="0" err="1"/>
              <a:t>ServiceWow</a:t>
            </a:r>
            <a:r>
              <a:rPr lang="en-IN" dirty="0"/>
              <a:t>. All Rights Reserved</a:t>
            </a:r>
          </a:p>
        </p:txBody>
      </p:sp>
      <p:pic>
        <p:nvPicPr>
          <p:cNvPr id="3" name="Imagen 2">
            <a:extLst>
              <a:ext uri="{FF2B5EF4-FFF2-40B4-BE49-F238E27FC236}">
                <a16:creationId xmlns:a16="http://schemas.microsoft.com/office/drawing/2014/main" id="{EEAE39F5-2B87-1CA3-0E31-5AB36F608A5D}"/>
              </a:ext>
            </a:extLst>
          </p:cNvPr>
          <p:cNvPicPr>
            <a:picLocks noChangeAspect="1"/>
          </p:cNvPicPr>
          <p:nvPr/>
        </p:nvPicPr>
        <p:blipFill>
          <a:blip r:embed="rId4"/>
          <a:stretch>
            <a:fillRect/>
          </a:stretch>
        </p:blipFill>
        <p:spPr>
          <a:xfrm>
            <a:off x="830157" y="1508369"/>
            <a:ext cx="1775614" cy="1531753"/>
          </a:xfrm>
          <a:prstGeom prst="rect">
            <a:avLst/>
          </a:prstGeom>
        </p:spPr>
      </p:pic>
      <p:sp>
        <p:nvSpPr>
          <p:cNvPr id="6" name="CuadroTexto 5">
            <a:extLst>
              <a:ext uri="{FF2B5EF4-FFF2-40B4-BE49-F238E27FC236}">
                <a16:creationId xmlns:a16="http://schemas.microsoft.com/office/drawing/2014/main" id="{4A7AF422-EF08-8FDC-54C1-954CBC289AF0}"/>
              </a:ext>
            </a:extLst>
          </p:cNvPr>
          <p:cNvSpPr txBox="1"/>
          <p:nvPr/>
        </p:nvSpPr>
        <p:spPr>
          <a:xfrm>
            <a:off x="3651949" y="2393820"/>
            <a:ext cx="7303910" cy="671292"/>
          </a:xfrm>
          <a:prstGeom prst="rect">
            <a:avLst/>
          </a:prstGeom>
          <a:solidFill>
            <a:srgbClr val="7FB793"/>
          </a:solidFill>
          <a:ln>
            <a:solidFill>
              <a:srgbClr val="7FB793"/>
            </a:solidFill>
          </a:ln>
        </p:spPr>
        <p:style>
          <a:lnRef idx="1">
            <a:schemeClr val="accent3"/>
          </a:lnRef>
          <a:fillRef idx="2">
            <a:schemeClr val="accent3"/>
          </a:fillRef>
          <a:effectRef idx="1">
            <a:schemeClr val="accent3"/>
          </a:effectRef>
          <a:fontRef idx="minor">
            <a:schemeClr val="dk1"/>
          </a:fontRef>
        </p:style>
        <p:txBody>
          <a:bodyPr wrap="square" lIns="360000" tIns="180000" rIns="180000" bIns="180000">
            <a:spAutoFit/>
          </a:bodyPr>
          <a:lstStyle>
            <a:defPPr>
              <a:defRPr lang="en-US"/>
            </a:defPPr>
            <a:lvl1pPr>
              <a:defRPr sz="2000">
                <a:solidFill>
                  <a:srgbClr val="000000"/>
                </a:solidFill>
                <a:latin typeface="SN Century Gothic"/>
              </a:defRPr>
            </a:lvl1pPr>
          </a:lstStyle>
          <a:p>
            <a:r>
              <a:rPr lang="en-US" dirty="0"/>
              <a:t>Data Access Control</a:t>
            </a:r>
            <a:endParaRPr lang="es-ES" dirty="0"/>
          </a:p>
        </p:txBody>
      </p:sp>
      <p:sp>
        <p:nvSpPr>
          <p:cNvPr id="10" name="CuadroTexto 9">
            <a:extLst>
              <a:ext uri="{FF2B5EF4-FFF2-40B4-BE49-F238E27FC236}">
                <a16:creationId xmlns:a16="http://schemas.microsoft.com/office/drawing/2014/main" id="{3F1D53CF-F199-00DE-1356-DD3FA7EE9D25}"/>
              </a:ext>
            </a:extLst>
          </p:cNvPr>
          <p:cNvSpPr txBox="1"/>
          <p:nvPr/>
        </p:nvSpPr>
        <p:spPr>
          <a:xfrm>
            <a:off x="3651949" y="3272649"/>
            <a:ext cx="7303911" cy="671292"/>
          </a:xfrm>
          <a:prstGeom prst="rect">
            <a:avLst/>
          </a:prstGeom>
          <a:solidFill>
            <a:srgbClr val="7FB793"/>
          </a:solidFill>
          <a:ln>
            <a:solidFill>
              <a:srgbClr val="7FB793"/>
            </a:solidFill>
          </a:ln>
        </p:spPr>
        <p:style>
          <a:lnRef idx="1">
            <a:schemeClr val="accent3"/>
          </a:lnRef>
          <a:fillRef idx="2">
            <a:schemeClr val="accent3"/>
          </a:fillRef>
          <a:effectRef idx="1">
            <a:schemeClr val="accent3"/>
          </a:effectRef>
          <a:fontRef idx="minor">
            <a:schemeClr val="dk1"/>
          </a:fontRef>
        </p:style>
        <p:txBody>
          <a:bodyPr wrap="square" lIns="360000" tIns="180000" rIns="180000" bIns="180000">
            <a:spAutoFit/>
          </a:bodyPr>
          <a:lstStyle>
            <a:defPPr>
              <a:defRPr lang="en-US"/>
            </a:defPPr>
            <a:lvl1pPr>
              <a:defRPr sz="2000">
                <a:solidFill>
                  <a:srgbClr val="000000"/>
                </a:solidFill>
                <a:latin typeface="SN Century Gothic"/>
              </a:defRPr>
            </a:lvl1pPr>
          </a:lstStyle>
          <a:p>
            <a:r>
              <a:rPr lang="en-US" dirty="0"/>
              <a:t>Security personal data.</a:t>
            </a:r>
            <a:endParaRPr lang="es-ES" dirty="0"/>
          </a:p>
        </p:txBody>
      </p:sp>
      <p:sp>
        <p:nvSpPr>
          <p:cNvPr id="11" name="CuadroTexto 10">
            <a:extLst>
              <a:ext uri="{FF2B5EF4-FFF2-40B4-BE49-F238E27FC236}">
                <a16:creationId xmlns:a16="http://schemas.microsoft.com/office/drawing/2014/main" id="{3EA0240F-A125-88DF-9160-50287BC6923C}"/>
              </a:ext>
            </a:extLst>
          </p:cNvPr>
          <p:cNvSpPr txBox="1"/>
          <p:nvPr/>
        </p:nvSpPr>
        <p:spPr>
          <a:xfrm>
            <a:off x="3651950" y="4148928"/>
            <a:ext cx="7303911" cy="671292"/>
          </a:xfrm>
          <a:prstGeom prst="rect">
            <a:avLst/>
          </a:prstGeom>
          <a:solidFill>
            <a:srgbClr val="7FB793"/>
          </a:solidFill>
          <a:ln>
            <a:solidFill>
              <a:srgbClr val="7FB793"/>
            </a:solidFill>
          </a:ln>
        </p:spPr>
        <p:style>
          <a:lnRef idx="1">
            <a:schemeClr val="accent3"/>
          </a:lnRef>
          <a:fillRef idx="2">
            <a:schemeClr val="accent3"/>
          </a:fillRef>
          <a:effectRef idx="1">
            <a:schemeClr val="accent3"/>
          </a:effectRef>
          <a:fontRef idx="minor">
            <a:schemeClr val="dk1"/>
          </a:fontRef>
        </p:style>
        <p:txBody>
          <a:bodyPr wrap="square" lIns="360000" tIns="180000" rIns="180000" bIns="180000">
            <a:spAutoFit/>
          </a:bodyPr>
          <a:lstStyle>
            <a:defPPr>
              <a:defRPr lang="en-US"/>
            </a:defPPr>
            <a:lvl1pPr>
              <a:defRPr sz="2000">
                <a:solidFill>
                  <a:srgbClr val="000000"/>
                </a:solidFill>
                <a:latin typeface="SN Century Gothic"/>
              </a:defRPr>
            </a:lvl1pPr>
          </a:lstStyle>
          <a:p>
            <a:r>
              <a:rPr lang="en-US" dirty="0"/>
              <a:t>Securing asset data</a:t>
            </a:r>
            <a:endParaRPr lang="es-ES" dirty="0"/>
          </a:p>
        </p:txBody>
      </p:sp>
      <p:sp>
        <p:nvSpPr>
          <p:cNvPr id="12" name="CuadroTexto 11">
            <a:extLst>
              <a:ext uri="{FF2B5EF4-FFF2-40B4-BE49-F238E27FC236}">
                <a16:creationId xmlns:a16="http://schemas.microsoft.com/office/drawing/2014/main" id="{6E9C7671-EBCE-F3E2-0913-41F1F5E23373}"/>
              </a:ext>
            </a:extLst>
          </p:cNvPr>
          <p:cNvSpPr txBox="1"/>
          <p:nvPr/>
        </p:nvSpPr>
        <p:spPr>
          <a:xfrm>
            <a:off x="3651952" y="5030308"/>
            <a:ext cx="7303911" cy="671292"/>
          </a:xfrm>
          <a:prstGeom prst="rect">
            <a:avLst/>
          </a:prstGeom>
          <a:solidFill>
            <a:srgbClr val="7FB793"/>
          </a:solidFill>
          <a:ln>
            <a:solidFill>
              <a:srgbClr val="7FB793"/>
            </a:solidFill>
          </a:ln>
        </p:spPr>
        <p:style>
          <a:lnRef idx="1">
            <a:schemeClr val="accent3"/>
          </a:lnRef>
          <a:fillRef idx="2">
            <a:schemeClr val="accent3"/>
          </a:fillRef>
          <a:effectRef idx="1">
            <a:schemeClr val="accent3"/>
          </a:effectRef>
          <a:fontRef idx="minor">
            <a:schemeClr val="dk1"/>
          </a:fontRef>
        </p:style>
        <p:txBody>
          <a:bodyPr wrap="square" lIns="360000" tIns="180000" rIns="180000" bIns="180000">
            <a:spAutoFit/>
          </a:bodyPr>
          <a:lstStyle>
            <a:defPPr>
              <a:defRPr lang="en-US"/>
            </a:defPPr>
            <a:lvl1pPr>
              <a:defRPr sz="2000">
                <a:solidFill>
                  <a:srgbClr val="000000"/>
                </a:solidFill>
                <a:latin typeface="SN Century Gothic"/>
              </a:defRPr>
            </a:lvl1pPr>
          </a:lstStyle>
          <a:p>
            <a:r>
              <a:rPr lang="en-US" dirty="0"/>
              <a:t>Product-specific data security considerations</a:t>
            </a:r>
            <a:endParaRPr lang="es-ES" dirty="0"/>
          </a:p>
        </p:txBody>
      </p:sp>
      <p:sp>
        <p:nvSpPr>
          <p:cNvPr id="14" name="CuadroTexto 13">
            <a:extLst>
              <a:ext uri="{FF2B5EF4-FFF2-40B4-BE49-F238E27FC236}">
                <a16:creationId xmlns:a16="http://schemas.microsoft.com/office/drawing/2014/main" id="{014FAAB7-2145-A27D-BCC4-0AED454FD0DA}"/>
              </a:ext>
            </a:extLst>
          </p:cNvPr>
          <p:cNvSpPr txBox="1"/>
          <p:nvPr/>
        </p:nvSpPr>
        <p:spPr>
          <a:xfrm>
            <a:off x="3651949" y="1512440"/>
            <a:ext cx="7303911" cy="671292"/>
          </a:xfrm>
          <a:prstGeom prst="rect">
            <a:avLst/>
          </a:prstGeom>
          <a:solidFill>
            <a:srgbClr val="7FB793"/>
          </a:solidFill>
          <a:ln>
            <a:solidFill>
              <a:srgbClr val="7FB793"/>
            </a:solidFill>
          </a:ln>
        </p:spPr>
        <p:style>
          <a:lnRef idx="1">
            <a:schemeClr val="accent3"/>
          </a:lnRef>
          <a:fillRef idx="2">
            <a:schemeClr val="accent3"/>
          </a:fillRef>
          <a:effectRef idx="1">
            <a:schemeClr val="accent3"/>
          </a:effectRef>
          <a:fontRef idx="minor">
            <a:schemeClr val="dk1"/>
          </a:fontRef>
        </p:style>
        <p:txBody>
          <a:bodyPr wrap="square" lIns="360000" tIns="180000" rIns="180000" bIns="180000">
            <a:spAutoFit/>
          </a:bodyPr>
          <a:lstStyle>
            <a:defPPr>
              <a:defRPr lang="en-US"/>
            </a:defPPr>
            <a:lvl1pPr>
              <a:defRPr sz="2000">
                <a:solidFill>
                  <a:srgbClr val="000000"/>
                </a:solidFill>
                <a:latin typeface="SN Century Gothic"/>
              </a:defRPr>
            </a:lvl1pPr>
          </a:lstStyle>
          <a:p>
            <a:r>
              <a:rPr lang="en-US" dirty="0"/>
              <a:t>Encryption</a:t>
            </a:r>
            <a:endParaRPr lang="es-ES" dirty="0"/>
          </a:p>
        </p:txBody>
      </p:sp>
    </p:spTree>
    <p:extLst>
      <p:ext uri="{BB962C8B-B14F-4D97-AF65-F5344CB8AC3E}">
        <p14:creationId xmlns:p14="http://schemas.microsoft.com/office/powerpoint/2010/main" val="14177971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a:extLst>
            <a:ext uri="{FF2B5EF4-FFF2-40B4-BE49-F238E27FC236}">
              <a16:creationId xmlns:a16="http://schemas.microsoft.com/office/drawing/2014/main" id="{5541765A-FBF1-66F9-0430-0CC173ED493C}"/>
            </a:ext>
          </a:extLst>
        </p:cNvPr>
        <p:cNvGrpSpPr/>
        <p:nvPr/>
      </p:nvGrpSpPr>
      <p:grpSpPr>
        <a:xfrm>
          <a:off x="0" y="0"/>
          <a:ext cx="0" cy="0"/>
          <a:chOff x="0" y="0"/>
          <a:chExt cx="0" cy="0"/>
        </a:xfrm>
      </p:grpSpPr>
      <p:sp>
        <p:nvSpPr>
          <p:cNvPr id="57" name="Freeform: Shape 56">
            <a:extLst>
              <a:ext uri="{FF2B5EF4-FFF2-40B4-BE49-F238E27FC236}">
                <a16:creationId xmlns:a16="http://schemas.microsoft.com/office/drawing/2014/main" id="{418ACBD3-09D6-4784-570B-05A914BC9F4E}"/>
              </a:ext>
            </a:extLst>
          </p:cNvPr>
          <p:cNvSpPr/>
          <p:nvPr/>
        </p:nvSpPr>
        <p:spPr>
          <a:xfrm>
            <a:off x="11793186" y="1"/>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221" name="Freeform: Shape 220">
            <a:extLst>
              <a:ext uri="{FF2B5EF4-FFF2-40B4-BE49-F238E27FC236}">
                <a16:creationId xmlns:a16="http://schemas.microsoft.com/office/drawing/2014/main" id="{95F3987F-70D4-9A0D-6CAC-5D7D6CDBE023}"/>
              </a:ext>
            </a:extLst>
          </p:cNvPr>
          <p:cNvSpPr/>
          <p:nvPr/>
        </p:nvSpPr>
        <p:spPr>
          <a:xfrm>
            <a:off x="0" y="2170842"/>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10E409DE-A46D-6715-3B8F-467153B35F84}"/>
              </a:ext>
            </a:extLst>
          </p:cNvPr>
          <p:cNvSpPr/>
          <p:nvPr/>
        </p:nvSpPr>
        <p:spPr>
          <a:xfrm>
            <a:off x="-4916" y="3316302"/>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584B3A98-DF12-CA39-1667-4252171A1575}"/>
              </a:ext>
            </a:extLst>
          </p:cNvPr>
          <p:cNvSpPr/>
          <p:nvPr/>
        </p:nvSpPr>
        <p:spPr>
          <a:xfrm>
            <a:off x="14751" y="4456844"/>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4" name="Title 1">
            <a:extLst>
              <a:ext uri="{FF2B5EF4-FFF2-40B4-BE49-F238E27FC236}">
                <a16:creationId xmlns:a16="http://schemas.microsoft.com/office/drawing/2014/main" id="{047CD260-592E-5190-0355-9E473F779FB1}"/>
              </a:ext>
            </a:extLst>
          </p:cNvPr>
          <p:cNvSpPr txBox="1">
            <a:spLocks/>
          </p:cNvSpPr>
          <p:nvPr/>
        </p:nvSpPr>
        <p:spPr>
          <a:xfrm>
            <a:off x="845675" y="419285"/>
            <a:ext cx="9628361" cy="817234"/>
          </a:xfrm>
          <a:prstGeom prst="rect">
            <a:avLst/>
          </a:prstGeom>
        </p:spPr>
        <p:txBody>
          <a:bodyPr vert="horz" lIns="91440" tIns="45720" rIns="91440" bIns="45720" rtlCol="0" anchor="t" anchorCtr="0">
            <a:noAutofit/>
          </a:bodyPr>
          <a:lstStyle>
            <a:lvl1pPr algn="l" defTabSz="914400" rtl="0" eaLnBrk="1" latinLnBrk="0" hangingPunct="1">
              <a:lnSpc>
                <a:spcPct val="100000"/>
              </a:lnSpc>
              <a:spcBef>
                <a:spcPct val="0"/>
              </a:spcBef>
              <a:buNone/>
              <a:defRPr sz="3200" b="1" kern="1200">
                <a:solidFill>
                  <a:schemeClr val="bg1"/>
                </a:solidFill>
                <a:latin typeface="+mj-lt"/>
                <a:ea typeface="+mj-ea"/>
                <a:cs typeface="+mj-cs"/>
              </a:defRPr>
            </a:lvl1pPr>
          </a:lstStyle>
          <a:p>
            <a:r>
              <a:rPr lang="en-US" sz="4000" dirty="0">
                <a:solidFill>
                  <a:schemeClr val="accent6"/>
                </a:solidFill>
              </a:rPr>
              <a:t>Data Strategies – ServiceNow Data Privacy</a:t>
            </a:r>
          </a:p>
        </p:txBody>
      </p:sp>
      <p:sp>
        <p:nvSpPr>
          <p:cNvPr id="9" name="Footer Placeholder 8">
            <a:extLst>
              <a:ext uri="{FF2B5EF4-FFF2-40B4-BE49-F238E27FC236}">
                <a16:creationId xmlns:a16="http://schemas.microsoft.com/office/drawing/2014/main" id="{2EAD7044-B7AD-8D98-43BF-03D05C4F1686}"/>
              </a:ext>
            </a:extLst>
          </p:cNvPr>
          <p:cNvSpPr>
            <a:spLocks noGrp="1"/>
          </p:cNvSpPr>
          <p:nvPr>
            <p:ph type="ftr" sz="quarter" idx="11"/>
          </p:nvPr>
        </p:nvSpPr>
        <p:spPr>
          <a:noFill/>
        </p:spPr>
        <p:txBody>
          <a:bodyPr/>
          <a:lstStyle/>
          <a:p>
            <a:r>
              <a:rPr lang="en-IN" dirty="0"/>
              <a:t>Confidential | @2025 </a:t>
            </a:r>
            <a:r>
              <a:rPr lang="en-IN" dirty="0" err="1"/>
              <a:t>ServiceWow</a:t>
            </a:r>
            <a:r>
              <a:rPr lang="en-IN" dirty="0"/>
              <a:t>. All Rights Reserved</a:t>
            </a:r>
          </a:p>
        </p:txBody>
      </p:sp>
      <p:sp>
        <p:nvSpPr>
          <p:cNvPr id="7" name="CuadroTexto 6">
            <a:extLst>
              <a:ext uri="{FF2B5EF4-FFF2-40B4-BE49-F238E27FC236}">
                <a16:creationId xmlns:a16="http://schemas.microsoft.com/office/drawing/2014/main" id="{969924AA-D46B-B176-09F5-62759D5E73C2}"/>
              </a:ext>
            </a:extLst>
          </p:cNvPr>
          <p:cNvSpPr txBox="1"/>
          <p:nvPr/>
        </p:nvSpPr>
        <p:spPr>
          <a:xfrm>
            <a:off x="1189299" y="1554471"/>
            <a:ext cx="5234652" cy="3749058"/>
          </a:xfrm>
          <a:prstGeom prst="rect">
            <a:avLst/>
          </a:prstGeom>
          <a:solidFill>
            <a:srgbClr val="BEE9D2"/>
          </a:solidFill>
          <a:ln>
            <a:solidFill>
              <a:srgbClr val="7FB793"/>
            </a:solidFill>
          </a:ln>
        </p:spPr>
        <p:style>
          <a:lnRef idx="1">
            <a:schemeClr val="accent3"/>
          </a:lnRef>
          <a:fillRef idx="2">
            <a:schemeClr val="accent3"/>
          </a:fillRef>
          <a:effectRef idx="1">
            <a:schemeClr val="accent3"/>
          </a:effectRef>
          <a:fontRef idx="minor">
            <a:schemeClr val="dk1"/>
          </a:fontRef>
        </p:style>
        <p:txBody>
          <a:bodyPr wrap="square" lIns="360000" tIns="180000" bIns="180000">
            <a:spAutoFit/>
          </a:bodyPr>
          <a:lstStyle>
            <a:defPPr>
              <a:defRPr lang="en-US"/>
            </a:defPPr>
            <a:lvl1pPr>
              <a:defRPr sz="2000" b="0" i="0">
                <a:solidFill>
                  <a:srgbClr val="000000"/>
                </a:solidFill>
                <a:effectLst/>
                <a:latin typeface="SN Century Gothic"/>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b="1" dirty="0"/>
              <a:t>ServiceNow Data Privacy </a:t>
            </a:r>
            <a:r>
              <a:rPr lang="en-US" dirty="0"/>
              <a:t>provides organizations with the ability to identify sensitive and personal identifiable information (PII) including where it is located using Data Discovery. </a:t>
            </a:r>
            <a:br>
              <a:rPr lang="en-US" dirty="0"/>
            </a:br>
            <a:r>
              <a:rPr lang="en-US" dirty="0"/>
              <a:t>Once discovery is completed, organizations can use Data Classification to inventory and classify data for responsible use across the organization. Finally, Organizations can protect data by using Data Anonymization ensuring compliance with data privacy laws.</a:t>
            </a:r>
            <a:endParaRPr lang="es-ES" dirty="0"/>
          </a:p>
        </p:txBody>
      </p:sp>
      <p:pic>
        <p:nvPicPr>
          <p:cNvPr id="15" name="Imagen 14">
            <a:extLst>
              <a:ext uri="{FF2B5EF4-FFF2-40B4-BE49-F238E27FC236}">
                <a16:creationId xmlns:a16="http://schemas.microsoft.com/office/drawing/2014/main" id="{17AB5B32-FF4B-833F-0B0E-E935E3057D1E}"/>
              </a:ext>
            </a:extLst>
          </p:cNvPr>
          <p:cNvPicPr>
            <a:picLocks noChangeAspect="1"/>
          </p:cNvPicPr>
          <p:nvPr/>
        </p:nvPicPr>
        <p:blipFill>
          <a:blip r:embed="rId4"/>
          <a:stretch>
            <a:fillRect/>
          </a:stretch>
        </p:blipFill>
        <p:spPr>
          <a:xfrm>
            <a:off x="6954258" y="1480211"/>
            <a:ext cx="4854021" cy="2918758"/>
          </a:xfrm>
          <a:prstGeom prst="rect">
            <a:avLst/>
          </a:prstGeom>
        </p:spPr>
      </p:pic>
    </p:spTree>
    <p:extLst>
      <p:ext uri="{BB962C8B-B14F-4D97-AF65-F5344CB8AC3E}">
        <p14:creationId xmlns:p14="http://schemas.microsoft.com/office/powerpoint/2010/main" val="35126882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a:extLst>
            <a:ext uri="{FF2B5EF4-FFF2-40B4-BE49-F238E27FC236}">
              <a16:creationId xmlns:a16="http://schemas.microsoft.com/office/drawing/2014/main" id="{D83CE226-C93A-038F-65A9-DC6668FCC3F3}"/>
            </a:ext>
          </a:extLst>
        </p:cNvPr>
        <p:cNvGrpSpPr/>
        <p:nvPr/>
      </p:nvGrpSpPr>
      <p:grpSpPr>
        <a:xfrm>
          <a:off x="0" y="0"/>
          <a:ext cx="0" cy="0"/>
          <a:chOff x="0" y="0"/>
          <a:chExt cx="0" cy="0"/>
        </a:xfrm>
      </p:grpSpPr>
      <p:sp>
        <p:nvSpPr>
          <p:cNvPr id="57" name="Freeform: Shape 56">
            <a:extLst>
              <a:ext uri="{FF2B5EF4-FFF2-40B4-BE49-F238E27FC236}">
                <a16:creationId xmlns:a16="http://schemas.microsoft.com/office/drawing/2014/main" id="{17537AE2-3D86-4373-DC05-8DC9419E2F8F}"/>
              </a:ext>
            </a:extLst>
          </p:cNvPr>
          <p:cNvSpPr/>
          <p:nvPr/>
        </p:nvSpPr>
        <p:spPr>
          <a:xfrm>
            <a:off x="11793186" y="1"/>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221" name="Freeform: Shape 220">
            <a:extLst>
              <a:ext uri="{FF2B5EF4-FFF2-40B4-BE49-F238E27FC236}">
                <a16:creationId xmlns:a16="http://schemas.microsoft.com/office/drawing/2014/main" id="{32E88CD2-F418-9964-0FB5-57808B723170}"/>
              </a:ext>
            </a:extLst>
          </p:cNvPr>
          <p:cNvSpPr/>
          <p:nvPr/>
        </p:nvSpPr>
        <p:spPr>
          <a:xfrm>
            <a:off x="0" y="2170842"/>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513B1334-F83B-B8EB-C36C-3192C08A4CAB}"/>
              </a:ext>
            </a:extLst>
          </p:cNvPr>
          <p:cNvSpPr/>
          <p:nvPr/>
        </p:nvSpPr>
        <p:spPr>
          <a:xfrm>
            <a:off x="-4916" y="3316302"/>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5EED9873-ADC3-5698-B989-496D0C601491}"/>
              </a:ext>
            </a:extLst>
          </p:cNvPr>
          <p:cNvSpPr/>
          <p:nvPr/>
        </p:nvSpPr>
        <p:spPr>
          <a:xfrm>
            <a:off x="14751" y="4456844"/>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4" name="Title 1">
            <a:extLst>
              <a:ext uri="{FF2B5EF4-FFF2-40B4-BE49-F238E27FC236}">
                <a16:creationId xmlns:a16="http://schemas.microsoft.com/office/drawing/2014/main" id="{53371BAD-ABAC-A907-DEC8-73A3BBC4DBFD}"/>
              </a:ext>
            </a:extLst>
          </p:cNvPr>
          <p:cNvSpPr txBox="1">
            <a:spLocks/>
          </p:cNvSpPr>
          <p:nvPr/>
        </p:nvSpPr>
        <p:spPr>
          <a:xfrm>
            <a:off x="845675" y="419285"/>
            <a:ext cx="9628361" cy="817234"/>
          </a:xfrm>
          <a:prstGeom prst="rect">
            <a:avLst/>
          </a:prstGeom>
        </p:spPr>
        <p:txBody>
          <a:bodyPr vert="horz" lIns="91440" tIns="45720" rIns="91440" bIns="45720" rtlCol="0" anchor="t" anchorCtr="0">
            <a:noAutofit/>
          </a:bodyPr>
          <a:lstStyle>
            <a:lvl1pPr algn="l" defTabSz="914400" rtl="0" eaLnBrk="1" latinLnBrk="0" hangingPunct="1">
              <a:lnSpc>
                <a:spcPct val="100000"/>
              </a:lnSpc>
              <a:spcBef>
                <a:spcPct val="0"/>
              </a:spcBef>
              <a:buNone/>
              <a:defRPr sz="3200" b="1" kern="1200">
                <a:solidFill>
                  <a:schemeClr val="bg1"/>
                </a:solidFill>
                <a:latin typeface="+mj-lt"/>
                <a:ea typeface="+mj-ea"/>
                <a:cs typeface="+mj-cs"/>
              </a:defRPr>
            </a:lvl1pPr>
          </a:lstStyle>
          <a:p>
            <a:r>
              <a:rPr lang="en-US" sz="4000" dirty="0">
                <a:solidFill>
                  <a:schemeClr val="accent6"/>
                </a:solidFill>
              </a:rPr>
              <a:t>Instance Data Replication (IDR)</a:t>
            </a:r>
          </a:p>
        </p:txBody>
      </p:sp>
      <p:sp>
        <p:nvSpPr>
          <p:cNvPr id="9" name="Footer Placeholder 8">
            <a:extLst>
              <a:ext uri="{FF2B5EF4-FFF2-40B4-BE49-F238E27FC236}">
                <a16:creationId xmlns:a16="http://schemas.microsoft.com/office/drawing/2014/main" id="{522A3B2D-C6E4-EC79-552F-96A250D1E8AA}"/>
              </a:ext>
            </a:extLst>
          </p:cNvPr>
          <p:cNvSpPr>
            <a:spLocks noGrp="1"/>
          </p:cNvSpPr>
          <p:nvPr>
            <p:ph type="ftr" sz="quarter" idx="11"/>
          </p:nvPr>
        </p:nvSpPr>
        <p:spPr>
          <a:noFill/>
        </p:spPr>
        <p:txBody>
          <a:bodyPr/>
          <a:lstStyle/>
          <a:p>
            <a:r>
              <a:rPr lang="en-IN" dirty="0"/>
              <a:t>Confidential | @2025 </a:t>
            </a:r>
            <a:r>
              <a:rPr lang="en-IN" dirty="0" err="1"/>
              <a:t>ServiceWow</a:t>
            </a:r>
            <a:r>
              <a:rPr lang="en-IN" dirty="0"/>
              <a:t>. All Rights Reserved</a:t>
            </a:r>
          </a:p>
        </p:txBody>
      </p:sp>
      <p:sp>
        <p:nvSpPr>
          <p:cNvPr id="7" name="CuadroTexto 6">
            <a:extLst>
              <a:ext uri="{FF2B5EF4-FFF2-40B4-BE49-F238E27FC236}">
                <a16:creationId xmlns:a16="http://schemas.microsoft.com/office/drawing/2014/main" id="{C5FE7E55-0117-77E5-9E1D-B7011A1C6AFF}"/>
              </a:ext>
            </a:extLst>
          </p:cNvPr>
          <p:cNvSpPr txBox="1"/>
          <p:nvPr/>
        </p:nvSpPr>
        <p:spPr>
          <a:xfrm>
            <a:off x="845675" y="1351373"/>
            <a:ext cx="10947511" cy="1594622"/>
          </a:xfrm>
          <a:prstGeom prst="rect">
            <a:avLst/>
          </a:prstGeom>
          <a:solidFill>
            <a:srgbClr val="BEE9D2"/>
          </a:solidFill>
          <a:ln>
            <a:solidFill>
              <a:srgbClr val="7FB793"/>
            </a:solidFill>
          </a:ln>
        </p:spPr>
        <p:style>
          <a:lnRef idx="1">
            <a:schemeClr val="accent3"/>
          </a:lnRef>
          <a:fillRef idx="2">
            <a:schemeClr val="accent3"/>
          </a:fillRef>
          <a:effectRef idx="1">
            <a:schemeClr val="accent3"/>
          </a:effectRef>
          <a:fontRef idx="minor">
            <a:schemeClr val="dk1"/>
          </a:fontRef>
        </p:style>
        <p:txBody>
          <a:bodyPr wrap="square" lIns="360000" tIns="180000" bIns="180000">
            <a:spAutoFit/>
          </a:bodyPr>
          <a:lstStyle>
            <a:defPPr>
              <a:defRPr lang="en-US"/>
            </a:defPPr>
            <a:lvl1pPr>
              <a:defRPr sz="2000" b="1" i="0">
                <a:solidFill>
                  <a:srgbClr val="000000"/>
                </a:solidFill>
                <a:effectLst/>
                <a:latin typeface="SN Century Gothic"/>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Instance Data Replication, or IDR allows data synchronization between ServiceNow instances</a:t>
            </a:r>
          </a:p>
          <a:p>
            <a:endParaRPr lang="en-US" b="0" dirty="0"/>
          </a:p>
          <a:p>
            <a:r>
              <a:rPr lang="en-US" b="0" dirty="0"/>
              <a:t>IDR is capable to do initial loads of data (seeding) and keeping data synchronized continuously (replication) between ServiceNow instance</a:t>
            </a:r>
            <a:endParaRPr lang="es-ES" b="0" dirty="0"/>
          </a:p>
        </p:txBody>
      </p:sp>
      <p:grpSp>
        <p:nvGrpSpPr>
          <p:cNvPr id="6" name="Grupo 5">
            <a:extLst>
              <a:ext uri="{FF2B5EF4-FFF2-40B4-BE49-F238E27FC236}">
                <a16:creationId xmlns:a16="http://schemas.microsoft.com/office/drawing/2014/main" id="{95B194E0-9597-3322-D0AD-257208CE6F60}"/>
              </a:ext>
            </a:extLst>
          </p:cNvPr>
          <p:cNvGrpSpPr/>
          <p:nvPr/>
        </p:nvGrpSpPr>
        <p:grpSpPr>
          <a:xfrm>
            <a:off x="413562" y="3747615"/>
            <a:ext cx="5571323" cy="959169"/>
            <a:chOff x="1123467" y="2780809"/>
            <a:chExt cx="4972533" cy="959169"/>
          </a:xfrm>
        </p:grpSpPr>
        <p:sp>
          <p:nvSpPr>
            <p:cNvPr id="3" name="CuadroTexto 2">
              <a:extLst>
                <a:ext uri="{FF2B5EF4-FFF2-40B4-BE49-F238E27FC236}">
                  <a16:creationId xmlns:a16="http://schemas.microsoft.com/office/drawing/2014/main" id="{150F842C-B72D-45AE-D319-989D812E0E38}"/>
                </a:ext>
              </a:extLst>
            </p:cNvPr>
            <p:cNvSpPr txBox="1"/>
            <p:nvPr/>
          </p:nvSpPr>
          <p:spPr>
            <a:xfrm>
              <a:off x="1401260" y="3073623"/>
              <a:ext cx="4694740" cy="666355"/>
            </a:xfrm>
            <a:prstGeom prst="rect">
              <a:avLst/>
            </a:prstGeom>
            <a:solidFill>
              <a:srgbClr val="7FB793"/>
            </a:solidFill>
            <a:ln>
              <a:solidFill>
                <a:srgbClr val="7FB793"/>
              </a:solidFill>
            </a:ln>
          </p:spPr>
          <p:style>
            <a:lnRef idx="1">
              <a:schemeClr val="accent3"/>
            </a:lnRef>
            <a:fillRef idx="2">
              <a:schemeClr val="accent3"/>
            </a:fillRef>
            <a:effectRef idx="1">
              <a:schemeClr val="accent3"/>
            </a:effectRef>
            <a:fontRef idx="minor">
              <a:schemeClr val="dk1"/>
            </a:fontRef>
          </p:style>
          <p:txBody>
            <a:bodyPr wrap="square" lIns="360000" tIns="180000" bIns="180000">
              <a:spAutoFit/>
            </a:bodyPr>
            <a:lstStyle/>
            <a:p>
              <a:pPr>
                <a:lnSpc>
                  <a:spcPct val="115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Simple (No – code)</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Elipse 4">
              <a:extLst>
                <a:ext uri="{FF2B5EF4-FFF2-40B4-BE49-F238E27FC236}">
                  <a16:creationId xmlns:a16="http://schemas.microsoft.com/office/drawing/2014/main" id="{18F23FB5-3457-AC91-598E-2EB47AE9FA45}"/>
                </a:ext>
              </a:extLst>
            </p:cNvPr>
            <p:cNvSpPr/>
            <p:nvPr/>
          </p:nvSpPr>
          <p:spPr>
            <a:xfrm>
              <a:off x="1123467" y="2780809"/>
              <a:ext cx="555585" cy="5856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800" b="1" dirty="0"/>
                <a:t>1</a:t>
              </a:r>
            </a:p>
          </p:txBody>
        </p:sp>
      </p:grpSp>
      <p:grpSp>
        <p:nvGrpSpPr>
          <p:cNvPr id="11" name="Grupo 10">
            <a:extLst>
              <a:ext uri="{FF2B5EF4-FFF2-40B4-BE49-F238E27FC236}">
                <a16:creationId xmlns:a16="http://schemas.microsoft.com/office/drawing/2014/main" id="{155ED063-4AD7-B020-34E2-1C879D549C4F}"/>
              </a:ext>
            </a:extLst>
          </p:cNvPr>
          <p:cNvGrpSpPr/>
          <p:nvPr/>
        </p:nvGrpSpPr>
        <p:grpSpPr>
          <a:xfrm>
            <a:off x="6221863" y="3747615"/>
            <a:ext cx="5571323" cy="959169"/>
            <a:chOff x="1123467" y="2780809"/>
            <a:chExt cx="5571323" cy="959169"/>
          </a:xfrm>
        </p:grpSpPr>
        <p:sp>
          <p:nvSpPr>
            <p:cNvPr id="12" name="CuadroTexto 11">
              <a:extLst>
                <a:ext uri="{FF2B5EF4-FFF2-40B4-BE49-F238E27FC236}">
                  <a16:creationId xmlns:a16="http://schemas.microsoft.com/office/drawing/2014/main" id="{B58C7066-4D17-1382-BC5E-2713075274B1}"/>
                </a:ext>
              </a:extLst>
            </p:cNvPr>
            <p:cNvSpPr txBox="1"/>
            <p:nvPr/>
          </p:nvSpPr>
          <p:spPr>
            <a:xfrm>
              <a:off x="1401260" y="3073623"/>
              <a:ext cx="5293530" cy="666355"/>
            </a:xfrm>
            <a:prstGeom prst="rect">
              <a:avLst/>
            </a:prstGeom>
            <a:solidFill>
              <a:srgbClr val="7FB793"/>
            </a:solidFill>
            <a:ln>
              <a:solidFill>
                <a:srgbClr val="7FB793"/>
              </a:solidFill>
            </a:ln>
          </p:spPr>
          <p:style>
            <a:lnRef idx="1">
              <a:schemeClr val="accent3"/>
            </a:lnRef>
            <a:fillRef idx="2">
              <a:schemeClr val="accent3"/>
            </a:fillRef>
            <a:effectRef idx="1">
              <a:schemeClr val="accent3"/>
            </a:effectRef>
            <a:fontRef idx="minor">
              <a:schemeClr val="dk1"/>
            </a:fontRef>
          </p:style>
          <p:txBody>
            <a:bodyPr wrap="square" lIns="360000" tIns="180000" bIns="180000">
              <a:spAutoFit/>
            </a:bodyPr>
            <a:lstStyle/>
            <a:p>
              <a:pPr>
                <a:lnSpc>
                  <a:spcPct val="115000"/>
                </a:lnSpc>
                <a:spcAft>
                  <a:spcPts val="80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Flexible (Supports a variety of uses cases)</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3" name="Elipse 12">
              <a:extLst>
                <a:ext uri="{FF2B5EF4-FFF2-40B4-BE49-F238E27FC236}">
                  <a16:creationId xmlns:a16="http://schemas.microsoft.com/office/drawing/2014/main" id="{DACFF486-0CF3-A31F-A101-A908AB6CC304}"/>
                </a:ext>
              </a:extLst>
            </p:cNvPr>
            <p:cNvSpPr/>
            <p:nvPr/>
          </p:nvSpPr>
          <p:spPr>
            <a:xfrm>
              <a:off x="1123467" y="2780809"/>
              <a:ext cx="555585" cy="5856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800" b="1" dirty="0"/>
                <a:t>2</a:t>
              </a:r>
            </a:p>
          </p:txBody>
        </p:sp>
      </p:grpSp>
      <p:grpSp>
        <p:nvGrpSpPr>
          <p:cNvPr id="14" name="Grupo 13">
            <a:extLst>
              <a:ext uri="{FF2B5EF4-FFF2-40B4-BE49-F238E27FC236}">
                <a16:creationId xmlns:a16="http://schemas.microsoft.com/office/drawing/2014/main" id="{3E870AB4-5344-264B-5D61-F9E8D72F746F}"/>
              </a:ext>
            </a:extLst>
          </p:cNvPr>
          <p:cNvGrpSpPr/>
          <p:nvPr/>
        </p:nvGrpSpPr>
        <p:grpSpPr>
          <a:xfrm>
            <a:off x="393895" y="4925216"/>
            <a:ext cx="5571323" cy="959169"/>
            <a:chOff x="1123467" y="2780809"/>
            <a:chExt cx="4972533" cy="959169"/>
          </a:xfrm>
        </p:grpSpPr>
        <p:sp>
          <p:nvSpPr>
            <p:cNvPr id="15" name="CuadroTexto 14">
              <a:extLst>
                <a:ext uri="{FF2B5EF4-FFF2-40B4-BE49-F238E27FC236}">
                  <a16:creationId xmlns:a16="http://schemas.microsoft.com/office/drawing/2014/main" id="{5B238681-CD1D-60E1-9BE6-10AA3F469714}"/>
                </a:ext>
              </a:extLst>
            </p:cNvPr>
            <p:cNvSpPr txBox="1"/>
            <p:nvPr/>
          </p:nvSpPr>
          <p:spPr>
            <a:xfrm>
              <a:off x="1401260" y="3073623"/>
              <a:ext cx="4694740" cy="666355"/>
            </a:xfrm>
            <a:prstGeom prst="rect">
              <a:avLst/>
            </a:prstGeom>
            <a:solidFill>
              <a:srgbClr val="7FB793"/>
            </a:solidFill>
            <a:ln>
              <a:solidFill>
                <a:srgbClr val="7FB793"/>
              </a:solidFill>
            </a:ln>
          </p:spPr>
          <p:style>
            <a:lnRef idx="1">
              <a:schemeClr val="accent3"/>
            </a:lnRef>
            <a:fillRef idx="2">
              <a:schemeClr val="accent3"/>
            </a:fillRef>
            <a:effectRef idx="1">
              <a:schemeClr val="accent3"/>
            </a:effectRef>
            <a:fontRef idx="minor">
              <a:schemeClr val="dk1"/>
            </a:fontRef>
          </p:style>
          <p:txBody>
            <a:bodyPr wrap="square" lIns="360000" tIns="180000" bIns="180000">
              <a:spAutoFit/>
            </a:bodyPr>
            <a:lstStyle/>
            <a:p>
              <a:pPr>
                <a:lnSpc>
                  <a:spcPct val="115000"/>
                </a:lnSpc>
                <a:spcAft>
                  <a:spcPts val="80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Reliable (Minimal impact  on performance)</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6" name="Elipse 15">
              <a:extLst>
                <a:ext uri="{FF2B5EF4-FFF2-40B4-BE49-F238E27FC236}">
                  <a16:creationId xmlns:a16="http://schemas.microsoft.com/office/drawing/2014/main" id="{0D68D022-C6AD-D4CC-1AEE-6F34EF04134C}"/>
                </a:ext>
              </a:extLst>
            </p:cNvPr>
            <p:cNvSpPr/>
            <p:nvPr/>
          </p:nvSpPr>
          <p:spPr>
            <a:xfrm>
              <a:off x="1123467" y="2780809"/>
              <a:ext cx="555585" cy="5856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800" b="1" dirty="0"/>
                <a:t>3</a:t>
              </a:r>
            </a:p>
          </p:txBody>
        </p:sp>
      </p:grpSp>
      <p:grpSp>
        <p:nvGrpSpPr>
          <p:cNvPr id="18" name="Grupo 17">
            <a:extLst>
              <a:ext uri="{FF2B5EF4-FFF2-40B4-BE49-F238E27FC236}">
                <a16:creationId xmlns:a16="http://schemas.microsoft.com/office/drawing/2014/main" id="{6E3D3E5D-A764-7427-FEE0-AA8FE938DBFA}"/>
              </a:ext>
            </a:extLst>
          </p:cNvPr>
          <p:cNvGrpSpPr/>
          <p:nvPr/>
        </p:nvGrpSpPr>
        <p:grpSpPr>
          <a:xfrm>
            <a:off x="6276463" y="4939504"/>
            <a:ext cx="5571323" cy="959169"/>
            <a:chOff x="1123467" y="2780809"/>
            <a:chExt cx="5571323" cy="959169"/>
          </a:xfrm>
        </p:grpSpPr>
        <p:sp>
          <p:nvSpPr>
            <p:cNvPr id="19" name="CuadroTexto 18">
              <a:extLst>
                <a:ext uri="{FF2B5EF4-FFF2-40B4-BE49-F238E27FC236}">
                  <a16:creationId xmlns:a16="http://schemas.microsoft.com/office/drawing/2014/main" id="{EC72227A-4001-0A02-2C08-590D91D9DD08}"/>
                </a:ext>
              </a:extLst>
            </p:cNvPr>
            <p:cNvSpPr txBox="1"/>
            <p:nvPr/>
          </p:nvSpPr>
          <p:spPr>
            <a:xfrm>
              <a:off x="1401259" y="3073623"/>
              <a:ext cx="5293531" cy="666355"/>
            </a:xfrm>
            <a:prstGeom prst="rect">
              <a:avLst/>
            </a:prstGeom>
            <a:solidFill>
              <a:srgbClr val="7FB793"/>
            </a:solidFill>
            <a:ln>
              <a:solidFill>
                <a:srgbClr val="7FB793"/>
              </a:solidFill>
            </a:ln>
          </p:spPr>
          <p:style>
            <a:lnRef idx="1">
              <a:schemeClr val="accent3"/>
            </a:lnRef>
            <a:fillRef idx="2">
              <a:schemeClr val="accent3"/>
            </a:fillRef>
            <a:effectRef idx="1">
              <a:schemeClr val="accent3"/>
            </a:effectRef>
            <a:fontRef idx="minor">
              <a:schemeClr val="dk1"/>
            </a:fontRef>
          </p:style>
          <p:txBody>
            <a:bodyPr wrap="square" lIns="360000" tIns="180000" bIns="180000">
              <a:spAutoFit/>
            </a:bodyPr>
            <a:lstStyle/>
            <a:p>
              <a:pPr>
                <a:lnSpc>
                  <a:spcPct val="115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Secure (Never leaves ServiceNow datacenters)</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20" name="Elipse 19">
              <a:extLst>
                <a:ext uri="{FF2B5EF4-FFF2-40B4-BE49-F238E27FC236}">
                  <a16:creationId xmlns:a16="http://schemas.microsoft.com/office/drawing/2014/main" id="{9731B07F-3A76-C866-A172-44F8CC00FFF4}"/>
                </a:ext>
              </a:extLst>
            </p:cNvPr>
            <p:cNvSpPr/>
            <p:nvPr/>
          </p:nvSpPr>
          <p:spPr>
            <a:xfrm>
              <a:off x="1123467" y="2780809"/>
              <a:ext cx="555585" cy="5856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800" b="1" dirty="0"/>
                <a:t>4</a:t>
              </a:r>
            </a:p>
          </p:txBody>
        </p:sp>
      </p:grpSp>
      <p:sp>
        <p:nvSpPr>
          <p:cNvPr id="21" name="Title 1">
            <a:extLst>
              <a:ext uri="{FF2B5EF4-FFF2-40B4-BE49-F238E27FC236}">
                <a16:creationId xmlns:a16="http://schemas.microsoft.com/office/drawing/2014/main" id="{568FD3CB-F24A-3ECF-6BBE-AFDC01DE6EE3}"/>
              </a:ext>
            </a:extLst>
          </p:cNvPr>
          <p:cNvSpPr txBox="1">
            <a:spLocks/>
          </p:cNvSpPr>
          <p:nvPr/>
        </p:nvSpPr>
        <p:spPr>
          <a:xfrm>
            <a:off x="705139" y="3196637"/>
            <a:ext cx="3206968" cy="528543"/>
          </a:xfrm>
          <a:prstGeom prst="rect">
            <a:avLst/>
          </a:prstGeom>
        </p:spPr>
        <p:txBody>
          <a:bodyPr vert="horz" lIns="91440" tIns="45720" rIns="91440" bIns="45720" rtlCol="0" anchor="t" anchorCtr="0">
            <a:noAutofit/>
          </a:bodyPr>
          <a:lstStyle>
            <a:lvl1pPr algn="l" defTabSz="914400" rtl="0" eaLnBrk="1" latinLnBrk="0" hangingPunct="1">
              <a:lnSpc>
                <a:spcPct val="100000"/>
              </a:lnSpc>
              <a:spcBef>
                <a:spcPct val="0"/>
              </a:spcBef>
              <a:buNone/>
              <a:defRPr sz="3200" b="1" kern="1200">
                <a:solidFill>
                  <a:schemeClr val="bg1"/>
                </a:solidFill>
                <a:latin typeface="+mj-lt"/>
                <a:ea typeface="+mj-ea"/>
                <a:cs typeface="+mj-cs"/>
              </a:defRPr>
            </a:lvl1pPr>
          </a:lstStyle>
          <a:p>
            <a:r>
              <a:rPr lang="en-US" sz="2000" dirty="0">
                <a:solidFill>
                  <a:schemeClr val="accent6"/>
                </a:solidFill>
              </a:rPr>
              <a:t>Advantages of using IDR</a:t>
            </a:r>
          </a:p>
        </p:txBody>
      </p:sp>
    </p:spTree>
    <p:extLst>
      <p:ext uri="{BB962C8B-B14F-4D97-AF65-F5344CB8AC3E}">
        <p14:creationId xmlns:p14="http://schemas.microsoft.com/office/powerpoint/2010/main" val="39163840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a:extLst>
            <a:ext uri="{FF2B5EF4-FFF2-40B4-BE49-F238E27FC236}">
              <a16:creationId xmlns:a16="http://schemas.microsoft.com/office/drawing/2014/main" id="{2E1F8492-538E-06D4-143B-3A27A4CBC6DF}"/>
            </a:ext>
          </a:extLst>
        </p:cNvPr>
        <p:cNvGrpSpPr/>
        <p:nvPr/>
      </p:nvGrpSpPr>
      <p:grpSpPr>
        <a:xfrm>
          <a:off x="0" y="0"/>
          <a:ext cx="0" cy="0"/>
          <a:chOff x="0" y="0"/>
          <a:chExt cx="0" cy="0"/>
        </a:xfrm>
      </p:grpSpPr>
      <p:sp>
        <p:nvSpPr>
          <p:cNvPr id="57" name="Freeform: Shape 56">
            <a:extLst>
              <a:ext uri="{FF2B5EF4-FFF2-40B4-BE49-F238E27FC236}">
                <a16:creationId xmlns:a16="http://schemas.microsoft.com/office/drawing/2014/main" id="{DBD17D49-3CEE-1141-12AE-C57A2542B199}"/>
              </a:ext>
            </a:extLst>
          </p:cNvPr>
          <p:cNvSpPr/>
          <p:nvPr/>
        </p:nvSpPr>
        <p:spPr>
          <a:xfrm>
            <a:off x="11793186" y="1"/>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221" name="Freeform: Shape 220">
            <a:extLst>
              <a:ext uri="{FF2B5EF4-FFF2-40B4-BE49-F238E27FC236}">
                <a16:creationId xmlns:a16="http://schemas.microsoft.com/office/drawing/2014/main" id="{96C19D97-464E-922E-5D99-76CD42AD938C}"/>
              </a:ext>
            </a:extLst>
          </p:cNvPr>
          <p:cNvSpPr/>
          <p:nvPr/>
        </p:nvSpPr>
        <p:spPr>
          <a:xfrm>
            <a:off x="0" y="2170842"/>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DBACA6D2-62A9-4E9A-459B-E9C6194A4678}"/>
              </a:ext>
            </a:extLst>
          </p:cNvPr>
          <p:cNvSpPr/>
          <p:nvPr/>
        </p:nvSpPr>
        <p:spPr>
          <a:xfrm>
            <a:off x="-4916" y="3316302"/>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2077C10E-2FB8-1A32-4037-FEF289ACDE3A}"/>
              </a:ext>
            </a:extLst>
          </p:cNvPr>
          <p:cNvSpPr/>
          <p:nvPr/>
        </p:nvSpPr>
        <p:spPr>
          <a:xfrm>
            <a:off x="14751" y="4456844"/>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4" name="Title 1">
            <a:extLst>
              <a:ext uri="{FF2B5EF4-FFF2-40B4-BE49-F238E27FC236}">
                <a16:creationId xmlns:a16="http://schemas.microsoft.com/office/drawing/2014/main" id="{C4BCD80C-0627-CD5B-F1F5-8E34A9CFC9D8}"/>
              </a:ext>
            </a:extLst>
          </p:cNvPr>
          <p:cNvSpPr txBox="1">
            <a:spLocks/>
          </p:cNvSpPr>
          <p:nvPr/>
        </p:nvSpPr>
        <p:spPr>
          <a:xfrm>
            <a:off x="845675" y="419285"/>
            <a:ext cx="9628361" cy="817234"/>
          </a:xfrm>
          <a:prstGeom prst="rect">
            <a:avLst/>
          </a:prstGeom>
        </p:spPr>
        <p:txBody>
          <a:bodyPr vert="horz" lIns="91440" tIns="45720" rIns="91440" bIns="45720" rtlCol="0" anchor="t" anchorCtr="0">
            <a:noAutofit/>
          </a:bodyPr>
          <a:lstStyle>
            <a:lvl1pPr algn="l" defTabSz="914400" rtl="0" eaLnBrk="1" latinLnBrk="0" hangingPunct="1">
              <a:lnSpc>
                <a:spcPct val="100000"/>
              </a:lnSpc>
              <a:spcBef>
                <a:spcPct val="0"/>
              </a:spcBef>
              <a:buNone/>
              <a:defRPr sz="3200" b="1" kern="1200">
                <a:solidFill>
                  <a:schemeClr val="bg1"/>
                </a:solidFill>
                <a:latin typeface="+mj-lt"/>
                <a:ea typeface="+mj-ea"/>
                <a:cs typeface="+mj-cs"/>
              </a:defRPr>
            </a:lvl1pPr>
          </a:lstStyle>
          <a:p>
            <a:r>
              <a:rPr lang="en-US" sz="4000" dirty="0">
                <a:solidFill>
                  <a:schemeClr val="accent6"/>
                </a:solidFill>
              </a:rPr>
              <a:t>Instance Data Replication (IDR)</a:t>
            </a:r>
          </a:p>
        </p:txBody>
      </p:sp>
      <p:sp>
        <p:nvSpPr>
          <p:cNvPr id="9" name="Footer Placeholder 8">
            <a:extLst>
              <a:ext uri="{FF2B5EF4-FFF2-40B4-BE49-F238E27FC236}">
                <a16:creationId xmlns:a16="http://schemas.microsoft.com/office/drawing/2014/main" id="{A0D341F4-D3FC-CEF2-0324-4B4EE67DD284}"/>
              </a:ext>
            </a:extLst>
          </p:cNvPr>
          <p:cNvSpPr>
            <a:spLocks noGrp="1"/>
          </p:cNvSpPr>
          <p:nvPr>
            <p:ph type="ftr" sz="quarter" idx="11"/>
          </p:nvPr>
        </p:nvSpPr>
        <p:spPr>
          <a:noFill/>
        </p:spPr>
        <p:txBody>
          <a:bodyPr/>
          <a:lstStyle/>
          <a:p>
            <a:r>
              <a:rPr lang="en-IN" dirty="0"/>
              <a:t>Confidential | @2025 </a:t>
            </a:r>
            <a:r>
              <a:rPr lang="en-IN" dirty="0" err="1"/>
              <a:t>ServiceWow</a:t>
            </a:r>
            <a:r>
              <a:rPr lang="en-IN" dirty="0"/>
              <a:t>. All Rights Reserved</a:t>
            </a:r>
          </a:p>
        </p:txBody>
      </p:sp>
      <p:pic>
        <p:nvPicPr>
          <p:cNvPr id="12" name="Imagen 11">
            <a:extLst>
              <a:ext uri="{FF2B5EF4-FFF2-40B4-BE49-F238E27FC236}">
                <a16:creationId xmlns:a16="http://schemas.microsoft.com/office/drawing/2014/main" id="{55B4A237-B261-F7C2-8F3C-DE59476ED7D9}"/>
              </a:ext>
            </a:extLst>
          </p:cNvPr>
          <p:cNvPicPr>
            <a:picLocks noChangeAspect="1"/>
          </p:cNvPicPr>
          <p:nvPr/>
        </p:nvPicPr>
        <p:blipFill>
          <a:blip r:embed="rId4"/>
          <a:stretch>
            <a:fillRect/>
          </a:stretch>
        </p:blipFill>
        <p:spPr>
          <a:xfrm>
            <a:off x="3733025" y="1864427"/>
            <a:ext cx="7834061" cy="3292903"/>
          </a:xfrm>
          <a:prstGeom prst="rect">
            <a:avLst/>
          </a:prstGeom>
        </p:spPr>
      </p:pic>
      <p:grpSp>
        <p:nvGrpSpPr>
          <p:cNvPr id="23" name="Grupo 22">
            <a:extLst>
              <a:ext uri="{FF2B5EF4-FFF2-40B4-BE49-F238E27FC236}">
                <a16:creationId xmlns:a16="http://schemas.microsoft.com/office/drawing/2014/main" id="{05C76E7A-FF7D-A8D7-F74D-C11A36837B29}"/>
              </a:ext>
            </a:extLst>
          </p:cNvPr>
          <p:cNvGrpSpPr/>
          <p:nvPr/>
        </p:nvGrpSpPr>
        <p:grpSpPr>
          <a:xfrm>
            <a:off x="840498" y="1236519"/>
            <a:ext cx="2526089" cy="4698903"/>
            <a:chOff x="840498" y="1236519"/>
            <a:chExt cx="2526089" cy="4698903"/>
          </a:xfrm>
        </p:grpSpPr>
        <p:pic>
          <p:nvPicPr>
            <p:cNvPr id="13" name="Graphic 93" descr="Cloud outline">
              <a:extLst>
                <a:ext uri="{FF2B5EF4-FFF2-40B4-BE49-F238E27FC236}">
                  <a16:creationId xmlns:a16="http://schemas.microsoft.com/office/drawing/2014/main" id="{8D2F382A-AB95-55FF-D5C2-062652D75F9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0498" y="1236519"/>
              <a:ext cx="2506422" cy="2506422"/>
            </a:xfrm>
            <a:prstGeom prst="rect">
              <a:avLst/>
            </a:prstGeom>
          </p:spPr>
        </p:pic>
        <p:sp>
          <p:nvSpPr>
            <p:cNvPr id="14" name="CuadroTexto 13">
              <a:extLst>
                <a:ext uri="{FF2B5EF4-FFF2-40B4-BE49-F238E27FC236}">
                  <a16:creationId xmlns:a16="http://schemas.microsoft.com/office/drawing/2014/main" id="{4ADF6F40-3381-0231-6D9C-4345E47C9B8E}"/>
                </a:ext>
              </a:extLst>
            </p:cNvPr>
            <p:cNvSpPr txBox="1"/>
            <p:nvPr/>
          </p:nvSpPr>
          <p:spPr>
            <a:xfrm>
              <a:off x="1446737" y="2489730"/>
              <a:ext cx="1293944" cy="338554"/>
            </a:xfrm>
            <a:prstGeom prst="rect">
              <a:avLst/>
            </a:prstGeom>
          </p:spPr>
          <p:txBody>
            <a:bodyPr wrap="none" rtlCol="0">
              <a:spAutoFit/>
            </a:bodyPr>
            <a:lstStyle/>
            <a:p>
              <a:pPr marL="0" indent="0" algn="ctr">
                <a:lnSpc>
                  <a:spcPct val="100000"/>
                </a:lnSpc>
                <a:spcBef>
                  <a:spcPts val="0"/>
                </a:spcBef>
                <a:buFontTx/>
                <a:buNone/>
              </a:pPr>
              <a:r>
                <a:rPr lang="es-ES" sz="1600" b="1" dirty="0">
                  <a:latin typeface="Posterama" panose="020B0504020200020000" pitchFamily="34" charset="0"/>
                  <a:ea typeface="微软雅黑"/>
                  <a:cs typeface="Posterama" panose="020B0504020200020000" pitchFamily="34" charset="0"/>
                </a:rPr>
                <a:t>PROD - HR</a:t>
              </a:r>
            </a:p>
          </p:txBody>
        </p:sp>
        <p:pic>
          <p:nvPicPr>
            <p:cNvPr id="15" name="Graphic 93" descr="Cloud outline">
              <a:extLst>
                <a:ext uri="{FF2B5EF4-FFF2-40B4-BE49-F238E27FC236}">
                  <a16:creationId xmlns:a16="http://schemas.microsoft.com/office/drawing/2014/main" id="{B9BC95B2-9974-0E8F-08E0-D1C5D7B6C04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0165" y="3429000"/>
              <a:ext cx="2506422" cy="2506422"/>
            </a:xfrm>
            <a:prstGeom prst="rect">
              <a:avLst/>
            </a:prstGeom>
          </p:spPr>
        </p:pic>
        <p:sp>
          <p:nvSpPr>
            <p:cNvPr id="16" name="CuadroTexto 15">
              <a:extLst>
                <a:ext uri="{FF2B5EF4-FFF2-40B4-BE49-F238E27FC236}">
                  <a16:creationId xmlns:a16="http://schemas.microsoft.com/office/drawing/2014/main" id="{EA30802D-0770-B1AF-3D34-6561F380108B}"/>
                </a:ext>
              </a:extLst>
            </p:cNvPr>
            <p:cNvSpPr txBox="1"/>
            <p:nvPr/>
          </p:nvSpPr>
          <p:spPr>
            <a:xfrm>
              <a:off x="1286537" y="4572555"/>
              <a:ext cx="1628971" cy="584775"/>
            </a:xfrm>
            <a:prstGeom prst="rect">
              <a:avLst/>
            </a:prstGeom>
          </p:spPr>
          <p:txBody>
            <a:bodyPr wrap="none" rtlCol="0">
              <a:spAutoFit/>
            </a:bodyPr>
            <a:lstStyle/>
            <a:p>
              <a:pPr marL="0" indent="0" algn="ctr">
                <a:lnSpc>
                  <a:spcPct val="100000"/>
                </a:lnSpc>
                <a:spcBef>
                  <a:spcPts val="0"/>
                </a:spcBef>
                <a:buFontTx/>
                <a:buNone/>
              </a:pPr>
              <a:r>
                <a:rPr lang="es-ES" sz="1600" b="1" dirty="0">
                  <a:latin typeface="Posterama" panose="020B0504020200020000" pitchFamily="34" charset="0"/>
                  <a:ea typeface="微软雅黑"/>
                  <a:cs typeface="Posterama" panose="020B0504020200020000" pitchFamily="34" charset="0"/>
                </a:rPr>
                <a:t>PROD – ITSM, </a:t>
              </a:r>
            </a:p>
            <a:p>
              <a:pPr marL="0" indent="0" algn="ctr">
                <a:lnSpc>
                  <a:spcPct val="100000"/>
                </a:lnSpc>
                <a:spcBef>
                  <a:spcPts val="0"/>
                </a:spcBef>
                <a:buFontTx/>
                <a:buNone/>
              </a:pPr>
              <a:r>
                <a:rPr lang="es-ES" sz="1600" b="1" dirty="0">
                  <a:latin typeface="Posterama" panose="020B0504020200020000" pitchFamily="34" charset="0"/>
                  <a:ea typeface="微软雅黑"/>
                  <a:cs typeface="Posterama" panose="020B0504020200020000" pitchFamily="34" charset="0"/>
                </a:rPr>
                <a:t>ITOM</a:t>
              </a:r>
            </a:p>
          </p:txBody>
        </p:sp>
        <p:cxnSp>
          <p:nvCxnSpPr>
            <p:cNvPr id="19" name="Conector recto de flecha 18">
              <a:extLst>
                <a:ext uri="{FF2B5EF4-FFF2-40B4-BE49-F238E27FC236}">
                  <a16:creationId xmlns:a16="http://schemas.microsoft.com/office/drawing/2014/main" id="{3C006901-A467-9FA3-A034-EB55E9F0F328}"/>
                </a:ext>
              </a:extLst>
            </p:cNvPr>
            <p:cNvCxnSpPr/>
            <p:nvPr/>
          </p:nvCxnSpPr>
          <p:spPr>
            <a:xfrm>
              <a:off x="1446737" y="3316302"/>
              <a:ext cx="0" cy="761428"/>
            </a:xfrm>
            <a:prstGeom prst="straightConnector1">
              <a:avLst/>
            </a:prstGeom>
            <a:ln w="57150">
              <a:solidFill>
                <a:srgbClr val="078136"/>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recto de flecha 19">
              <a:extLst>
                <a:ext uri="{FF2B5EF4-FFF2-40B4-BE49-F238E27FC236}">
                  <a16:creationId xmlns:a16="http://schemas.microsoft.com/office/drawing/2014/main" id="{0BBA5A6F-2BBC-2E59-787B-2A14D574AB6B}"/>
                </a:ext>
              </a:extLst>
            </p:cNvPr>
            <p:cNvCxnSpPr>
              <a:cxnSpLocks/>
            </p:cNvCxnSpPr>
            <p:nvPr/>
          </p:nvCxnSpPr>
          <p:spPr>
            <a:xfrm flipV="1">
              <a:off x="2589881" y="3316302"/>
              <a:ext cx="0" cy="815684"/>
            </a:xfrm>
            <a:prstGeom prst="straightConnector1">
              <a:avLst/>
            </a:prstGeom>
            <a:ln w="57150">
              <a:solidFill>
                <a:srgbClr val="078136"/>
              </a:solidFill>
              <a:tailEnd type="triangle"/>
            </a:ln>
          </p:spPr>
          <p:style>
            <a:lnRef idx="1">
              <a:schemeClr val="accent1"/>
            </a:lnRef>
            <a:fillRef idx="0">
              <a:schemeClr val="accent1"/>
            </a:fillRef>
            <a:effectRef idx="0">
              <a:schemeClr val="accent1"/>
            </a:effectRef>
            <a:fontRef idx="minor">
              <a:schemeClr val="tx1"/>
            </a:fontRef>
          </p:style>
        </p:cxnSp>
      </p:grpSp>
      <p:sp>
        <p:nvSpPr>
          <p:cNvPr id="26" name="CuadroTexto 25">
            <a:extLst>
              <a:ext uri="{FF2B5EF4-FFF2-40B4-BE49-F238E27FC236}">
                <a16:creationId xmlns:a16="http://schemas.microsoft.com/office/drawing/2014/main" id="{C842163E-57CA-3858-F402-51E5B021AA63}"/>
              </a:ext>
            </a:extLst>
          </p:cNvPr>
          <p:cNvSpPr txBox="1"/>
          <p:nvPr/>
        </p:nvSpPr>
        <p:spPr>
          <a:xfrm>
            <a:off x="5239384" y="2483965"/>
            <a:ext cx="5234652" cy="2517952"/>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lIns="360000" tIns="180000" bIns="180000">
            <a:spAutoFit/>
          </a:bodyPr>
          <a:lstStyle>
            <a:defPPr>
              <a:defRPr lang="en-US"/>
            </a:defPPr>
            <a:lvl1pPr>
              <a:defRPr sz="2000" b="0" i="0">
                <a:solidFill>
                  <a:srgbClr val="000000"/>
                </a:solidFill>
                <a:effectLst/>
                <a:latin typeface="SN Century Gothic"/>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342900" indent="-342900">
              <a:buFont typeface="Arial" panose="020B0604020202020204" pitchFamily="34" charset="0"/>
              <a:buChar char="•"/>
            </a:pPr>
            <a:r>
              <a:rPr lang="es-ES" b="1" i="0">
                <a:solidFill>
                  <a:srgbClr val="1D1C1D"/>
                </a:solidFill>
                <a:effectLst/>
                <a:latin typeface="Slack-Lato"/>
              </a:rPr>
              <a:t>Separation of Business Functions</a:t>
            </a:r>
            <a:endParaRPr lang="es-ES" b="1">
              <a:solidFill>
                <a:srgbClr val="1D1C1D"/>
              </a:solidFill>
              <a:latin typeface="Slack-Lato"/>
            </a:endParaRPr>
          </a:p>
          <a:p>
            <a:pPr marL="342900" indent="-342900">
              <a:buFont typeface="Arial" panose="020B0604020202020204" pitchFamily="34" charset="0"/>
              <a:buChar char="•"/>
            </a:pPr>
            <a:endParaRPr lang="es-ES" b="1">
              <a:solidFill>
                <a:srgbClr val="1D1C1D"/>
              </a:solidFill>
              <a:latin typeface="Slack-Lato"/>
            </a:endParaRPr>
          </a:p>
          <a:p>
            <a:pPr marL="342900" indent="-342900">
              <a:buFont typeface="Arial" panose="020B0604020202020204" pitchFamily="34" charset="0"/>
              <a:buChar char="•"/>
            </a:pPr>
            <a:r>
              <a:rPr lang="es-ES" b="1" i="0">
                <a:solidFill>
                  <a:srgbClr val="1D1C1D"/>
                </a:solidFill>
                <a:effectLst/>
                <a:latin typeface="Slack-Lato"/>
              </a:rPr>
              <a:t>Compliance and Data Privacy</a:t>
            </a:r>
          </a:p>
          <a:p>
            <a:pPr marL="342900" indent="-342900">
              <a:buFont typeface="Arial" panose="020B0604020202020204" pitchFamily="34" charset="0"/>
              <a:buChar char="•"/>
            </a:pPr>
            <a:endParaRPr lang="es-ES" b="1">
              <a:solidFill>
                <a:srgbClr val="1D1C1D"/>
              </a:solidFill>
              <a:latin typeface="Slack-Lato"/>
            </a:endParaRPr>
          </a:p>
          <a:p>
            <a:pPr marL="342900" indent="-342900">
              <a:buFont typeface="Arial" panose="020B0604020202020204" pitchFamily="34" charset="0"/>
              <a:buChar char="•"/>
            </a:pPr>
            <a:r>
              <a:rPr lang="es-ES" b="1" i="0">
                <a:solidFill>
                  <a:srgbClr val="1D1C1D"/>
                </a:solidFill>
                <a:effectLst/>
                <a:latin typeface="Slack-Lato"/>
              </a:rPr>
              <a:t>Easier Upgrades and Customization</a:t>
            </a:r>
          </a:p>
          <a:p>
            <a:pPr marL="342900" indent="-342900">
              <a:buFont typeface="Arial" panose="020B0604020202020204" pitchFamily="34" charset="0"/>
              <a:buChar char="•"/>
            </a:pPr>
            <a:endParaRPr lang="es-ES" b="1">
              <a:solidFill>
                <a:srgbClr val="1D1C1D"/>
              </a:solidFill>
              <a:latin typeface="Slack-Lato"/>
            </a:endParaRPr>
          </a:p>
          <a:p>
            <a:pPr marL="342900" indent="-342900">
              <a:buFont typeface="Arial" panose="020B0604020202020204" pitchFamily="34" charset="0"/>
              <a:buChar char="•"/>
            </a:pPr>
            <a:r>
              <a:rPr lang="es-ES" b="1" i="0">
                <a:solidFill>
                  <a:srgbClr val="1D1C1D"/>
                </a:solidFill>
                <a:effectLst/>
                <a:latin typeface="Slack-Lato"/>
              </a:rPr>
              <a:t>Integration Considerations</a:t>
            </a:r>
            <a:endParaRPr lang="es-ES" dirty="0"/>
          </a:p>
        </p:txBody>
      </p:sp>
      <p:sp>
        <p:nvSpPr>
          <p:cNvPr id="28" name="CuadroTexto 27">
            <a:extLst>
              <a:ext uri="{FF2B5EF4-FFF2-40B4-BE49-F238E27FC236}">
                <a16:creationId xmlns:a16="http://schemas.microsoft.com/office/drawing/2014/main" id="{A5619292-CA2B-32B7-505E-A5FDD22B76CF}"/>
              </a:ext>
            </a:extLst>
          </p:cNvPr>
          <p:cNvSpPr txBox="1"/>
          <p:nvPr/>
        </p:nvSpPr>
        <p:spPr>
          <a:xfrm>
            <a:off x="4192030" y="1917186"/>
            <a:ext cx="6110416" cy="369332"/>
          </a:xfrm>
          <a:prstGeom prst="rect">
            <a:avLst/>
          </a:prstGeom>
          <a:noFill/>
        </p:spPr>
        <p:txBody>
          <a:bodyPr wrap="square">
            <a:spAutoFit/>
          </a:bodyPr>
          <a:lstStyle/>
          <a:p>
            <a:r>
              <a:rPr lang="es-ES" dirty="0" err="1"/>
              <a:t>Reasons</a:t>
            </a:r>
            <a:r>
              <a:rPr lang="es-ES" dirty="0"/>
              <a:t> </a:t>
            </a:r>
            <a:r>
              <a:rPr lang="es-ES" dirty="0" err="1"/>
              <a:t>to</a:t>
            </a:r>
            <a:r>
              <a:rPr lang="es-ES" dirty="0"/>
              <a:t> use </a:t>
            </a:r>
            <a:r>
              <a:rPr lang="es-ES" dirty="0" err="1"/>
              <a:t>both</a:t>
            </a:r>
            <a:r>
              <a:rPr lang="es-ES" dirty="0"/>
              <a:t> </a:t>
            </a:r>
            <a:r>
              <a:rPr lang="es-ES" dirty="0" err="1"/>
              <a:t>instances</a:t>
            </a:r>
            <a:endParaRPr lang="es-ES" dirty="0"/>
          </a:p>
        </p:txBody>
      </p:sp>
    </p:spTree>
    <p:extLst>
      <p:ext uri="{BB962C8B-B14F-4D97-AF65-F5344CB8AC3E}">
        <p14:creationId xmlns:p14="http://schemas.microsoft.com/office/powerpoint/2010/main" val="12186176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EBE0024-4735-7F94-C9D9-EBDBDB801E6B}"/>
              </a:ext>
            </a:extLst>
          </p:cNvPr>
          <p:cNvSpPr>
            <a:spLocks noGrp="1"/>
          </p:cNvSpPr>
          <p:nvPr>
            <p:ph type="body" sz="quarter" idx="27"/>
          </p:nvPr>
        </p:nvSpPr>
        <p:spPr>
          <a:xfrm>
            <a:off x="629996" y="2190484"/>
            <a:ext cx="1865376" cy="1536029"/>
          </a:xfrm>
          <a:ln>
            <a:solidFill>
              <a:srgbClr val="80B894"/>
            </a:solidFill>
          </a:ln>
        </p:spPr>
        <p:txBody>
          <a:bodyPr/>
          <a:lstStyle/>
          <a:p>
            <a:r>
              <a:rPr lang="en-US" sz="1600" b="0" dirty="0"/>
              <a:t>Multi-region data compliance</a:t>
            </a:r>
          </a:p>
        </p:txBody>
      </p:sp>
      <p:sp>
        <p:nvSpPr>
          <p:cNvPr id="9" name="Text Placeholder 8">
            <a:extLst>
              <a:ext uri="{FF2B5EF4-FFF2-40B4-BE49-F238E27FC236}">
                <a16:creationId xmlns:a16="http://schemas.microsoft.com/office/drawing/2014/main" id="{93FE0636-7845-5D57-515A-F3A82C5AF80C}"/>
              </a:ext>
            </a:extLst>
          </p:cNvPr>
          <p:cNvSpPr>
            <a:spLocks noGrp="1"/>
          </p:cNvSpPr>
          <p:nvPr>
            <p:ph type="body" sz="quarter" idx="46"/>
          </p:nvPr>
        </p:nvSpPr>
        <p:spPr>
          <a:xfrm>
            <a:off x="3434279" y="2173455"/>
            <a:ext cx="1865376" cy="1536029"/>
          </a:xfrm>
          <a:ln>
            <a:solidFill>
              <a:srgbClr val="80B894"/>
            </a:solidFill>
          </a:ln>
        </p:spPr>
        <p:txBody>
          <a:bodyPr/>
          <a:lstStyle/>
          <a:p>
            <a:r>
              <a:rPr lang="en-US" sz="1600" b="0" dirty="0"/>
              <a:t>Historical data consolidation into one platform</a:t>
            </a:r>
          </a:p>
        </p:txBody>
      </p:sp>
      <p:sp>
        <p:nvSpPr>
          <p:cNvPr id="10" name="Text Placeholder 9">
            <a:extLst>
              <a:ext uri="{FF2B5EF4-FFF2-40B4-BE49-F238E27FC236}">
                <a16:creationId xmlns:a16="http://schemas.microsoft.com/office/drawing/2014/main" id="{8FDD784A-8AB2-08D7-625B-B07B61B08CBF}"/>
              </a:ext>
            </a:extLst>
          </p:cNvPr>
          <p:cNvSpPr>
            <a:spLocks noGrp="1"/>
          </p:cNvSpPr>
          <p:nvPr>
            <p:ph type="body" sz="quarter" idx="47"/>
          </p:nvPr>
        </p:nvSpPr>
        <p:spPr>
          <a:xfrm>
            <a:off x="6238562" y="2178838"/>
            <a:ext cx="1865376" cy="1536029"/>
          </a:xfrm>
          <a:ln>
            <a:solidFill>
              <a:srgbClr val="80B894"/>
            </a:solidFill>
          </a:ln>
        </p:spPr>
        <p:txBody>
          <a:bodyPr/>
          <a:lstStyle/>
          <a:p>
            <a:r>
              <a:rPr lang="en-US" sz="1600" b="0" dirty="0"/>
              <a:t>Seamless cross-region data replication</a:t>
            </a:r>
          </a:p>
        </p:txBody>
      </p:sp>
      <p:sp>
        <p:nvSpPr>
          <p:cNvPr id="11" name="Text Placeholder 10">
            <a:extLst>
              <a:ext uri="{FF2B5EF4-FFF2-40B4-BE49-F238E27FC236}">
                <a16:creationId xmlns:a16="http://schemas.microsoft.com/office/drawing/2014/main" id="{9CFF40CD-5224-E2EB-7406-1BF705A34C88}"/>
              </a:ext>
            </a:extLst>
          </p:cNvPr>
          <p:cNvSpPr>
            <a:spLocks noGrp="1"/>
          </p:cNvSpPr>
          <p:nvPr>
            <p:ph type="body" sz="quarter" idx="48"/>
          </p:nvPr>
        </p:nvSpPr>
        <p:spPr>
          <a:xfrm>
            <a:off x="9042845" y="2183051"/>
            <a:ext cx="1865376" cy="1536029"/>
          </a:xfrm>
          <a:ln>
            <a:solidFill>
              <a:srgbClr val="80B894"/>
            </a:solidFill>
          </a:ln>
        </p:spPr>
        <p:txBody>
          <a:bodyPr/>
          <a:lstStyle/>
          <a:p>
            <a:r>
              <a:rPr lang="en-US" sz="1600" b="0" dirty="0"/>
              <a:t>Integrate SAP SuccessFactors, Workday, and third-party tools</a:t>
            </a:r>
          </a:p>
        </p:txBody>
      </p:sp>
      <p:sp>
        <p:nvSpPr>
          <p:cNvPr id="13" name="Footer Placeholder 12">
            <a:extLst>
              <a:ext uri="{FF2B5EF4-FFF2-40B4-BE49-F238E27FC236}">
                <a16:creationId xmlns:a16="http://schemas.microsoft.com/office/drawing/2014/main" id="{D4096786-F9A0-7418-FB00-AE4BB8A8EBF9}"/>
              </a:ext>
            </a:extLst>
          </p:cNvPr>
          <p:cNvSpPr>
            <a:spLocks noGrp="1"/>
          </p:cNvSpPr>
          <p:nvPr>
            <p:ph type="ftr" sz="quarter" idx="54"/>
          </p:nvPr>
        </p:nvSpPr>
        <p:spPr/>
        <p:txBody>
          <a:bodyPr/>
          <a:lstStyle/>
          <a:p>
            <a:r>
              <a:rPr lang="en-US" noProof="0"/>
              <a:t>Confidential | @2025 ServiceWow. All Rights Reserved</a:t>
            </a:r>
            <a:endParaRPr lang="en-US" noProof="0" dirty="0"/>
          </a:p>
        </p:txBody>
      </p:sp>
      <p:sp>
        <p:nvSpPr>
          <p:cNvPr id="14" name="TextBox 13">
            <a:extLst>
              <a:ext uri="{FF2B5EF4-FFF2-40B4-BE49-F238E27FC236}">
                <a16:creationId xmlns:a16="http://schemas.microsoft.com/office/drawing/2014/main" id="{DFEB4297-33B1-C29A-AF78-E9D1E58AC607}"/>
              </a:ext>
            </a:extLst>
          </p:cNvPr>
          <p:cNvSpPr txBox="1"/>
          <p:nvPr/>
        </p:nvSpPr>
        <p:spPr>
          <a:xfrm>
            <a:off x="3249548" y="1817911"/>
            <a:ext cx="184731" cy="369332"/>
          </a:xfrm>
          <a:prstGeom prst="rect">
            <a:avLst/>
          </a:prstGeom>
        </p:spPr>
        <p:txBody>
          <a:bodyPr wrap="none" rtlCol="0">
            <a:spAutoFit/>
          </a:bodyPr>
          <a:lstStyle/>
          <a:p>
            <a:pPr marL="0" indent="0" algn="ctr">
              <a:lnSpc>
                <a:spcPct val="100000"/>
              </a:lnSpc>
              <a:spcBef>
                <a:spcPts val="0"/>
              </a:spcBef>
              <a:buFontTx/>
              <a:buNone/>
            </a:pPr>
            <a:endParaRPr lang="en-US" sz="1800" dirty="0">
              <a:solidFill>
                <a:prstClr val="white"/>
              </a:solidFill>
              <a:latin typeface="Posterama" panose="020B0504020200020000" pitchFamily="34" charset="0"/>
              <a:ea typeface="微软雅黑"/>
              <a:cs typeface="Posterama" panose="020B0504020200020000" pitchFamily="34" charset="0"/>
            </a:endParaRPr>
          </a:p>
        </p:txBody>
      </p:sp>
      <p:sp>
        <p:nvSpPr>
          <p:cNvPr id="15" name="TextBox 14">
            <a:extLst>
              <a:ext uri="{FF2B5EF4-FFF2-40B4-BE49-F238E27FC236}">
                <a16:creationId xmlns:a16="http://schemas.microsoft.com/office/drawing/2014/main" id="{01590DF1-84E6-CB53-68FA-6C056121D54B}"/>
              </a:ext>
            </a:extLst>
          </p:cNvPr>
          <p:cNvSpPr txBox="1"/>
          <p:nvPr/>
        </p:nvSpPr>
        <p:spPr>
          <a:xfrm>
            <a:off x="4229780" y="1371957"/>
            <a:ext cx="3048000" cy="369332"/>
          </a:xfrm>
          <a:prstGeom prst="rect">
            <a:avLst/>
          </a:prstGeom>
        </p:spPr>
        <p:txBody>
          <a:bodyPr wrap="square" rtlCol="0">
            <a:spAutoFit/>
          </a:bodyPr>
          <a:lstStyle/>
          <a:p>
            <a:pPr algn="ctr"/>
            <a:r>
              <a:rPr lang="en-US" sz="1800" dirty="0">
                <a:solidFill>
                  <a:schemeClr val="accent6"/>
                </a:solidFill>
              </a:rPr>
              <a:t>Sovereign Bank needs:</a:t>
            </a:r>
          </a:p>
        </p:txBody>
      </p:sp>
      <p:sp>
        <p:nvSpPr>
          <p:cNvPr id="16" name="TextBox 15">
            <a:extLst>
              <a:ext uri="{FF2B5EF4-FFF2-40B4-BE49-F238E27FC236}">
                <a16:creationId xmlns:a16="http://schemas.microsoft.com/office/drawing/2014/main" id="{39F3CB28-D6BB-4B37-C570-642C5EA611D5}"/>
              </a:ext>
            </a:extLst>
          </p:cNvPr>
          <p:cNvSpPr txBox="1"/>
          <p:nvPr/>
        </p:nvSpPr>
        <p:spPr>
          <a:xfrm>
            <a:off x="3434278" y="4062115"/>
            <a:ext cx="4639002" cy="369332"/>
          </a:xfrm>
          <a:prstGeom prst="rect">
            <a:avLst/>
          </a:prstGeom>
        </p:spPr>
        <p:txBody>
          <a:bodyPr wrap="square" rtlCol="0">
            <a:spAutoFit/>
          </a:bodyPr>
          <a:lstStyle/>
          <a:p>
            <a:pPr algn="ctr"/>
            <a:r>
              <a:rPr lang="en-US" sz="1800" dirty="0">
                <a:solidFill>
                  <a:schemeClr val="accent6"/>
                </a:solidFill>
              </a:rPr>
              <a:t>Does This Warrant Domain Separation?</a:t>
            </a:r>
          </a:p>
        </p:txBody>
      </p:sp>
      <p:sp>
        <p:nvSpPr>
          <p:cNvPr id="23" name="&quot;Not Allowed&quot; Symbol 22">
            <a:extLst>
              <a:ext uri="{FF2B5EF4-FFF2-40B4-BE49-F238E27FC236}">
                <a16:creationId xmlns:a16="http://schemas.microsoft.com/office/drawing/2014/main" id="{37E7B355-6ACE-9EC3-4D29-83AE6640CA23}"/>
              </a:ext>
            </a:extLst>
          </p:cNvPr>
          <p:cNvSpPr/>
          <p:nvPr/>
        </p:nvSpPr>
        <p:spPr>
          <a:xfrm>
            <a:off x="5396413" y="3815313"/>
            <a:ext cx="931931" cy="878224"/>
          </a:xfrm>
          <a:prstGeom prst="noSmoking">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Text Placeholder 6">
            <a:extLst>
              <a:ext uri="{FF2B5EF4-FFF2-40B4-BE49-F238E27FC236}">
                <a16:creationId xmlns:a16="http://schemas.microsoft.com/office/drawing/2014/main" id="{1B19C552-1468-F45E-D947-4A74F96119BA}"/>
              </a:ext>
            </a:extLst>
          </p:cNvPr>
          <p:cNvSpPr txBox="1">
            <a:spLocks/>
          </p:cNvSpPr>
          <p:nvPr/>
        </p:nvSpPr>
        <p:spPr>
          <a:xfrm>
            <a:off x="4229780" y="4869458"/>
            <a:ext cx="3265198" cy="1536029"/>
          </a:xfrm>
          <a:prstGeom prst="rect">
            <a:avLst/>
          </a:prstGeom>
          <a:ln w="19050">
            <a:noFill/>
          </a:ln>
        </p:spPr>
        <p:txBody>
          <a:bodyPr vert="horz" lIns="91440" tIns="45720" rIns="91440" bIns="45720" rtlCol="0" anchor="ctr">
            <a:noAutofit/>
          </a:bodyPr>
          <a:lstStyle>
            <a:lvl1pPr marL="0" indent="0" algn="ctr" defTabSz="914400" rtl="0" eaLnBrk="1" latinLnBrk="0" hangingPunct="1">
              <a:lnSpc>
                <a:spcPct val="100000"/>
              </a:lnSpc>
              <a:spcBef>
                <a:spcPts val="1000"/>
              </a:spcBef>
              <a:buFontTx/>
              <a:buNone/>
              <a:defRPr sz="1800" b="1" i="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0" dirty="0"/>
              <a:t>MSPs serving multiple customers in one instance</a:t>
            </a:r>
          </a:p>
        </p:txBody>
      </p:sp>
      <p:sp>
        <p:nvSpPr>
          <p:cNvPr id="25" name="Text Placeholder 6">
            <a:extLst>
              <a:ext uri="{FF2B5EF4-FFF2-40B4-BE49-F238E27FC236}">
                <a16:creationId xmlns:a16="http://schemas.microsoft.com/office/drawing/2014/main" id="{418D395E-AF61-5222-21F8-20258FE99C09}"/>
              </a:ext>
            </a:extLst>
          </p:cNvPr>
          <p:cNvSpPr txBox="1">
            <a:spLocks/>
          </p:cNvSpPr>
          <p:nvPr/>
        </p:nvSpPr>
        <p:spPr>
          <a:xfrm>
            <a:off x="292201" y="4868257"/>
            <a:ext cx="3276600" cy="1536029"/>
          </a:xfrm>
          <a:prstGeom prst="rect">
            <a:avLst/>
          </a:prstGeom>
          <a:ln w="19050">
            <a:noFill/>
          </a:ln>
        </p:spPr>
        <p:txBody>
          <a:bodyPr vert="horz" lIns="91440" tIns="45720" rIns="91440" bIns="45720" rtlCol="0" anchor="ctr">
            <a:noAutofit/>
          </a:bodyPr>
          <a:lstStyle>
            <a:lvl1pPr marL="0" indent="0" algn="ctr" defTabSz="914400" rtl="0" eaLnBrk="1" latinLnBrk="0" hangingPunct="1">
              <a:lnSpc>
                <a:spcPct val="100000"/>
              </a:lnSpc>
              <a:spcBef>
                <a:spcPts val="1000"/>
              </a:spcBef>
              <a:buFontTx/>
              <a:buNone/>
              <a:defRPr sz="1800" b="1" i="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0" dirty="0"/>
              <a:t>Isolated units with separate data, workflows, and admins</a:t>
            </a:r>
          </a:p>
        </p:txBody>
      </p:sp>
      <p:sp>
        <p:nvSpPr>
          <p:cNvPr id="26" name="Text Placeholder 6">
            <a:extLst>
              <a:ext uri="{FF2B5EF4-FFF2-40B4-BE49-F238E27FC236}">
                <a16:creationId xmlns:a16="http://schemas.microsoft.com/office/drawing/2014/main" id="{9680BE94-FF76-AD47-4748-E5CDC6CB4A44}"/>
              </a:ext>
            </a:extLst>
          </p:cNvPr>
          <p:cNvSpPr txBox="1">
            <a:spLocks/>
          </p:cNvSpPr>
          <p:nvPr/>
        </p:nvSpPr>
        <p:spPr>
          <a:xfrm>
            <a:off x="8155957" y="4869457"/>
            <a:ext cx="3276600" cy="1536029"/>
          </a:xfrm>
          <a:prstGeom prst="rect">
            <a:avLst/>
          </a:prstGeom>
          <a:ln w="19050">
            <a:noFill/>
          </a:ln>
        </p:spPr>
        <p:txBody>
          <a:bodyPr vert="horz" lIns="91440" tIns="45720" rIns="91440" bIns="45720" rtlCol="0" anchor="ctr">
            <a:noAutofit/>
          </a:bodyPr>
          <a:lstStyle>
            <a:lvl1pPr marL="0" indent="0" algn="ctr" defTabSz="914400" rtl="0" eaLnBrk="1" latinLnBrk="0" hangingPunct="1">
              <a:lnSpc>
                <a:spcPct val="100000"/>
              </a:lnSpc>
              <a:spcBef>
                <a:spcPts val="1000"/>
              </a:spcBef>
              <a:buFontTx/>
              <a:buNone/>
              <a:defRPr sz="1800" b="1" i="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0" dirty="0"/>
              <a:t>Sovereign Bank needs-controlled access, not full isolation</a:t>
            </a:r>
          </a:p>
        </p:txBody>
      </p:sp>
      <p:cxnSp>
        <p:nvCxnSpPr>
          <p:cNvPr id="30" name="Straight Arrow Connector 29">
            <a:extLst>
              <a:ext uri="{FF2B5EF4-FFF2-40B4-BE49-F238E27FC236}">
                <a16:creationId xmlns:a16="http://schemas.microsoft.com/office/drawing/2014/main" id="{676C3CAD-6610-A188-FA55-8DAE9182BD8E}"/>
              </a:ext>
            </a:extLst>
          </p:cNvPr>
          <p:cNvCxnSpPr>
            <a:cxnSpLocks/>
            <a:stCxn id="15" idx="2"/>
            <a:endCxn id="7" idx="0"/>
          </p:cNvCxnSpPr>
          <p:nvPr/>
        </p:nvCxnSpPr>
        <p:spPr>
          <a:xfrm flipH="1">
            <a:off x="1562684" y="1741289"/>
            <a:ext cx="4191096" cy="449195"/>
          </a:xfrm>
          <a:prstGeom prst="straightConnector1">
            <a:avLst/>
          </a:prstGeom>
          <a:ln>
            <a:solidFill>
              <a:srgbClr val="80B894"/>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0953029-7B92-7C55-F311-D19661B783EF}"/>
              </a:ext>
            </a:extLst>
          </p:cNvPr>
          <p:cNvCxnSpPr>
            <a:stCxn id="15" idx="2"/>
            <a:endCxn id="9" idx="0"/>
          </p:cNvCxnSpPr>
          <p:nvPr/>
        </p:nvCxnSpPr>
        <p:spPr>
          <a:xfrm flipH="1">
            <a:off x="4366967" y="1741289"/>
            <a:ext cx="1386813" cy="432166"/>
          </a:xfrm>
          <a:prstGeom prst="straightConnector1">
            <a:avLst/>
          </a:prstGeom>
          <a:ln>
            <a:solidFill>
              <a:srgbClr val="80B894"/>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595EC2C-04FC-743F-BFF4-8B859673FEF3}"/>
              </a:ext>
            </a:extLst>
          </p:cNvPr>
          <p:cNvCxnSpPr>
            <a:stCxn id="15" idx="2"/>
            <a:endCxn id="10" idx="0"/>
          </p:cNvCxnSpPr>
          <p:nvPr/>
        </p:nvCxnSpPr>
        <p:spPr>
          <a:xfrm>
            <a:off x="5753780" y="1741289"/>
            <a:ext cx="1417470" cy="437549"/>
          </a:xfrm>
          <a:prstGeom prst="straightConnector1">
            <a:avLst/>
          </a:prstGeom>
          <a:ln>
            <a:solidFill>
              <a:srgbClr val="80B894"/>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8A08B532-E36D-F3E6-4CF8-FA3D4312A90F}"/>
              </a:ext>
            </a:extLst>
          </p:cNvPr>
          <p:cNvCxnSpPr>
            <a:cxnSpLocks/>
            <a:stCxn id="15" idx="2"/>
            <a:endCxn id="11" idx="0"/>
          </p:cNvCxnSpPr>
          <p:nvPr/>
        </p:nvCxnSpPr>
        <p:spPr>
          <a:xfrm>
            <a:off x="5753780" y="1741289"/>
            <a:ext cx="4221753" cy="441762"/>
          </a:xfrm>
          <a:prstGeom prst="straightConnector1">
            <a:avLst/>
          </a:prstGeom>
          <a:ln>
            <a:solidFill>
              <a:srgbClr val="80B894"/>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B7044B7B-AF5C-7C60-84B7-F69604A71524}"/>
              </a:ext>
            </a:extLst>
          </p:cNvPr>
          <p:cNvCxnSpPr>
            <a:cxnSpLocks/>
            <a:stCxn id="40" idx="2"/>
          </p:cNvCxnSpPr>
          <p:nvPr/>
        </p:nvCxnSpPr>
        <p:spPr>
          <a:xfrm flipH="1">
            <a:off x="1905000" y="4798145"/>
            <a:ext cx="3859345" cy="51408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6" name="Straight Arrow Connector 45">
            <a:extLst>
              <a:ext uri="{FF2B5EF4-FFF2-40B4-BE49-F238E27FC236}">
                <a16:creationId xmlns:a16="http://schemas.microsoft.com/office/drawing/2014/main" id="{BFBFD0DE-E2AE-4035-67D4-82D28FFEA05A}"/>
              </a:ext>
            </a:extLst>
          </p:cNvPr>
          <p:cNvCxnSpPr>
            <a:cxnSpLocks/>
            <a:stCxn id="40" idx="2"/>
          </p:cNvCxnSpPr>
          <p:nvPr/>
        </p:nvCxnSpPr>
        <p:spPr>
          <a:xfrm>
            <a:off x="5764345" y="4798145"/>
            <a:ext cx="4021912" cy="51408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8" name="Straight Arrow Connector 47">
            <a:extLst>
              <a:ext uri="{FF2B5EF4-FFF2-40B4-BE49-F238E27FC236}">
                <a16:creationId xmlns:a16="http://schemas.microsoft.com/office/drawing/2014/main" id="{7A5E94C7-E0E1-AF95-1E62-DDF256689B22}"/>
              </a:ext>
            </a:extLst>
          </p:cNvPr>
          <p:cNvCxnSpPr>
            <a:cxnSpLocks/>
            <a:stCxn id="40" idx="2"/>
          </p:cNvCxnSpPr>
          <p:nvPr/>
        </p:nvCxnSpPr>
        <p:spPr>
          <a:xfrm>
            <a:off x="5764345" y="4798145"/>
            <a:ext cx="0" cy="51408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40" name="Rectangle 39">
            <a:extLst>
              <a:ext uri="{FF2B5EF4-FFF2-40B4-BE49-F238E27FC236}">
                <a16:creationId xmlns:a16="http://schemas.microsoft.com/office/drawing/2014/main" id="{0BEF5C0D-A890-B821-891D-010C2F17E951}"/>
              </a:ext>
            </a:extLst>
          </p:cNvPr>
          <p:cNvSpPr/>
          <p:nvPr/>
        </p:nvSpPr>
        <p:spPr>
          <a:xfrm>
            <a:off x="3337150" y="3732749"/>
            <a:ext cx="4854390" cy="106539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000"/>
              </a:spcBef>
            </a:pPr>
            <a:r>
              <a:rPr lang="en-US" dirty="0">
                <a:solidFill>
                  <a:schemeClr val="accent6"/>
                </a:solidFill>
              </a:rPr>
              <a:t>Domain separation is meant for:</a:t>
            </a:r>
          </a:p>
        </p:txBody>
      </p:sp>
      <p:sp>
        <p:nvSpPr>
          <p:cNvPr id="2" name="Title 1">
            <a:extLst>
              <a:ext uri="{FF2B5EF4-FFF2-40B4-BE49-F238E27FC236}">
                <a16:creationId xmlns:a16="http://schemas.microsoft.com/office/drawing/2014/main" id="{8307B7B9-4996-1878-5D33-78156EDB84B5}"/>
              </a:ext>
            </a:extLst>
          </p:cNvPr>
          <p:cNvSpPr txBox="1">
            <a:spLocks/>
          </p:cNvSpPr>
          <p:nvPr/>
        </p:nvSpPr>
        <p:spPr>
          <a:xfrm>
            <a:off x="845675" y="419285"/>
            <a:ext cx="9628361" cy="817234"/>
          </a:xfrm>
          <a:prstGeom prst="rect">
            <a:avLst/>
          </a:prstGeom>
        </p:spPr>
        <p:txBody>
          <a:bodyPr vert="horz" lIns="91440" tIns="45720" rIns="91440" bIns="45720" rtlCol="0" anchor="t" anchorCtr="0">
            <a:noAutofit/>
          </a:bodyPr>
          <a:lstStyle>
            <a:lvl1pPr algn="l" defTabSz="914400" rtl="0" eaLnBrk="1" latinLnBrk="0" hangingPunct="1">
              <a:lnSpc>
                <a:spcPct val="100000"/>
              </a:lnSpc>
              <a:spcBef>
                <a:spcPct val="0"/>
              </a:spcBef>
              <a:buNone/>
              <a:defRPr sz="3200" b="1" kern="1200">
                <a:solidFill>
                  <a:schemeClr val="bg1"/>
                </a:solidFill>
                <a:latin typeface="+mj-lt"/>
                <a:ea typeface="+mj-ea"/>
                <a:cs typeface="+mj-cs"/>
              </a:defRPr>
            </a:lvl1pPr>
          </a:lstStyle>
          <a:p>
            <a:r>
              <a:rPr lang="en-US" sz="4000" dirty="0">
                <a:solidFill>
                  <a:schemeClr val="accent6"/>
                </a:solidFill>
              </a:rPr>
              <a:t>Domain Separation - Sovereign Bank</a:t>
            </a:r>
          </a:p>
        </p:txBody>
      </p:sp>
    </p:spTree>
    <p:extLst>
      <p:ext uri="{BB962C8B-B14F-4D97-AF65-F5344CB8AC3E}">
        <p14:creationId xmlns:p14="http://schemas.microsoft.com/office/powerpoint/2010/main" val="1680958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bg/>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bg/>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bg/>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circle(in)">
                                      <p:cBhvr>
                                        <p:cTn id="43" dur="500"/>
                                        <p:tgtEl>
                                          <p:spTgt spid="23"/>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43"/>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25"/>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4"/>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48"/>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6"/>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animBg="1"/>
      <p:bldP spid="9" grpId="0" uiExpand="1" build="p" animBg="1"/>
      <p:bldP spid="10" grpId="0" uiExpand="1" build="p" animBg="1"/>
      <p:bldP spid="11" grpId="0" uiExpand="1" build="p" animBg="1"/>
      <p:bldP spid="16" grpId="0"/>
      <p:bldP spid="23" grpId="0" animBg="1"/>
      <p:bldP spid="24" grpId="0"/>
      <p:bldP spid="25" grpId="0"/>
      <p:bldP spid="26" grpId="0"/>
      <p:bldP spid="4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2F704-FBB7-EC42-6AB4-883F3B62CE50}"/>
            </a:ext>
          </a:extLst>
        </p:cNvPr>
        <p:cNvGrpSpPr/>
        <p:nvPr/>
      </p:nvGrpSpPr>
      <p:grpSpPr>
        <a:xfrm>
          <a:off x="0" y="0"/>
          <a:ext cx="0" cy="0"/>
          <a:chOff x="0" y="0"/>
          <a:chExt cx="0" cy="0"/>
        </a:xfrm>
      </p:grpSpPr>
      <p:sp>
        <p:nvSpPr>
          <p:cNvPr id="57" name="Freeform: Shape 56">
            <a:extLst>
              <a:ext uri="{FF2B5EF4-FFF2-40B4-BE49-F238E27FC236}">
                <a16:creationId xmlns:a16="http://schemas.microsoft.com/office/drawing/2014/main" id="{CC7A3F41-462F-36A9-A859-9BA7B329E1F5}"/>
              </a:ext>
            </a:extLst>
          </p:cNvPr>
          <p:cNvSpPr/>
          <p:nvPr/>
        </p:nvSpPr>
        <p:spPr>
          <a:xfrm>
            <a:off x="11793186" y="1"/>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221" name="Freeform: Shape 220">
            <a:extLst>
              <a:ext uri="{FF2B5EF4-FFF2-40B4-BE49-F238E27FC236}">
                <a16:creationId xmlns:a16="http://schemas.microsoft.com/office/drawing/2014/main" id="{E68BE249-4C3F-8099-4B5C-59F5A7795535}"/>
              </a:ext>
            </a:extLst>
          </p:cNvPr>
          <p:cNvSpPr/>
          <p:nvPr/>
        </p:nvSpPr>
        <p:spPr>
          <a:xfrm>
            <a:off x="0" y="2170842"/>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2FC8F1B4-9952-717C-0339-FB1AABFA8E33}"/>
              </a:ext>
            </a:extLst>
          </p:cNvPr>
          <p:cNvSpPr/>
          <p:nvPr/>
        </p:nvSpPr>
        <p:spPr>
          <a:xfrm>
            <a:off x="-4916" y="3316302"/>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DDE487E7-23AA-09FA-CFCD-ABE5D6893D71}"/>
              </a:ext>
            </a:extLst>
          </p:cNvPr>
          <p:cNvSpPr/>
          <p:nvPr/>
        </p:nvSpPr>
        <p:spPr>
          <a:xfrm>
            <a:off x="14751" y="4456844"/>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9" name="Footer Placeholder 8">
            <a:extLst>
              <a:ext uri="{FF2B5EF4-FFF2-40B4-BE49-F238E27FC236}">
                <a16:creationId xmlns:a16="http://schemas.microsoft.com/office/drawing/2014/main" id="{BF104F24-F3B7-91E6-67E8-CE20537D500B}"/>
              </a:ext>
            </a:extLst>
          </p:cNvPr>
          <p:cNvSpPr>
            <a:spLocks noGrp="1"/>
          </p:cNvSpPr>
          <p:nvPr>
            <p:ph type="ftr" sz="quarter" idx="11"/>
          </p:nvPr>
        </p:nvSpPr>
        <p:spPr>
          <a:noFill/>
        </p:spPr>
        <p:txBody>
          <a:bodyPr/>
          <a:lstStyle/>
          <a:p>
            <a:r>
              <a:rPr lang="en-IN" dirty="0"/>
              <a:t>Confidential | @2025 </a:t>
            </a:r>
            <a:r>
              <a:rPr lang="en-IN" dirty="0" err="1"/>
              <a:t>ServiceWow</a:t>
            </a:r>
            <a:r>
              <a:rPr lang="en-IN" dirty="0"/>
              <a:t>. All Rights Reserved</a:t>
            </a:r>
          </a:p>
        </p:txBody>
      </p:sp>
      <p:sp>
        <p:nvSpPr>
          <p:cNvPr id="4" name="Title 1">
            <a:extLst>
              <a:ext uri="{FF2B5EF4-FFF2-40B4-BE49-F238E27FC236}">
                <a16:creationId xmlns:a16="http://schemas.microsoft.com/office/drawing/2014/main" id="{A016E268-2AF6-117E-66B8-20C1E2E3C46B}"/>
              </a:ext>
            </a:extLst>
          </p:cNvPr>
          <p:cNvSpPr txBox="1">
            <a:spLocks/>
          </p:cNvSpPr>
          <p:nvPr/>
        </p:nvSpPr>
        <p:spPr>
          <a:xfrm>
            <a:off x="806115" y="409483"/>
            <a:ext cx="9628361" cy="817234"/>
          </a:xfrm>
          <a:prstGeom prst="rect">
            <a:avLst/>
          </a:prstGeom>
        </p:spPr>
        <p:txBody>
          <a:bodyPr vert="horz" lIns="91440" tIns="45720" rIns="91440" bIns="45720" rtlCol="0" anchor="t" anchorCtr="0">
            <a:noAutofit/>
          </a:bodyPr>
          <a:lstStyle>
            <a:lvl1pPr algn="l" defTabSz="914400" rtl="0" eaLnBrk="1" latinLnBrk="0" hangingPunct="1">
              <a:lnSpc>
                <a:spcPct val="100000"/>
              </a:lnSpc>
              <a:spcBef>
                <a:spcPct val="0"/>
              </a:spcBef>
              <a:buNone/>
              <a:defRPr sz="3200" b="1" kern="1200">
                <a:solidFill>
                  <a:schemeClr val="bg1"/>
                </a:solidFill>
                <a:latin typeface="+mj-lt"/>
                <a:ea typeface="+mj-ea"/>
                <a:cs typeface="+mj-cs"/>
              </a:defRPr>
            </a:lvl1pPr>
          </a:lstStyle>
          <a:p>
            <a:r>
              <a:rPr lang="en-US" sz="4000" dirty="0">
                <a:solidFill>
                  <a:schemeClr val="accent6"/>
                </a:solidFill>
              </a:rPr>
              <a:t>Key Takeaways</a:t>
            </a:r>
          </a:p>
        </p:txBody>
      </p:sp>
      <p:sp>
        <p:nvSpPr>
          <p:cNvPr id="7" name="Google Shape;353;p10">
            <a:extLst>
              <a:ext uri="{FF2B5EF4-FFF2-40B4-BE49-F238E27FC236}">
                <a16:creationId xmlns:a16="http://schemas.microsoft.com/office/drawing/2014/main" id="{E3F507C2-6ACF-C422-4392-B0393DFB1D5F}"/>
              </a:ext>
            </a:extLst>
          </p:cNvPr>
          <p:cNvSpPr/>
          <p:nvPr/>
        </p:nvSpPr>
        <p:spPr>
          <a:xfrm>
            <a:off x="1363310" y="4145532"/>
            <a:ext cx="264375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 name="Group 20">
            <a:extLst>
              <a:ext uri="{FF2B5EF4-FFF2-40B4-BE49-F238E27FC236}">
                <a16:creationId xmlns:a16="http://schemas.microsoft.com/office/drawing/2014/main" id="{89A6F9CF-1077-BC14-802B-8A2112E465AF}"/>
              </a:ext>
            </a:extLst>
          </p:cNvPr>
          <p:cNvGrpSpPr/>
          <p:nvPr/>
        </p:nvGrpSpPr>
        <p:grpSpPr>
          <a:xfrm>
            <a:off x="1363310" y="2030531"/>
            <a:ext cx="2643750" cy="2835001"/>
            <a:chOff x="1363310" y="2030531"/>
            <a:chExt cx="2643750" cy="2835001"/>
          </a:xfrm>
        </p:grpSpPr>
        <p:sp>
          <p:nvSpPr>
            <p:cNvPr id="3" name="Google Shape;351;p10">
              <a:extLst>
                <a:ext uri="{FF2B5EF4-FFF2-40B4-BE49-F238E27FC236}">
                  <a16:creationId xmlns:a16="http://schemas.microsoft.com/office/drawing/2014/main" id="{C0A062C7-1ED8-1A74-4AEB-E0FEE7593F88}"/>
                </a:ext>
              </a:extLst>
            </p:cNvPr>
            <p:cNvSpPr/>
            <p:nvPr/>
          </p:nvSpPr>
          <p:spPr>
            <a:xfrm>
              <a:off x="1878842" y="2030531"/>
              <a:ext cx="1612687" cy="1612687"/>
            </a:xfrm>
            <a:prstGeom prst="ellipse">
              <a:avLst/>
            </a:prstGeom>
            <a:solidFill>
              <a:srgbClr val="80B8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352;p10">
              <a:extLst>
                <a:ext uri="{FF2B5EF4-FFF2-40B4-BE49-F238E27FC236}">
                  <a16:creationId xmlns:a16="http://schemas.microsoft.com/office/drawing/2014/main" id="{486E18E8-A28D-E2EB-EFFD-06067BD5490B}"/>
                </a:ext>
              </a:extLst>
            </p:cNvPr>
            <p:cNvSpPr/>
            <p:nvPr/>
          </p:nvSpPr>
          <p:spPr>
            <a:xfrm>
              <a:off x="2222529" y="2374219"/>
              <a:ext cx="925312" cy="925312"/>
            </a:xfrm>
            <a:prstGeom prst="rect">
              <a:avLst/>
            </a:prstGeom>
            <a:blipFill rotWithShape="1">
              <a:blip r:embed="rId3">
                <a:alphaModFix/>
              </a:blip>
              <a:stretch>
                <a:fillRect/>
              </a:stretch>
            </a:blipFill>
            <a:ln w="15875" cap="rnd"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354;p10">
              <a:extLst>
                <a:ext uri="{FF2B5EF4-FFF2-40B4-BE49-F238E27FC236}">
                  <a16:creationId xmlns:a16="http://schemas.microsoft.com/office/drawing/2014/main" id="{3FBCDEE2-3DEA-9CEC-92D0-3887FCDA71A4}"/>
                </a:ext>
              </a:extLst>
            </p:cNvPr>
            <p:cNvSpPr txBox="1"/>
            <p:nvPr/>
          </p:nvSpPr>
          <p:spPr>
            <a:xfrm>
              <a:off x="1363310" y="4145532"/>
              <a:ext cx="2643750"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500"/>
                <a:buFont typeface="Century Gothic"/>
                <a:buNone/>
              </a:pPr>
              <a:r>
                <a:rPr lang="en-US" dirty="0">
                  <a:solidFill>
                    <a:schemeClr val="dk1"/>
                  </a:solidFill>
                  <a:latin typeface="Aptos" panose="020B0004020202020204" pitchFamily="34" charset="0"/>
                  <a:sym typeface="Century Gothic"/>
                </a:rPr>
                <a:t>IMPORTANCE OF DATA GOVERNANCE</a:t>
              </a:r>
              <a:endParaRPr dirty="0">
                <a:solidFill>
                  <a:schemeClr val="dk1"/>
                </a:solidFill>
                <a:latin typeface="Aptos" panose="020B0004020202020204" pitchFamily="34" charset="0"/>
                <a:sym typeface="Century Gothic"/>
              </a:endParaRPr>
            </a:p>
          </p:txBody>
        </p:sp>
      </p:grpSp>
      <p:sp>
        <p:nvSpPr>
          <p:cNvPr id="13" name="Google Shape;357;p10">
            <a:extLst>
              <a:ext uri="{FF2B5EF4-FFF2-40B4-BE49-F238E27FC236}">
                <a16:creationId xmlns:a16="http://schemas.microsoft.com/office/drawing/2014/main" id="{F341ED37-7C8A-DDA2-0C37-980F483404B9}"/>
              </a:ext>
            </a:extLst>
          </p:cNvPr>
          <p:cNvSpPr/>
          <p:nvPr/>
        </p:nvSpPr>
        <p:spPr>
          <a:xfrm>
            <a:off x="4469717" y="4145532"/>
            <a:ext cx="264375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roup 21">
            <a:extLst>
              <a:ext uri="{FF2B5EF4-FFF2-40B4-BE49-F238E27FC236}">
                <a16:creationId xmlns:a16="http://schemas.microsoft.com/office/drawing/2014/main" id="{D1894649-2920-E045-1DEE-DAAE038F4219}"/>
              </a:ext>
            </a:extLst>
          </p:cNvPr>
          <p:cNvGrpSpPr/>
          <p:nvPr/>
        </p:nvGrpSpPr>
        <p:grpSpPr>
          <a:xfrm>
            <a:off x="4469717" y="2030531"/>
            <a:ext cx="2643750" cy="2835001"/>
            <a:chOff x="4469717" y="2030531"/>
            <a:chExt cx="2643750" cy="2835001"/>
          </a:xfrm>
        </p:grpSpPr>
        <p:sp>
          <p:nvSpPr>
            <p:cNvPr id="11" name="Google Shape;355;p10">
              <a:extLst>
                <a:ext uri="{FF2B5EF4-FFF2-40B4-BE49-F238E27FC236}">
                  <a16:creationId xmlns:a16="http://schemas.microsoft.com/office/drawing/2014/main" id="{9C125732-5391-58BD-77CD-237C714AF718}"/>
                </a:ext>
              </a:extLst>
            </p:cNvPr>
            <p:cNvSpPr/>
            <p:nvPr/>
          </p:nvSpPr>
          <p:spPr>
            <a:xfrm>
              <a:off x="4985248" y="2030531"/>
              <a:ext cx="1612687" cy="1612687"/>
            </a:xfrm>
            <a:prstGeom prst="ellipse">
              <a:avLst/>
            </a:prstGeom>
            <a:solidFill>
              <a:srgbClr val="80B8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56;p10">
              <a:extLst>
                <a:ext uri="{FF2B5EF4-FFF2-40B4-BE49-F238E27FC236}">
                  <a16:creationId xmlns:a16="http://schemas.microsoft.com/office/drawing/2014/main" id="{A8321C26-B3EA-4001-FFC8-738FEFC29E29}"/>
                </a:ext>
              </a:extLst>
            </p:cNvPr>
            <p:cNvSpPr/>
            <p:nvPr/>
          </p:nvSpPr>
          <p:spPr>
            <a:xfrm>
              <a:off x="5328935" y="2374219"/>
              <a:ext cx="925312" cy="925312"/>
            </a:xfrm>
            <a:prstGeom prst="rect">
              <a:avLst/>
            </a:prstGeom>
            <a:blipFill rotWithShape="1">
              <a:blip r:embed="rId4">
                <a:alphaModFix/>
              </a:blip>
              <a:stretch>
                <a:fillRect/>
              </a:stretch>
            </a:blipFill>
            <a:ln w="15875" cap="rnd"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58;p10">
              <a:extLst>
                <a:ext uri="{FF2B5EF4-FFF2-40B4-BE49-F238E27FC236}">
                  <a16:creationId xmlns:a16="http://schemas.microsoft.com/office/drawing/2014/main" id="{907C3B7D-A102-E873-302D-22DD4F257BBD}"/>
                </a:ext>
              </a:extLst>
            </p:cNvPr>
            <p:cNvSpPr txBox="1"/>
            <p:nvPr/>
          </p:nvSpPr>
          <p:spPr>
            <a:xfrm>
              <a:off x="4469717" y="4145532"/>
              <a:ext cx="2643750"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500"/>
                <a:buFont typeface="Century Gothic"/>
                <a:buNone/>
              </a:pPr>
              <a:r>
                <a:rPr lang="en-US" dirty="0">
                  <a:solidFill>
                    <a:schemeClr val="dk1"/>
                  </a:solidFill>
                  <a:latin typeface="Aptos" panose="020B0004020202020204" pitchFamily="34" charset="0"/>
                  <a:sym typeface="Century Gothic"/>
                </a:rPr>
                <a:t>SYNCHRONIZING DATA BETWEEN SERVICENOW INSTANCES</a:t>
              </a:r>
              <a:endParaRPr dirty="0">
                <a:solidFill>
                  <a:schemeClr val="dk1"/>
                </a:solidFill>
                <a:latin typeface="Aptos" panose="020B0004020202020204" pitchFamily="34" charset="0"/>
                <a:sym typeface="Century Gothic"/>
              </a:endParaRPr>
            </a:p>
          </p:txBody>
        </p:sp>
      </p:grpSp>
      <p:sp>
        <p:nvSpPr>
          <p:cNvPr id="18" name="Google Shape;361;p10">
            <a:extLst>
              <a:ext uri="{FF2B5EF4-FFF2-40B4-BE49-F238E27FC236}">
                <a16:creationId xmlns:a16="http://schemas.microsoft.com/office/drawing/2014/main" id="{386BAC15-0C9E-035F-2006-AE54A46FB3B5}"/>
              </a:ext>
            </a:extLst>
          </p:cNvPr>
          <p:cNvSpPr/>
          <p:nvPr/>
        </p:nvSpPr>
        <p:spPr>
          <a:xfrm>
            <a:off x="7576123" y="4145532"/>
            <a:ext cx="264375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 name="Group 22">
            <a:extLst>
              <a:ext uri="{FF2B5EF4-FFF2-40B4-BE49-F238E27FC236}">
                <a16:creationId xmlns:a16="http://schemas.microsoft.com/office/drawing/2014/main" id="{141AA935-5DF6-266C-D693-2B35DA81237C}"/>
              </a:ext>
            </a:extLst>
          </p:cNvPr>
          <p:cNvGrpSpPr/>
          <p:nvPr/>
        </p:nvGrpSpPr>
        <p:grpSpPr>
          <a:xfrm>
            <a:off x="7576123" y="2030531"/>
            <a:ext cx="2643750" cy="2835001"/>
            <a:chOff x="7576123" y="2030531"/>
            <a:chExt cx="2643750" cy="2835001"/>
          </a:xfrm>
        </p:grpSpPr>
        <p:sp>
          <p:nvSpPr>
            <p:cNvPr id="15" name="Google Shape;359;p10">
              <a:extLst>
                <a:ext uri="{FF2B5EF4-FFF2-40B4-BE49-F238E27FC236}">
                  <a16:creationId xmlns:a16="http://schemas.microsoft.com/office/drawing/2014/main" id="{6AED665E-4E78-D8E4-D34E-6C59216E2115}"/>
                </a:ext>
              </a:extLst>
            </p:cNvPr>
            <p:cNvSpPr/>
            <p:nvPr/>
          </p:nvSpPr>
          <p:spPr>
            <a:xfrm>
              <a:off x="8091654" y="2030531"/>
              <a:ext cx="1612687" cy="1612687"/>
            </a:xfrm>
            <a:prstGeom prst="ellipse">
              <a:avLst/>
            </a:prstGeom>
            <a:solidFill>
              <a:srgbClr val="80B8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60;p10">
              <a:extLst>
                <a:ext uri="{FF2B5EF4-FFF2-40B4-BE49-F238E27FC236}">
                  <a16:creationId xmlns:a16="http://schemas.microsoft.com/office/drawing/2014/main" id="{5E13CF9E-B915-84BF-DDB2-A16DA93C0E59}"/>
                </a:ext>
              </a:extLst>
            </p:cNvPr>
            <p:cNvSpPr/>
            <p:nvPr/>
          </p:nvSpPr>
          <p:spPr>
            <a:xfrm>
              <a:off x="8435342" y="2374219"/>
              <a:ext cx="925312" cy="925312"/>
            </a:xfrm>
            <a:prstGeom prst="rect">
              <a:avLst/>
            </a:prstGeom>
            <a:blipFill rotWithShape="1">
              <a:blip r:embed="rId5">
                <a:alphaModFix/>
              </a:blip>
              <a:stretch>
                <a:fillRect/>
              </a:stretch>
            </a:blipFill>
            <a:ln w="15875" cap="rnd"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62;p10">
              <a:extLst>
                <a:ext uri="{FF2B5EF4-FFF2-40B4-BE49-F238E27FC236}">
                  <a16:creationId xmlns:a16="http://schemas.microsoft.com/office/drawing/2014/main" id="{055D2B81-B044-E899-AFB5-37DAE09423B2}"/>
                </a:ext>
              </a:extLst>
            </p:cNvPr>
            <p:cNvSpPr txBox="1"/>
            <p:nvPr/>
          </p:nvSpPr>
          <p:spPr>
            <a:xfrm>
              <a:off x="7576123" y="4145532"/>
              <a:ext cx="2643750" cy="720000"/>
            </a:xfrm>
            <a:prstGeom prst="rect">
              <a:avLst/>
            </a:prstGeom>
            <a:noFill/>
            <a:ln>
              <a:noFill/>
            </a:ln>
          </p:spPr>
          <p:txBody>
            <a:bodyPr spcFirstLastPara="1" wrap="square" lIns="0" tIns="0" rIns="0" bIns="0" anchor="t" anchorCtr="0">
              <a:noAutofit/>
            </a:bodyPr>
            <a:lstStyle/>
            <a:p>
              <a:pPr algn="ctr">
                <a:buClr>
                  <a:schemeClr val="dk1"/>
                </a:buClr>
                <a:buSzPts val="1500"/>
              </a:pPr>
              <a:r>
                <a:rPr lang="en-US" dirty="0">
                  <a:solidFill>
                    <a:schemeClr val="dk1"/>
                  </a:solidFill>
                  <a:latin typeface="Aptos" panose="020B0004020202020204" pitchFamily="34" charset="0"/>
                  <a:sym typeface="Century Gothic"/>
                </a:rPr>
                <a:t>DOMAIN STRUCTURE FOR DIFFERENT SERVICE PROVIDERS</a:t>
              </a:r>
              <a:endParaRPr dirty="0">
                <a:solidFill>
                  <a:schemeClr val="dk1"/>
                </a:solidFill>
                <a:latin typeface="Aptos" panose="020B0004020202020204" pitchFamily="34" charset="0"/>
                <a:sym typeface="Century Gothic"/>
              </a:endParaRPr>
            </a:p>
          </p:txBody>
        </p:sp>
      </p:grpSp>
    </p:spTree>
    <p:extLst>
      <p:ext uri="{BB962C8B-B14F-4D97-AF65-F5344CB8AC3E}">
        <p14:creationId xmlns:p14="http://schemas.microsoft.com/office/powerpoint/2010/main" val="30548478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A3AEA-A9DE-CDA9-3B9F-19CB9F446AE9}"/>
            </a:ext>
          </a:extLst>
        </p:cNvPr>
        <p:cNvGrpSpPr/>
        <p:nvPr/>
      </p:nvGrpSpPr>
      <p:grpSpPr>
        <a:xfrm>
          <a:off x="0" y="0"/>
          <a:ext cx="0" cy="0"/>
          <a:chOff x="0" y="0"/>
          <a:chExt cx="0" cy="0"/>
        </a:xfrm>
      </p:grpSpPr>
      <p:sp>
        <p:nvSpPr>
          <p:cNvPr id="57" name="Freeform: Shape 56">
            <a:extLst>
              <a:ext uri="{FF2B5EF4-FFF2-40B4-BE49-F238E27FC236}">
                <a16:creationId xmlns:a16="http://schemas.microsoft.com/office/drawing/2014/main" id="{54689E68-8046-24F1-8A63-FB9278846151}"/>
              </a:ext>
            </a:extLst>
          </p:cNvPr>
          <p:cNvSpPr/>
          <p:nvPr/>
        </p:nvSpPr>
        <p:spPr>
          <a:xfrm>
            <a:off x="11793186" y="1"/>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221" name="Freeform: Shape 220">
            <a:extLst>
              <a:ext uri="{FF2B5EF4-FFF2-40B4-BE49-F238E27FC236}">
                <a16:creationId xmlns:a16="http://schemas.microsoft.com/office/drawing/2014/main" id="{6DD6884A-8A37-FA7E-FCF7-4483B2BDB5EF}"/>
              </a:ext>
            </a:extLst>
          </p:cNvPr>
          <p:cNvSpPr/>
          <p:nvPr/>
        </p:nvSpPr>
        <p:spPr>
          <a:xfrm>
            <a:off x="0" y="2170842"/>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878AD38E-C2E0-BB16-9DB9-D96BA4F3014C}"/>
              </a:ext>
            </a:extLst>
          </p:cNvPr>
          <p:cNvSpPr/>
          <p:nvPr/>
        </p:nvSpPr>
        <p:spPr>
          <a:xfrm>
            <a:off x="-4916" y="3316302"/>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4A3B8A3D-58E3-F156-EC6D-1ED77D217E93}"/>
              </a:ext>
            </a:extLst>
          </p:cNvPr>
          <p:cNvSpPr/>
          <p:nvPr/>
        </p:nvSpPr>
        <p:spPr>
          <a:xfrm>
            <a:off x="14751" y="4456844"/>
            <a:ext cx="398811" cy="263460"/>
          </a:xfrm>
          <a:custGeom>
            <a:avLst/>
            <a:gdLst>
              <a:gd name="connsiteX0" fmla="*/ 341684 w 398811"/>
              <a:gd name="connsiteY0" fmla="*/ 142391 h 397859"/>
              <a:gd name="connsiteX1" fmla="*/ 256531 w 398811"/>
              <a:gd name="connsiteY1" fmla="*/ 142391 h 397859"/>
              <a:gd name="connsiteX2" fmla="*/ 256531 w 398811"/>
              <a:gd name="connsiteY2" fmla="*/ 57333 h 397859"/>
              <a:gd name="connsiteX3" fmla="*/ 199381 w 398811"/>
              <a:gd name="connsiteY3" fmla="*/ 183 h 397859"/>
              <a:gd name="connsiteX4" fmla="*/ 199381 w 398811"/>
              <a:gd name="connsiteY4" fmla="*/ 183 h 397859"/>
              <a:gd name="connsiteX5" fmla="*/ 142231 w 398811"/>
              <a:gd name="connsiteY5" fmla="*/ 57333 h 397859"/>
              <a:gd name="connsiteX6" fmla="*/ 142231 w 398811"/>
              <a:gd name="connsiteY6" fmla="*/ 142391 h 397859"/>
              <a:gd name="connsiteX7" fmla="*/ 57172 w 398811"/>
              <a:gd name="connsiteY7" fmla="*/ 142391 h 397859"/>
              <a:gd name="connsiteX8" fmla="*/ 22 w 398811"/>
              <a:gd name="connsiteY8" fmla="*/ 199541 h 397859"/>
              <a:gd name="connsiteX9" fmla="*/ 22 w 398811"/>
              <a:gd name="connsiteY9" fmla="*/ 199541 h 397859"/>
              <a:gd name="connsiteX10" fmla="*/ 57172 w 398811"/>
              <a:gd name="connsiteY10" fmla="*/ 256215 h 397859"/>
              <a:gd name="connsiteX11" fmla="*/ 142231 w 398811"/>
              <a:gd name="connsiteY11" fmla="*/ 256215 h 397859"/>
              <a:gd name="connsiteX12" fmla="*/ 142231 w 398811"/>
              <a:gd name="connsiteY12" fmla="*/ 341368 h 397859"/>
              <a:gd name="connsiteX13" fmla="*/ 199381 w 398811"/>
              <a:gd name="connsiteY13" fmla="*/ 398042 h 397859"/>
              <a:gd name="connsiteX14" fmla="*/ 199381 w 398811"/>
              <a:gd name="connsiteY14" fmla="*/ 398042 h 397859"/>
              <a:gd name="connsiteX15" fmla="*/ 256531 w 398811"/>
              <a:gd name="connsiteY15" fmla="*/ 341368 h 397859"/>
              <a:gd name="connsiteX16" fmla="*/ 256531 w 398811"/>
              <a:gd name="connsiteY16" fmla="*/ 255834 h 397859"/>
              <a:gd name="connsiteX17" fmla="*/ 341684 w 398811"/>
              <a:gd name="connsiteY17" fmla="*/ 255834 h 397859"/>
              <a:gd name="connsiteX18" fmla="*/ 398834 w 398811"/>
              <a:gd name="connsiteY18" fmla="*/ 199160 h 397859"/>
              <a:gd name="connsiteX19" fmla="*/ 398834 w 398811"/>
              <a:gd name="connsiteY19" fmla="*/ 199160 h 397859"/>
              <a:gd name="connsiteX20" fmla="*/ 341684 w 398811"/>
              <a:gd name="connsiteY20" fmla="*/ 142391 h 397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8811" h="397859">
                <a:moveTo>
                  <a:pt x="341684" y="142391"/>
                </a:moveTo>
                <a:lnTo>
                  <a:pt x="256531" y="142391"/>
                </a:lnTo>
                <a:lnTo>
                  <a:pt x="256531" y="57333"/>
                </a:lnTo>
                <a:cubicBezTo>
                  <a:pt x="256531" y="25770"/>
                  <a:pt x="230947" y="183"/>
                  <a:pt x="199381" y="183"/>
                </a:cubicBezTo>
                <a:lnTo>
                  <a:pt x="199381" y="183"/>
                </a:lnTo>
                <a:cubicBezTo>
                  <a:pt x="167815" y="183"/>
                  <a:pt x="142231" y="25770"/>
                  <a:pt x="142231" y="57333"/>
                </a:cubicBezTo>
                <a:lnTo>
                  <a:pt x="142231" y="142391"/>
                </a:lnTo>
                <a:lnTo>
                  <a:pt x="57172" y="142391"/>
                </a:lnTo>
                <a:cubicBezTo>
                  <a:pt x="25606" y="142391"/>
                  <a:pt x="22" y="167978"/>
                  <a:pt x="22" y="199541"/>
                </a:cubicBezTo>
                <a:lnTo>
                  <a:pt x="22" y="199541"/>
                </a:lnTo>
                <a:cubicBezTo>
                  <a:pt x="279" y="230918"/>
                  <a:pt x="25797" y="256216"/>
                  <a:pt x="57172" y="256215"/>
                </a:cubicBezTo>
                <a:lnTo>
                  <a:pt x="142231" y="256215"/>
                </a:lnTo>
                <a:lnTo>
                  <a:pt x="142231" y="341368"/>
                </a:lnTo>
                <a:cubicBezTo>
                  <a:pt x="142487" y="372745"/>
                  <a:pt x="168005" y="398043"/>
                  <a:pt x="199381" y="398042"/>
                </a:cubicBezTo>
                <a:lnTo>
                  <a:pt x="199381" y="398042"/>
                </a:lnTo>
                <a:cubicBezTo>
                  <a:pt x="230756" y="398043"/>
                  <a:pt x="256274" y="372745"/>
                  <a:pt x="256531" y="341368"/>
                </a:cubicBezTo>
                <a:lnTo>
                  <a:pt x="256531" y="255834"/>
                </a:lnTo>
                <a:lnTo>
                  <a:pt x="341684" y="255834"/>
                </a:lnTo>
                <a:cubicBezTo>
                  <a:pt x="373059" y="255835"/>
                  <a:pt x="398577" y="230537"/>
                  <a:pt x="398834" y="199160"/>
                </a:cubicBezTo>
                <a:lnTo>
                  <a:pt x="398834" y="199160"/>
                </a:lnTo>
                <a:cubicBezTo>
                  <a:pt x="398625" y="167746"/>
                  <a:pt x="373097" y="142390"/>
                  <a:pt x="341684" y="142391"/>
                </a:cubicBezTo>
                <a:close/>
              </a:path>
            </a:pathLst>
          </a:custGeom>
          <a:noFill/>
          <a:ln w="8001" cap="flat">
            <a:solidFill>
              <a:srgbClr val="FFFFFF"/>
            </a:solidFill>
            <a:prstDash val="solid"/>
            <a:miter/>
          </a:ln>
        </p:spPr>
        <p:txBody>
          <a:bodyPr rtlCol="0" anchor="ctr"/>
          <a:lstStyle/>
          <a:p>
            <a:endParaRPr lang="en-IN"/>
          </a:p>
        </p:txBody>
      </p:sp>
      <p:sp>
        <p:nvSpPr>
          <p:cNvPr id="9" name="Footer Placeholder 8">
            <a:extLst>
              <a:ext uri="{FF2B5EF4-FFF2-40B4-BE49-F238E27FC236}">
                <a16:creationId xmlns:a16="http://schemas.microsoft.com/office/drawing/2014/main" id="{124D72BA-B9C7-F477-DFE5-FBEB756830CC}"/>
              </a:ext>
            </a:extLst>
          </p:cNvPr>
          <p:cNvSpPr>
            <a:spLocks noGrp="1"/>
          </p:cNvSpPr>
          <p:nvPr>
            <p:ph type="ftr" sz="quarter" idx="11"/>
          </p:nvPr>
        </p:nvSpPr>
        <p:spPr>
          <a:noFill/>
        </p:spPr>
        <p:txBody>
          <a:bodyPr/>
          <a:lstStyle/>
          <a:p>
            <a:r>
              <a:rPr lang="en-IN" dirty="0"/>
              <a:t>Confidential | @2025 </a:t>
            </a:r>
            <a:r>
              <a:rPr lang="en-IN" dirty="0" err="1"/>
              <a:t>ServiceWow</a:t>
            </a:r>
            <a:r>
              <a:rPr lang="en-IN" dirty="0"/>
              <a:t>. All Rights Reserved</a:t>
            </a:r>
          </a:p>
        </p:txBody>
      </p:sp>
      <p:sp>
        <p:nvSpPr>
          <p:cNvPr id="4" name="Title 1">
            <a:extLst>
              <a:ext uri="{FF2B5EF4-FFF2-40B4-BE49-F238E27FC236}">
                <a16:creationId xmlns:a16="http://schemas.microsoft.com/office/drawing/2014/main" id="{933E87B7-DF47-ED8F-2D00-50D85236A8BC}"/>
              </a:ext>
            </a:extLst>
          </p:cNvPr>
          <p:cNvSpPr txBox="1">
            <a:spLocks/>
          </p:cNvSpPr>
          <p:nvPr/>
        </p:nvSpPr>
        <p:spPr>
          <a:xfrm>
            <a:off x="806115" y="409483"/>
            <a:ext cx="9628361" cy="817234"/>
          </a:xfrm>
          <a:prstGeom prst="rect">
            <a:avLst/>
          </a:prstGeom>
        </p:spPr>
        <p:txBody>
          <a:bodyPr vert="horz" lIns="91440" tIns="45720" rIns="91440" bIns="45720" rtlCol="0" anchor="t" anchorCtr="0">
            <a:noAutofit/>
          </a:bodyPr>
          <a:lstStyle>
            <a:lvl1pPr algn="l" defTabSz="914400" rtl="0" eaLnBrk="1" latinLnBrk="0" hangingPunct="1">
              <a:lnSpc>
                <a:spcPct val="100000"/>
              </a:lnSpc>
              <a:spcBef>
                <a:spcPct val="0"/>
              </a:spcBef>
              <a:buNone/>
              <a:defRPr sz="3200" b="1" kern="1200">
                <a:solidFill>
                  <a:schemeClr val="bg1"/>
                </a:solidFill>
                <a:latin typeface="+mj-lt"/>
                <a:ea typeface="+mj-ea"/>
                <a:cs typeface="+mj-cs"/>
              </a:defRPr>
            </a:lvl1pPr>
          </a:lstStyle>
          <a:p>
            <a:r>
              <a:rPr lang="en-US" sz="4000" dirty="0">
                <a:solidFill>
                  <a:schemeClr val="accent6"/>
                </a:solidFill>
              </a:rPr>
              <a:t>Next Steps</a:t>
            </a:r>
          </a:p>
        </p:txBody>
      </p:sp>
      <p:sp>
        <p:nvSpPr>
          <p:cNvPr id="5" name="CuadroTexto 4">
            <a:extLst>
              <a:ext uri="{FF2B5EF4-FFF2-40B4-BE49-F238E27FC236}">
                <a16:creationId xmlns:a16="http://schemas.microsoft.com/office/drawing/2014/main" id="{403F70BE-A75C-B452-5E37-D4A7CC3AC816}"/>
              </a:ext>
            </a:extLst>
          </p:cNvPr>
          <p:cNvSpPr txBox="1"/>
          <p:nvPr/>
        </p:nvSpPr>
        <p:spPr>
          <a:xfrm>
            <a:off x="1878170" y="1541319"/>
            <a:ext cx="9025181" cy="671292"/>
          </a:xfrm>
          <a:prstGeom prst="rect">
            <a:avLst/>
          </a:prstGeom>
          <a:solidFill>
            <a:srgbClr val="BEE9D2"/>
          </a:solidFill>
          <a:ln>
            <a:solidFill>
              <a:srgbClr val="7FB793"/>
            </a:solidFill>
          </a:ln>
        </p:spPr>
        <p:style>
          <a:lnRef idx="1">
            <a:schemeClr val="accent3"/>
          </a:lnRef>
          <a:fillRef idx="2">
            <a:schemeClr val="accent3"/>
          </a:fillRef>
          <a:effectRef idx="1">
            <a:schemeClr val="accent3"/>
          </a:effectRef>
          <a:fontRef idx="minor">
            <a:schemeClr val="dk1"/>
          </a:fontRef>
        </p:style>
        <p:txBody>
          <a:bodyPr wrap="square" lIns="360000" tIns="180000" rIns="180000" bIns="180000">
            <a:spAutoFit/>
          </a:bodyPr>
          <a:lstStyle/>
          <a:p>
            <a:r>
              <a:rPr lang="en-US" sz="2000" dirty="0">
                <a:solidFill>
                  <a:srgbClr val="000000"/>
                </a:solidFill>
                <a:latin typeface="SN Century Gothic"/>
              </a:rPr>
              <a:t>I</a:t>
            </a:r>
            <a:r>
              <a:rPr lang="en-US" sz="2000" b="0" i="0" dirty="0">
                <a:solidFill>
                  <a:srgbClr val="000000"/>
                </a:solidFill>
                <a:effectLst/>
                <a:latin typeface="SN Century Gothic"/>
              </a:rPr>
              <a:t>dentify the data to be migrated and </a:t>
            </a:r>
            <a:r>
              <a:rPr lang="en-US" sz="2000" dirty="0">
                <a:solidFill>
                  <a:srgbClr val="000000"/>
                </a:solidFill>
                <a:latin typeface="SN Century Gothic"/>
              </a:rPr>
              <a:t>define the schedule the data import</a:t>
            </a:r>
            <a:endParaRPr lang="es-ES" sz="2000" dirty="0"/>
          </a:p>
        </p:txBody>
      </p:sp>
      <p:sp>
        <p:nvSpPr>
          <p:cNvPr id="24" name="CuadroTexto 23">
            <a:extLst>
              <a:ext uri="{FF2B5EF4-FFF2-40B4-BE49-F238E27FC236}">
                <a16:creationId xmlns:a16="http://schemas.microsoft.com/office/drawing/2014/main" id="{D406D1B2-A1F8-6A9A-26BC-5E19D80236BE}"/>
              </a:ext>
            </a:extLst>
          </p:cNvPr>
          <p:cNvSpPr txBox="1"/>
          <p:nvPr/>
        </p:nvSpPr>
        <p:spPr>
          <a:xfrm>
            <a:off x="1878169" y="2527213"/>
            <a:ext cx="9025181" cy="671292"/>
          </a:xfrm>
          <a:prstGeom prst="rect">
            <a:avLst/>
          </a:prstGeom>
          <a:solidFill>
            <a:srgbClr val="BEE9D2"/>
          </a:solidFill>
          <a:ln>
            <a:solidFill>
              <a:srgbClr val="7FB793"/>
            </a:solidFill>
          </a:ln>
        </p:spPr>
        <p:style>
          <a:lnRef idx="1">
            <a:schemeClr val="accent3"/>
          </a:lnRef>
          <a:fillRef idx="2">
            <a:schemeClr val="accent3"/>
          </a:fillRef>
          <a:effectRef idx="1">
            <a:schemeClr val="accent3"/>
          </a:effectRef>
          <a:fontRef idx="minor">
            <a:schemeClr val="dk1"/>
          </a:fontRef>
        </p:style>
        <p:txBody>
          <a:bodyPr wrap="square" lIns="360000" tIns="180000" rIns="180000" bIns="180000">
            <a:spAutoFit/>
          </a:bodyPr>
          <a:lstStyle/>
          <a:p>
            <a:r>
              <a:rPr lang="en-US" sz="2000">
                <a:solidFill>
                  <a:srgbClr val="000000"/>
                </a:solidFill>
                <a:latin typeface="SN Century Gothic"/>
              </a:rPr>
              <a:t>Define a good data access policy</a:t>
            </a:r>
            <a:endParaRPr lang="es-ES" sz="2000" dirty="0"/>
          </a:p>
        </p:txBody>
      </p:sp>
      <p:sp>
        <p:nvSpPr>
          <p:cNvPr id="25" name="CuadroTexto 24">
            <a:extLst>
              <a:ext uri="{FF2B5EF4-FFF2-40B4-BE49-F238E27FC236}">
                <a16:creationId xmlns:a16="http://schemas.microsoft.com/office/drawing/2014/main" id="{813FE40F-7719-D328-248E-D4ACCB4BB1F8}"/>
              </a:ext>
            </a:extLst>
          </p:cNvPr>
          <p:cNvSpPr txBox="1"/>
          <p:nvPr/>
        </p:nvSpPr>
        <p:spPr>
          <a:xfrm>
            <a:off x="1878169" y="3513107"/>
            <a:ext cx="9025181" cy="671292"/>
          </a:xfrm>
          <a:prstGeom prst="rect">
            <a:avLst/>
          </a:prstGeom>
          <a:solidFill>
            <a:srgbClr val="BEE9D2"/>
          </a:solidFill>
          <a:ln>
            <a:solidFill>
              <a:srgbClr val="7FB793"/>
            </a:solidFill>
          </a:ln>
        </p:spPr>
        <p:style>
          <a:lnRef idx="1">
            <a:schemeClr val="accent3"/>
          </a:lnRef>
          <a:fillRef idx="2">
            <a:schemeClr val="accent3"/>
          </a:fillRef>
          <a:effectRef idx="1">
            <a:schemeClr val="accent3"/>
          </a:effectRef>
          <a:fontRef idx="minor">
            <a:schemeClr val="dk1"/>
          </a:fontRef>
        </p:style>
        <p:txBody>
          <a:bodyPr wrap="square" lIns="360000" tIns="180000" rIns="180000" bIns="180000">
            <a:spAutoFit/>
          </a:bodyPr>
          <a:lstStyle/>
          <a:p>
            <a:r>
              <a:rPr lang="en-US" sz="2000" dirty="0">
                <a:solidFill>
                  <a:srgbClr val="000000"/>
                </a:solidFill>
                <a:latin typeface="SN Century Gothic"/>
              </a:rPr>
              <a:t>Encrypt data identified as sensitive data</a:t>
            </a:r>
            <a:endParaRPr lang="es-ES" sz="2000" dirty="0"/>
          </a:p>
        </p:txBody>
      </p:sp>
      <p:sp>
        <p:nvSpPr>
          <p:cNvPr id="26" name="CuadroTexto 25">
            <a:extLst>
              <a:ext uri="{FF2B5EF4-FFF2-40B4-BE49-F238E27FC236}">
                <a16:creationId xmlns:a16="http://schemas.microsoft.com/office/drawing/2014/main" id="{8E9282CC-B4B0-A6B0-6784-E406B438300B}"/>
              </a:ext>
            </a:extLst>
          </p:cNvPr>
          <p:cNvSpPr txBox="1"/>
          <p:nvPr/>
        </p:nvSpPr>
        <p:spPr>
          <a:xfrm>
            <a:off x="1878169" y="4579339"/>
            <a:ext cx="9025181" cy="671292"/>
          </a:xfrm>
          <a:prstGeom prst="rect">
            <a:avLst/>
          </a:prstGeom>
          <a:solidFill>
            <a:srgbClr val="BEE9D2"/>
          </a:solidFill>
          <a:ln>
            <a:solidFill>
              <a:srgbClr val="7FB793"/>
            </a:solidFill>
          </a:ln>
        </p:spPr>
        <p:style>
          <a:lnRef idx="1">
            <a:schemeClr val="accent3"/>
          </a:lnRef>
          <a:fillRef idx="2">
            <a:schemeClr val="accent3"/>
          </a:fillRef>
          <a:effectRef idx="1">
            <a:schemeClr val="accent3"/>
          </a:effectRef>
          <a:fontRef idx="minor">
            <a:schemeClr val="dk1"/>
          </a:fontRef>
        </p:style>
        <p:txBody>
          <a:bodyPr wrap="square" lIns="360000" tIns="180000" rIns="180000" bIns="180000">
            <a:spAutoFit/>
          </a:bodyPr>
          <a:lstStyle>
            <a:defPPr>
              <a:defRPr lang="en-US"/>
            </a:defPPr>
            <a:lvl1pPr>
              <a:defRPr sz="2000">
                <a:solidFill>
                  <a:srgbClr val="000000"/>
                </a:solidFill>
                <a:latin typeface="SN Century Gothic"/>
              </a:defRPr>
            </a:lvl1pPr>
          </a:lstStyle>
          <a:p>
            <a:r>
              <a:rPr lang="es-ES" dirty="0"/>
              <a:t>Define IDR Rules (</a:t>
            </a:r>
            <a:r>
              <a:rPr lang="es-ES" dirty="0" err="1"/>
              <a:t>Process</a:t>
            </a:r>
            <a:r>
              <a:rPr lang="es-ES" dirty="0"/>
              <a:t>: </a:t>
            </a:r>
            <a:r>
              <a:rPr lang="es-ES" dirty="0" err="1"/>
              <a:t>what</a:t>
            </a:r>
            <a:r>
              <a:rPr lang="es-ES" dirty="0"/>
              <a:t> and </a:t>
            </a:r>
            <a:r>
              <a:rPr lang="es-ES" dirty="0" err="1"/>
              <a:t>how</a:t>
            </a:r>
            <a:r>
              <a:rPr lang="es-ES" dirty="0"/>
              <a:t> </a:t>
            </a:r>
            <a:r>
              <a:rPr lang="es-ES" dirty="0" err="1"/>
              <a:t>to</a:t>
            </a:r>
            <a:r>
              <a:rPr lang="es-ES" dirty="0"/>
              <a:t> </a:t>
            </a:r>
            <a:r>
              <a:rPr lang="es-ES" dirty="0" err="1"/>
              <a:t>sync</a:t>
            </a:r>
            <a:r>
              <a:rPr lang="es-ES" dirty="0"/>
              <a:t>, Data </a:t>
            </a:r>
            <a:r>
              <a:rPr lang="es-ES" dirty="0" err="1"/>
              <a:t>to</a:t>
            </a:r>
            <a:r>
              <a:rPr lang="es-ES" dirty="0"/>
              <a:t> </a:t>
            </a:r>
            <a:r>
              <a:rPr lang="es-ES" dirty="0" err="1"/>
              <a:t>sync</a:t>
            </a:r>
            <a:r>
              <a:rPr lang="es-ES" dirty="0"/>
              <a:t>)</a:t>
            </a:r>
          </a:p>
        </p:txBody>
      </p:sp>
    </p:spTree>
    <p:extLst>
      <p:ext uri="{BB962C8B-B14F-4D97-AF65-F5344CB8AC3E}">
        <p14:creationId xmlns:p14="http://schemas.microsoft.com/office/powerpoint/2010/main" val="42206177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p:txBody>
          <a:bodyPr/>
          <a:lstStyle/>
          <a:p>
            <a:r>
              <a:rPr lang="en-US" sz="5400" dirty="0">
                <a:latin typeface="Barlow" panose="00000500000000000000" pitchFamily="2" charset="0"/>
              </a:rPr>
              <a:t>Thank you</a:t>
            </a:r>
          </a:p>
        </p:txBody>
      </p:sp>
      <p:pic>
        <p:nvPicPr>
          <p:cNvPr id="14" name="Picture Placeholder 13" descr="People working in office">
            <a:extLst>
              <a:ext uri="{FF2B5EF4-FFF2-40B4-BE49-F238E27FC236}">
                <a16:creationId xmlns:a16="http://schemas.microsoft.com/office/drawing/2014/main" id="{496155F4-61B2-441D-9F16-788866450DA2}"/>
              </a:ext>
            </a:extLst>
          </p:cNvPr>
          <p:cNvPicPr>
            <a:picLocks noGrp="1" noChangeAspect="1"/>
          </p:cNvPicPr>
          <p:nvPr>
            <p:ph type="pic" sz="quarter" idx="49"/>
          </p:nvPr>
        </p:nvPicPr>
        <p:blipFill rotWithShape="1">
          <a:blip r:embed="rId3" cstate="print">
            <a:extLst>
              <a:ext uri="{28A0092B-C50C-407E-A947-70E740481C1C}">
                <a14:useLocalDpi xmlns:a14="http://schemas.microsoft.com/office/drawing/2010/main"/>
              </a:ext>
            </a:extLst>
          </a:blip>
          <a:srcRect/>
          <a:stretch/>
        </p:blipFill>
        <p:spPr/>
      </p:pic>
      <p:pic>
        <p:nvPicPr>
          <p:cNvPr id="16" name="Picture Placeholder 15" descr="People in an office discussing work over a laptop&#10;">
            <a:extLst>
              <a:ext uri="{FF2B5EF4-FFF2-40B4-BE49-F238E27FC236}">
                <a16:creationId xmlns:a16="http://schemas.microsoft.com/office/drawing/2014/main" id="{BCD5762E-DD49-42B3-9CA8-46A4AD7193E2}"/>
              </a:ext>
            </a:extLst>
          </p:cNvPr>
          <p:cNvPicPr>
            <a:picLocks noGrp="1" noChangeAspect="1"/>
          </p:cNvPicPr>
          <p:nvPr>
            <p:ph type="pic" sz="quarter" idx="48"/>
          </p:nvPr>
        </p:nvPicPr>
        <p:blipFill rotWithShape="1">
          <a:blip r:embed="rId4" cstate="print">
            <a:extLst>
              <a:ext uri="{28A0092B-C50C-407E-A947-70E740481C1C}">
                <a14:useLocalDpi xmlns:a14="http://schemas.microsoft.com/office/drawing/2010/main"/>
              </a:ext>
            </a:extLst>
          </a:blip>
          <a:srcRect/>
          <a:stretch/>
        </p:blipFill>
        <p:spPr/>
      </p:pic>
      <p:pic>
        <p:nvPicPr>
          <p:cNvPr id="18" name="Picture Placeholder 17" descr="Layout of website design sketches on white paper">
            <a:extLst>
              <a:ext uri="{FF2B5EF4-FFF2-40B4-BE49-F238E27FC236}">
                <a16:creationId xmlns:a16="http://schemas.microsoft.com/office/drawing/2014/main" id="{1051CD21-1408-4D13-BF0B-0D7013AD2D0C}"/>
              </a:ext>
            </a:extLst>
          </p:cNvPr>
          <p:cNvPicPr>
            <a:picLocks noGrp="1" noChangeAspect="1"/>
          </p:cNvPicPr>
          <p:nvPr>
            <p:ph type="pic" sz="quarter" idx="51"/>
          </p:nvPr>
        </p:nvPicPr>
        <p:blipFill rotWithShape="1">
          <a:blip r:embed="rId5" cstate="print">
            <a:extLst>
              <a:ext uri="{28A0092B-C50C-407E-A947-70E740481C1C}">
                <a14:useLocalDpi xmlns:a14="http://schemas.microsoft.com/office/drawing/2010/main"/>
              </a:ext>
            </a:extLst>
          </a:blip>
          <a:srcRect/>
          <a:stretch/>
        </p:blipFill>
        <p:spPr/>
      </p:pic>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96000" y="3093990"/>
            <a:ext cx="3916218" cy="1879791"/>
          </a:xfrm>
        </p:spPr>
        <p:txBody>
          <a:bodyPr/>
          <a:lstStyle/>
          <a:p>
            <a:pPr lvl="0"/>
            <a:r>
              <a:rPr lang="en-US" dirty="0"/>
              <a:t>www.servicewow-consultancy.com</a:t>
            </a:r>
          </a:p>
          <a:p>
            <a:endParaRPr lang="en-US" dirty="0"/>
          </a:p>
        </p:txBody>
      </p:sp>
      <p:pic>
        <p:nvPicPr>
          <p:cNvPr id="28" name="Picture Placeholder 27" descr="Businesswoman reviewing sticky notes on a wall">
            <a:extLst>
              <a:ext uri="{FF2B5EF4-FFF2-40B4-BE49-F238E27FC236}">
                <a16:creationId xmlns:a16="http://schemas.microsoft.com/office/drawing/2014/main" id="{B746A775-E65C-70F6-9DB4-E51F7F2DAECE}"/>
              </a:ext>
            </a:extLst>
          </p:cNvPr>
          <p:cNvPicPr>
            <a:picLocks noGrp="1" noChangeAspect="1"/>
          </p:cNvPicPr>
          <p:nvPr>
            <p:ph type="pic" sz="quarter" idx="50"/>
          </p:nvPr>
        </p:nvPicPr>
        <p:blipFill>
          <a:blip r:embed="rId6" cstate="print">
            <a:extLst>
              <a:ext uri="{28A0092B-C50C-407E-A947-70E740481C1C}">
                <a14:useLocalDpi xmlns:a14="http://schemas.microsoft.com/office/drawing/2010/main"/>
              </a:ext>
            </a:extLst>
          </a:blip>
          <a:srcRect/>
          <a:stretch>
            <a:fillRect/>
          </a:stretch>
        </p:blipFill>
        <p:spPr/>
      </p:pic>
      <p:sp>
        <p:nvSpPr>
          <p:cNvPr id="2" name="Flowchart: Preparation 1">
            <a:extLst>
              <a:ext uri="{FF2B5EF4-FFF2-40B4-BE49-F238E27FC236}">
                <a16:creationId xmlns:a16="http://schemas.microsoft.com/office/drawing/2014/main" id="{7630E8AE-021C-FA4D-EAFC-43FF4AA82AC8}"/>
              </a:ext>
            </a:extLst>
          </p:cNvPr>
          <p:cNvSpPr/>
          <p:nvPr/>
        </p:nvSpPr>
        <p:spPr>
          <a:xfrm>
            <a:off x="1574993" y="444403"/>
            <a:ext cx="1464783" cy="1278385"/>
          </a:xfrm>
          <a:custGeom>
            <a:avLst/>
            <a:gdLst>
              <a:gd name="connsiteX0" fmla="*/ 0 w 10000"/>
              <a:gd name="connsiteY0" fmla="*/ 5000 h 10000"/>
              <a:gd name="connsiteX1" fmla="*/ 2000 w 10000"/>
              <a:gd name="connsiteY1" fmla="*/ 0 h 10000"/>
              <a:gd name="connsiteX2" fmla="*/ 8000 w 10000"/>
              <a:gd name="connsiteY2" fmla="*/ 0 h 10000"/>
              <a:gd name="connsiteX3" fmla="*/ 10000 w 10000"/>
              <a:gd name="connsiteY3" fmla="*/ 5000 h 10000"/>
              <a:gd name="connsiteX4" fmla="*/ 8000 w 10000"/>
              <a:gd name="connsiteY4" fmla="*/ 10000 h 10000"/>
              <a:gd name="connsiteX5" fmla="*/ 2000 w 10000"/>
              <a:gd name="connsiteY5" fmla="*/ 10000 h 10000"/>
              <a:gd name="connsiteX6" fmla="*/ 0 w 10000"/>
              <a:gd name="connsiteY6" fmla="*/ 5000 h 10000"/>
              <a:gd name="connsiteX0" fmla="*/ 0 w 9523"/>
              <a:gd name="connsiteY0" fmla="*/ 5049 h 10000"/>
              <a:gd name="connsiteX1" fmla="*/ 1523 w 9523"/>
              <a:gd name="connsiteY1" fmla="*/ 0 h 10000"/>
              <a:gd name="connsiteX2" fmla="*/ 7523 w 9523"/>
              <a:gd name="connsiteY2" fmla="*/ 0 h 10000"/>
              <a:gd name="connsiteX3" fmla="*/ 9523 w 9523"/>
              <a:gd name="connsiteY3" fmla="*/ 5000 h 10000"/>
              <a:gd name="connsiteX4" fmla="*/ 7523 w 9523"/>
              <a:gd name="connsiteY4" fmla="*/ 10000 h 10000"/>
              <a:gd name="connsiteX5" fmla="*/ 1523 w 9523"/>
              <a:gd name="connsiteY5" fmla="*/ 10000 h 10000"/>
              <a:gd name="connsiteX6" fmla="*/ 0 w 9523"/>
              <a:gd name="connsiteY6" fmla="*/ 5049 h 10000"/>
              <a:gd name="connsiteX0" fmla="*/ 0 w 10409"/>
              <a:gd name="connsiteY0" fmla="*/ 4901 h 10000"/>
              <a:gd name="connsiteX1" fmla="*/ 2008 w 10409"/>
              <a:gd name="connsiteY1" fmla="*/ 0 h 10000"/>
              <a:gd name="connsiteX2" fmla="*/ 8309 w 10409"/>
              <a:gd name="connsiteY2" fmla="*/ 0 h 10000"/>
              <a:gd name="connsiteX3" fmla="*/ 10409 w 10409"/>
              <a:gd name="connsiteY3" fmla="*/ 5000 h 10000"/>
              <a:gd name="connsiteX4" fmla="*/ 8309 w 10409"/>
              <a:gd name="connsiteY4" fmla="*/ 10000 h 10000"/>
              <a:gd name="connsiteX5" fmla="*/ 2008 w 10409"/>
              <a:gd name="connsiteY5" fmla="*/ 10000 h 10000"/>
              <a:gd name="connsiteX6" fmla="*/ 0 w 10409"/>
              <a:gd name="connsiteY6" fmla="*/ 4901 h 10000"/>
              <a:gd name="connsiteX0" fmla="*/ 0 w 10409"/>
              <a:gd name="connsiteY0" fmla="*/ 4901 h 10000"/>
              <a:gd name="connsiteX1" fmla="*/ 2463 w 10409"/>
              <a:gd name="connsiteY1" fmla="*/ 0 h 10000"/>
              <a:gd name="connsiteX2" fmla="*/ 8309 w 10409"/>
              <a:gd name="connsiteY2" fmla="*/ 0 h 10000"/>
              <a:gd name="connsiteX3" fmla="*/ 10409 w 10409"/>
              <a:gd name="connsiteY3" fmla="*/ 5000 h 10000"/>
              <a:gd name="connsiteX4" fmla="*/ 8309 w 10409"/>
              <a:gd name="connsiteY4" fmla="*/ 10000 h 10000"/>
              <a:gd name="connsiteX5" fmla="*/ 2008 w 10409"/>
              <a:gd name="connsiteY5" fmla="*/ 10000 h 10000"/>
              <a:gd name="connsiteX6" fmla="*/ 0 w 10409"/>
              <a:gd name="connsiteY6" fmla="*/ 4901 h 10000"/>
              <a:gd name="connsiteX0" fmla="*/ 0 w 10409"/>
              <a:gd name="connsiteY0" fmla="*/ 4901 h 10000"/>
              <a:gd name="connsiteX1" fmla="*/ 2463 w 10409"/>
              <a:gd name="connsiteY1" fmla="*/ 0 h 10000"/>
              <a:gd name="connsiteX2" fmla="*/ 8309 w 10409"/>
              <a:gd name="connsiteY2" fmla="*/ 0 h 10000"/>
              <a:gd name="connsiteX3" fmla="*/ 10409 w 10409"/>
              <a:gd name="connsiteY3" fmla="*/ 5000 h 10000"/>
              <a:gd name="connsiteX4" fmla="*/ 8309 w 10409"/>
              <a:gd name="connsiteY4" fmla="*/ 10000 h 10000"/>
              <a:gd name="connsiteX5" fmla="*/ 2463 w 10409"/>
              <a:gd name="connsiteY5" fmla="*/ 9951 h 10000"/>
              <a:gd name="connsiteX6" fmla="*/ 0 w 10409"/>
              <a:gd name="connsiteY6" fmla="*/ 4901 h 10000"/>
              <a:gd name="connsiteX0" fmla="*/ 0 w 10545"/>
              <a:gd name="connsiteY0" fmla="*/ 4883 h 10000"/>
              <a:gd name="connsiteX1" fmla="*/ 2599 w 10545"/>
              <a:gd name="connsiteY1" fmla="*/ 0 h 10000"/>
              <a:gd name="connsiteX2" fmla="*/ 8445 w 10545"/>
              <a:gd name="connsiteY2" fmla="*/ 0 h 10000"/>
              <a:gd name="connsiteX3" fmla="*/ 10545 w 10545"/>
              <a:gd name="connsiteY3" fmla="*/ 5000 h 10000"/>
              <a:gd name="connsiteX4" fmla="*/ 8445 w 10545"/>
              <a:gd name="connsiteY4" fmla="*/ 10000 h 10000"/>
              <a:gd name="connsiteX5" fmla="*/ 2599 w 10545"/>
              <a:gd name="connsiteY5" fmla="*/ 9951 h 10000"/>
              <a:gd name="connsiteX6" fmla="*/ 0 w 10545"/>
              <a:gd name="connsiteY6" fmla="*/ 4883 h 10000"/>
              <a:gd name="connsiteX0" fmla="*/ 0 w 10545"/>
              <a:gd name="connsiteY0" fmla="*/ 4883 h 10000"/>
              <a:gd name="connsiteX1" fmla="*/ 2599 w 10545"/>
              <a:gd name="connsiteY1" fmla="*/ 0 h 10000"/>
              <a:gd name="connsiteX2" fmla="*/ 8445 w 10545"/>
              <a:gd name="connsiteY2" fmla="*/ 0 h 10000"/>
              <a:gd name="connsiteX3" fmla="*/ 10545 w 10545"/>
              <a:gd name="connsiteY3" fmla="*/ 5000 h 10000"/>
              <a:gd name="connsiteX4" fmla="*/ 8445 w 10545"/>
              <a:gd name="connsiteY4" fmla="*/ 10000 h 10000"/>
              <a:gd name="connsiteX5" fmla="*/ 2582 w 10545"/>
              <a:gd name="connsiteY5" fmla="*/ 9840 h 10000"/>
              <a:gd name="connsiteX6" fmla="*/ 0 w 10545"/>
              <a:gd name="connsiteY6" fmla="*/ 4883 h 10000"/>
              <a:gd name="connsiteX0" fmla="*/ 0 w 10545"/>
              <a:gd name="connsiteY0" fmla="*/ 4883 h 9840"/>
              <a:gd name="connsiteX1" fmla="*/ 2599 w 10545"/>
              <a:gd name="connsiteY1" fmla="*/ 0 h 9840"/>
              <a:gd name="connsiteX2" fmla="*/ 8445 w 10545"/>
              <a:gd name="connsiteY2" fmla="*/ 0 h 9840"/>
              <a:gd name="connsiteX3" fmla="*/ 10545 w 10545"/>
              <a:gd name="connsiteY3" fmla="*/ 5000 h 9840"/>
              <a:gd name="connsiteX4" fmla="*/ 7899 w 10545"/>
              <a:gd name="connsiteY4" fmla="*/ 9815 h 9840"/>
              <a:gd name="connsiteX5" fmla="*/ 2582 w 10545"/>
              <a:gd name="connsiteY5" fmla="*/ 9840 h 9840"/>
              <a:gd name="connsiteX6" fmla="*/ 0 w 10545"/>
              <a:gd name="connsiteY6" fmla="*/ 4883 h 9840"/>
              <a:gd name="connsiteX0" fmla="*/ 0 w 10000"/>
              <a:gd name="connsiteY0" fmla="*/ 4962 h 10000"/>
              <a:gd name="connsiteX1" fmla="*/ 2465 w 10000"/>
              <a:gd name="connsiteY1" fmla="*/ 0 h 10000"/>
              <a:gd name="connsiteX2" fmla="*/ 8009 w 10000"/>
              <a:gd name="connsiteY2" fmla="*/ 0 h 10000"/>
              <a:gd name="connsiteX3" fmla="*/ 10000 w 10000"/>
              <a:gd name="connsiteY3" fmla="*/ 4950 h 10000"/>
              <a:gd name="connsiteX4" fmla="*/ 7491 w 10000"/>
              <a:gd name="connsiteY4" fmla="*/ 9975 h 10000"/>
              <a:gd name="connsiteX5" fmla="*/ 2449 w 10000"/>
              <a:gd name="connsiteY5" fmla="*/ 10000 h 10000"/>
              <a:gd name="connsiteX6" fmla="*/ 0 w 10000"/>
              <a:gd name="connsiteY6" fmla="*/ 4962 h 10000"/>
              <a:gd name="connsiteX0" fmla="*/ 0 w 10000"/>
              <a:gd name="connsiteY0" fmla="*/ 5000 h 10038"/>
              <a:gd name="connsiteX1" fmla="*/ 2465 w 10000"/>
              <a:gd name="connsiteY1" fmla="*/ 38 h 10038"/>
              <a:gd name="connsiteX2" fmla="*/ 7524 w 10000"/>
              <a:gd name="connsiteY2" fmla="*/ 0 h 10038"/>
              <a:gd name="connsiteX3" fmla="*/ 10000 w 10000"/>
              <a:gd name="connsiteY3" fmla="*/ 4988 h 10038"/>
              <a:gd name="connsiteX4" fmla="*/ 7491 w 10000"/>
              <a:gd name="connsiteY4" fmla="*/ 10013 h 10038"/>
              <a:gd name="connsiteX5" fmla="*/ 2449 w 10000"/>
              <a:gd name="connsiteY5" fmla="*/ 10038 h 10038"/>
              <a:gd name="connsiteX6" fmla="*/ 0 w 10000"/>
              <a:gd name="connsiteY6" fmla="*/ 5000 h 10038"/>
              <a:gd name="connsiteX0" fmla="*/ 0 w 10000"/>
              <a:gd name="connsiteY0" fmla="*/ 5056 h 10094"/>
              <a:gd name="connsiteX1" fmla="*/ 2449 w 10000"/>
              <a:gd name="connsiteY1" fmla="*/ 0 h 10094"/>
              <a:gd name="connsiteX2" fmla="*/ 7524 w 10000"/>
              <a:gd name="connsiteY2" fmla="*/ 56 h 10094"/>
              <a:gd name="connsiteX3" fmla="*/ 10000 w 10000"/>
              <a:gd name="connsiteY3" fmla="*/ 5044 h 10094"/>
              <a:gd name="connsiteX4" fmla="*/ 7491 w 10000"/>
              <a:gd name="connsiteY4" fmla="*/ 10069 h 10094"/>
              <a:gd name="connsiteX5" fmla="*/ 2449 w 10000"/>
              <a:gd name="connsiteY5" fmla="*/ 10094 h 10094"/>
              <a:gd name="connsiteX6" fmla="*/ 0 w 10000"/>
              <a:gd name="connsiteY6" fmla="*/ 5056 h 10094"/>
              <a:gd name="connsiteX0" fmla="*/ 0 w 9951"/>
              <a:gd name="connsiteY0" fmla="*/ 5056 h 10094"/>
              <a:gd name="connsiteX1" fmla="*/ 2449 w 9951"/>
              <a:gd name="connsiteY1" fmla="*/ 0 h 10094"/>
              <a:gd name="connsiteX2" fmla="*/ 7524 w 9951"/>
              <a:gd name="connsiteY2" fmla="*/ 56 h 10094"/>
              <a:gd name="connsiteX3" fmla="*/ 9951 w 9951"/>
              <a:gd name="connsiteY3" fmla="*/ 5044 h 10094"/>
              <a:gd name="connsiteX4" fmla="*/ 7491 w 9951"/>
              <a:gd name="connsiteY4" fmla="*/ 10069 h 10094"/>
              <a:gd name="connsiteX5" fmla="*/ 2449 w 9951"/>
              <a:gd name="connsiteY5" fmla="*/ 10094 h 10094"/>
              <a:gd name="connsiteX6" fmla="*/ 0 w 9951"/>
              <a:gd name="connsiteY6" fmla="*/ 5056 h 10094"/>
              <a:gd name="connsiteX0" fmla="*/ 0 w 10000"/>
              <a:gd name="connsiteY0" fmla="*/ 4990 h 9981"/>
              <a:gd name="connsiteX1" fmla="*/ 2461 w 10000"/>
              <a:gd name="connsiteY1" fmla="*/ 0 h 9981"/>
              <a:gd name="connsiteX2" fmla="*/ 7561 w 10000"/>
              <a:gd name="connsiteY2" fmla="*/ 36 h 9981"/>
              <a:gd name="connsiteX3" fmla="*/ 10000 w 10000"/>
              <a:gd name="connsiteY3" fmla="*/ 4978 h 9981"/>
              <a:gd name="connsiteX4" fmla="*/ 7528 w 10000"/>
              <a:gd name="connsiteY4" fmla="*/ 9956 h 9981"/>
              <a:gd name="connsiteX5" fmla="*/ 2461 w 10000"/>
              <a:gd name="connsiteY5" fmla="*/ 9981 h 9981"/>
              <a:gd name="connsiteX6" fmla="*/ 0 w 10000"/>
              <a:gd name="connsiteY6" fmla="*/ 4990 h 9981"/>
              <a:gd name="connsiteX0" fmla="*/ 0 w 10000"/>
              <a:gd name="connsiteY0" fmla="*/ 5000 h 10001"/>
              <a:gd name="connsiteX1" fmla="*/ 2461 w 10000"/>
              <a:gd name="connsiteY1" fmla="*/ 1 h 10001"/>
              <a:gd name="connsiteX2" fmla="*/ 7561 w 10000"/>
              <a:gd name="connsiteY2" fmla="*/ 0 h 10001"/>
              <a:gd name="connsiteX3" fmla="*/ 10000 w 10000"/>
              <a:gd name="connsiteY3" fmla="*/ 4988 h 10001"/>
              <a:gd name="connsiteX4" fmla="*/ 7528 w 10000"/>
              <a:gd name="connsiteY4" fmla="*/ 9976 h 10001"/>
              <a:gd name="connsiteX5" fmla="*/ 2461 w 10000"/>
              <a:gd name="connsiteY5" fmla="*/ 10001 h 10001"/>
              <a:gd name="connsiteX6" fmla="*/ 0 w 10000"/>
              <a:gd name="connsiteY6" fmla="*/ 5000 h 1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1">
                <a:moveTo>
                  <a:pt x="0" y="5000"/>
                </a:moveTo>
                <a:lnTo>
                  <a:pt x="2461" y="1"/>
                </a:lnTo>
                <a:lnTo>
                  <a:pt x="7561" y="0"/>
                </a:lnTo>
                <a:lnTo>
                  <a:pt x="10000" y="4988"/>
                </a:lnTo>
                <a:lnTo>
                  <a:pt x="7528" y="9976"/>
                </a:lnTo>
                <a:lnTo>
                  <a:pt x="2461" y="10001"/>
                </a:lnTo>
                <a:lnTo>
                  <a:pt x="0" y="5000"/>
                </a:lnTo>
                <a:close/>
              </a:path>
            </a:pathLst>
          </a:custGeom>
          <a:solidFill>
            <a:srgbClr val="7FB793"/>
          </a:solidFill>
          <a:ln>
            <a:solidFill>
              <a:srgbClr val="7FB793"/>
            </a:solidFill>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 name="Flowchart: Preparation 1">
            <a:extLst>
              <a:ext uri="{FF2B5EF4-FFF2-40B4-BE49-F238E27FC236}">
                <a16:creationId xmlns:a16="http://schemas.microsoft.com/office/drawing/2014/main" id="{0AB4CE49-CB6E-9C7E-912B-D420B35534BF}"/>
              </a:ext>
            </a:extLst>
          </p:cNvPr>
          <p:cNvSpPr/>
          <p:nvPr/>
        </p:nvSpPr>
        <p:spPr>
          <a:xfrm>
            <a:off x="3948599" y="4570802"/>
            <a:ext cx="1464783" cy="1278385"/>
          </a:xfrm>
          <a:custGeom>
            <a:avLst/>
            <a:gdLst>
              <a:gd name="connsiteX0" fmla="*/ 0 w 10000"/>
              <a:gd name="connsiteY0" fmla="*/ 5000 h 10000"/>
              <a:gd name="connsiteX1" fmla="*/ 2000 w 10000"/>
              <a:gd name="connsiteY1" fmla="*/ 0 h 10000"/>
              <a:gd name="connsiteX2" fmla="*/ 8000 w 10000"/>
              <a:gd name="connsiteY2" fmla="*/ 0 h 10000"/>
              <a:gd name="connsiteX3" fmla="*/ 10000 w 10000"/>
              <a:gd name="connsiteY3" fmla="*/ 5000 h 10000"/>
              <a:gd name="connsiteX4" fmla="*/ 8000 w 10000"/>
              <a:gd name="connsiteY4" fmla="*/ 10000 h 10000"/>
              <a:gd name="connsiteX5" fmla="*/ 2000 w 10000"/>
              <a:gd name="connsiteY5" fmla="*/ 10000 h 10000"/>
              <a:gd name="connsiteX6" fmla="*/ 0 w 10000"/>
              <a:gd name="connsiteY6" fmla="*/ 5000 h 10000"/>
              <a:gd name="connsiteX0" fmla="*/ 0 w 9523"/>
              <a:gd name="connsiteY0" fmla="*/ 5049 h 10000"/>
              <a:gd name="connsiteX1" fmla="*/ 1523 w 9523"/>
              <a:gd name="connsiteY1" fmla="*/ 0 h 10000"/>
              <a:gd name="connsiteX2" fmla="*/ 7523 w 9523"/>
              <a:gd name="connsiteY2" fmla="*/ 0 h 10000"/>
              <a:gd name="connsiteX3" fmla="*/ 9523 w 9523"/>
              <a:gd name="connsiteY3" fmla="*/ 5000 h 10000"/>
              <a:gd name="connsiteX4" fmla="*/ 7523 w 9523"/>
              <a:gd name="connsiteY4" fmla="*/ 10000 h 10000"/>
              <a:gd name="connsiteX5" fmla="*/ 1523 w 9523"/>
              <a:gd name="connsiteY5" fmla="*/ 10000 h 10000"/>
              <a:gd name="connsiteX6" fmla="*/ 0 w 9523"/>
              <a:gd name="connsiteY6" fmla="*/ 5049 h 10000"/>
              <a:gd name="connsiteX0" fmla="*/ 0 w 10409"/>
              <a:gd name="connsiteY0" fmla="*/ 4901 h 10000"/>
              <a:gd name="connsiteX1" fmla="*/ 2008 w 10409"/>
              <a:gd name="connsiteY1" fmla="*/ 0 h 10000"/>
              <a:gd name="connsiteX2" fmla="*/ 8309 w 10409"/>
              <a:gd name="connsiteY2" fmla="*/ 0 h 10000"/>
              <a:gd name="connsiteX3" fmla="*/ 10409 w 10409"/>
              <a:gd name="connsiteY3" fmla="*/ 5000 h 10000"/>
              <a:gd name="connsiteX4" fmla="*/ 8309 w 10409"/>
              <a:gd name="connsiteY4" fmla="*/ 10000 h 10000"/>
              <a:gd name="connsiteX5" fmla="*/ 2008 w 10409"/>
              <a:gd name="connsiteY5" fmla="*/ 10000 h 10000"/>
              <a:gd name="connsiteX6" fmla="*/ 0 w 10409"/>
              <a:gd name="connsiteY6" fmla="*/ 4901 h 10000"/>
              <a:gd name="connsiteX0" fmla="*/ 0 w 10409"/>
              <a:gd name="connsiteY0" fmla="*/ 4901 h 10000"/>
              <a:gd name="connsiteX1" fmla="*/ 2463 w 10409"/>
              <a:gd name="connsiteY1" fmla="*/ 0 h 10000"/>
              <a:gd name="connsiteX2" fmla="*/ 8309 w 10409"/>
              <a:gd name="connsiteY2" fmla="*/ 0 h 10000"/>
              <a:gd name="connsiteX3" fmla="*/ 10409 w 10409"/>
              <a:gd name="connsiteY3" fmla="*/ 5000 h 10000"/>
              <a:gd name="connsiteX4" fmla="*/ 8309 w 10409"/>
              <a:gd name="connsiteY4" fmla="*/ 10000 h 10000"/>
              <a:gd name="connsiteX5" fmla="*/ 2008 w 10409"/>
              <a:gd name="connsiteY5" fmla="*/ 10000 h 10000"/>
              <a:gd name="connsiteX6" fmla="*/ 0 w 10409"/>
              <a:gd name="connsiteY6" fmla="*/ 4901 h 10000"/>
              <a:gd name="connsiteX0" fmla="*/ 0 w 10409"/>
              <a:gd name="connsiteY0" fmla="*/ 4901 h 10000"/>
              <a:gd name="connsiteX1" fmla="*/ 2463 w 10409"/>
              <a:gd name="connsiteY1" fmla="*/ 0 h 10000"/>
              <a:gd name="connsiteX2" fmla="*/ 8309 w 10409"/>
              <a:gd name="connsiteY2" fmla="*/ 0 h 10000"/>
              <a:gd name="connsiteX3" fmla="*/ 10409 w 10409"/>
              <a:gd name="connsiteY3" fmla="*/ 5000 h 10000"/>
              <a:gd name="connsiteX4" fmla="*/ 8309 w 10409"/>
              <a:gd name="connsiteY4" fmla="*/ 10000 h 10000"/>
              <a:gd name="connsiteX5" fmla="*/ 2463 w 10409"/>
              <a:gd name="connsiteY5" fmla="*/ 9951 h 10000"/>
              <a:gd name="connsiteX6" fmla="*/ 0 w 10409"/>
              <a:gd name="connsiteY6" fmla="*/ 4901 h 10000"/>
              <a:gd name="connsiteX0" fmla="*/ 0 w 10545"/>
              <a:gd name="connsiteY0" fmla="*/ 4883 h 10000"/>
              <a:gd name="connsiteX1" fmla="*/ 2599 w 10545"/>
              <a:gd name="connsiteY1" fmla="*/ 0 h 10000"/>
              <a:gd name="connsiteX2" fmla="*/ 8445 w 10545"/>
              <a:gd name="connsiteY2" fmla="*/ 0 h 10000"/>
              <a:gd name="connsiteX3" fmla="*/ 10545 w 10545"/>
              <a:gd name="connsiteY3" fmla="*/ 5000 h 10000"/>
              <a:gd name="connsiteX4" fmla="*/ 8445 w 10545"/>
              <a:gd name="connsiteY4" fmla="*/ 10000 h 10000"/>
              <a:gd name="connsiteX5" fmla="*/ 2599 w 10545"/>
              <a:gd name="connsiteY5" fmla="*/ 9951 h 10000"/>
              <a:gd name="connsiteX6" fmla="*/ 0 w 10545"/>
              <a:gd name="connsiteY6" fmla="*/ 4883 h 10000"/>
              <a:gd name="connsiteX0" fmla="*/ 0 w 10545"/>
              <a:gd name="connsiteY0" fmla="*/ 4883 h 10000"/>
              <a:gd name="connsiteX1" fmla="*/ 2599 w 10545"/>
              <a:gd name="connsiteY1" fmla="*/ 0 h 10000"/>
              <a:gd name="connsiteX2" fmla="*/ 8445 w 10545"/>
              <a:gd name="connsiteY2" fmla="*/ 0 h 10000"/>
              <a:gd name="connsiteX3" fmla="*/ 10545 w 10545"/>
              <a:gd name="connsiteY3" fmla="*/ 5000 h 10000"/>
              <a:gd name="connsiteX4" fmla="*/ 8445 w 10545"/>
              <a:gd name="connsiteY4" fmla="*/ 10000 h 10000"/>
              <a:gd name="connsiteX5" fmla="*/ 2582 w 10545"/>
              <a:gd name="connsiteY5" fmla="*/ 9840 h 10000"/>
              <a:gd name="connsiteX6" fmla="*/ 0 w 10545"/>
              <a:gd name="connsiteY6" fmla="*/ 4883 h 10000"/>
              <a:gd name="connsiteX0" fmla="*/ 0 w 10545"/>
              <a:gd name="connsiteY0" fmla="*/ 4883 h 9840"/>
              <a:gd name="connsiteX1" fmla="*/ 2599 w 10545"/>
              <a:gd name="connsiteY1" fmla="*/ 0 h 9840"/>
              <a:gd name="connsiteX2" fmla="*/ 8445 w 10545"/>
              <a:gd name="connsiteY2" fmla="*/ 0 h 9840"/>
              <a:gd name="connsiteX3" fmla="*/ 10545 w 10545"/>
              <a:gd name="connsiteY3" fmla="*/ 5000 h 9840"/>
              <a:gd name="connsiteX4" fmla="*/ 7899 w 10545"/>
              <a:gd name="connsiteY4" fmla="*/ 9815 h 9840"/>
              <a:gd name="connsiteX5" fmla="*/ 2582 w 10545"/>
              <a:gd name="connsiteY5" fmla="*/ 9840 h 9840"/>
              <a:gd name="connsiteX6" fmla="*/ 0 w 10545"/>
              <a:gd name="connsiteY6" fmla="*/ 4883 h 9840"/>
              <a:gd name="connsiteX0" fmla="*/ 0 w 10000"/>
              <a:gd name="connsiteY0" fmla="*/ 4962 h 10000"/>
              <a:gd name="connsiteX1" fmla="*/ 2465 w 10000"/>
              <a:gd name="connsiteY1" fmla="*/ 0 h 10000"/>
              <a:gd name="connsiteX2" fmla="*/ 8009 w 10000"/>
              <a:gd name="connsiteY2" fmla="*/ 0 h 10000"/>
              <a:gd name="connsiteX3" fmla="*/ 10000 w 10000"/>
              <a:gd name="connsiteY3" fmla="*/ 4950 h 10000"/>
              <a:gd name="connsiteX4" fmla="*/ 7491 w 10000"/>
              <a:gd name="connsiteY4" fmla="*/ 9975 h 10000"/>
              <a:gd name="connsiteX5" fmla="*/ 2449 w 10000"/>
              <a:gd name="connsiteY5" fmla="*/ 10000 h 10000"/>
              <a:gd name="connsiteX6" fmla="*/ 0 w 10000"/>
              <a:gd name="connsiteY6" fmla="*/ 4962 h 10000"/>
              <a:gd name="connsiteX0" fmla="*/ 0 w 10000"/>
              <a:gd name="connsiteY0" fmla="*/ 5000 h 10038"/>
              <a:gd name="connsiteX1" fmla="*/ 2465 w 10000"/>
              <a:gd name="connsiteY1" fmla="*/ 38 h 10038"/>
              <a:gd name="connsiteX2" fmla="*/ 7524 w 10000"/>
              <a:gd name="connsiteY2" fmla="*/ 0 h 10038"/>
              <a:gd name="connsiteX3" fmla="*/ 10000 w 10000"/>
              <a:gd name="connsiteY3" fmla="*/ 4988 h 10038"/>
              <a:gd name="connsiteX4" fmla="*/ 7491 w 10000"/>
              <a:gd name="connsiteY4" fmla="*/ 10013 h 10038"/>
              <a:gd name="connsiteX5" fmla="*/ 2449 w 10000"/>
              <a:gd name="connsiteY5" fmla="*/ 10038 h 10038"/>
              <a:gd name="connsiteX6" fmla="*/ 0 w 10000"/>
              <a:gd name="connsiteY6" fmla="*/ 5000 h 10038"/>
              <a:gd name="connsiteX0" fmla="*/ 0 w 10000"/>
              <a:gd name="connsiteY0" fmla="*/ 5056 h 10094"/>
              <a:gd name="connsiteX1" fmla="*/ 2449 w 10000"/>
              <a:gd name="connsiteY1" fmla="*/ 0 h 10094"/>
              <a:gd name="connsiteX2" fmla="*/ 7524 w 10000"/>
              <a:gd name="connsiteY2" fmla="*/ 56 h 10094"/>
              <a:gd name="connsiteX3" fmla="*/ 10000 w 10000"/>
              <a:gd name="connsiteY3" fmla="*/ 5044 h 10094"/>
              <a:gd name="connsiteX4" fmla="*/ 7491 w 10000"/>
              <a:gd name="connsiteY4" fmla="*/ 10069 h 10094"/>
              <a:gd name="connsiteX5" fmla="*/ 2449 w 10000"/>
              <a:gd name="connsiteY5" fmla="*/ 10094 h 10094"/>
              <a:gd name="connsiteX6" fmla="*/ 0 w 10000"/>
              <a:gd name="connsiteY6" fmla="*/ 5056 h 10094"/>
              <a:gd name="connsiteX0" fmla="*/ 0 w 9951"/>
              <a:gd name="connsiteY0" fmla="*/ 5056 h 10094"/>
              <a:gd name="connsiteX1" fmla="*/ 2449 w 9951"/>
              <a:gd name="connsiteY1" fmla="*/ 0 h 10094"/>
              <a:gd name="connsiteX2" fmla="*/ 7524 w 9951"/>
              <a:gd name="connsiteY2" fmla="*/ 56 h 10094"/>
              <a:gd name="connsiteX3" fmla="*/ 9951 w 9951"/>
              <a:gd name="connsiteY3" fmla="*/ 5044 h 10094"/>
              <a:gd name="connsiteX4" fmla="*/ 7491 w 9951"/>
              <a:gd name="connsiteY4" fmla="*/ 10069 h 10094"/>
              <a:gd name="connsiteX5" fmla="*/ 2449 w 9951"/>
              <a:gd name="connsiteY5" fmla="*/ 10094 h 10094"/>
              <a:gd name="connsiteX6" fmla="*/ 0 w 9951"/>
              <a:gd name="connsiteY6" fmla="*/ 5056 h 10094"/>
              <a:gd name="connsiteX0" fmla="*/ 0 w 10000"/>
              <a:gd name="connsiteY0" fmla="*/ 4990 h 9981"/>
              <a:gd name="connsiteX1" fmla="*/ 2461 w 10000"/>
              <a:gd name="connsiteY1" fmla="*/ 0 h 9981"/>
              <a:gd name="connsiteX2" fmla="*/ 7561 w 10000"/>
              <a:gd name="connsiteY2" fmla="*/ 36 h 9981"/>
              <a:gd name="connsiteX3" fmla="*/ 10000 w 10000"/>
              <a:gd name="connsiteY3" fmla="*/ 4978 h 9981"/>
              <a:gd name="connsiteX4" fmla="*/ 7528 w 10000"/>
              <a:gd name="connsiteY4" fmla="*/ 9956 h 9981"/>
              <a:gd name="connsiteX5" fmla="*/ 2461 w 10000"/>
              <a:gd name="connsiteY5" fmla="*/ 9981 h 9981"/>
              <a:gd name="connsiteX6" fmla="*/ 0 w 10000"/>
              <a:gd name="connsiteY6" fmla="*/ 4990 h 9981"/>
              <a:gd name="connsiteX0" fmla="*/ 0 w 10000"/>
              <a:gd name="connsiteY0" fmla="*/ 5000 h 10001"/>
              <a:gd name="connsiteX1" fmla="*/ 2461 w 10000"/>
              <a:gd name="connsiteY1" fmla="*/ 1 h 10001"/>
              <a:gd name="connsiteX2" fmla="*/ 7561 w 10000"/>
              <a:gd name="connsiteY2" fmla="*/ 0 h 10001"/>
              <a:gd name="connsiteX3" fmla="*/ 10000 w 10000"/>
              <a:gd name="connsiteY3" fmla="*/ 4988 h 10001"/>
              <a:gd name="connsiteX4" fmla="*/ 7528 w 10000"/>
              <a:gd name="connsiteY4" fmla="*/ 9976 h 10001"/>
              <a:gd name="connsiteX5" fmla="*/ 2461 w 10000"/>
              <a:gd name="connsiteY5" fmla="*/ 10001 h 10001"/>
              <a:gd name="connsiteX6" fmla="*/ 0 w 10000"/>
              <a:gd name="connsiteY6" fmla="*/ 5000 h 1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1">
                <a:moveTo>
                  <a:pt x="0" y="5000"/>
                </a:moveTo>
                <a:lnTo>
                  <a:pt x="2461" y="1"/>
                </a:lnTo>
                <a:lnTo>
                  <a:pt x="7561" y="0"/>
                </a:lnTo>
                <a:lnTo>
                  <a:pt x="10000" y="4988"/>
                </a:lnTo>
                <a:lnTo>
                  <a:pt x="7528" y="9976"/>
                </a:lnTo>
                <a:lnTo>
                  <a:pt x="2461" y="10001"/>
                </a:lnTo>
                <a:lnTo>
                  <a:pt x="0" y="5000"/>
                </a:lnTo>
                <a:close/>
              </a:path>
            </a:pathLst>
          </a:custGeom>
          <a:solidFill>
            <a:srgbClr val="7FB793"/>
          </a:solidFill>
          <a:ln>
            <a:solidFill>
              <a:srgbClr val="7FB793"/>
            </a:solidFill>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4" name="Flowchart: Preparation 1">
            <a:extLst>
              <a:ext uri="{FF2B5EF4-FFF2-40B4-BE49-F238E27FC236}">
                <a16:creationId xmlns:a16="http://schemas.microsoft.com/office/drawing/2014/main" id="{D2373485-6F36-CBE4-5A7F-933119A666AE}"/>
              </a:ext>
            </a:extLst>
          </p:cNvPr>
          <p:cNvSpPr/>
          <p:nvPr/>
        </p:nvSpPr>
        <p:spPr>
          <a:xfrm>
            <a:off x="1575023" y="3175528"/>
            <a:ext cx="1464783" cy="1275189"/>
          </a:xfrm>
          <a:custGeom>
            <a:avLst/>
            <a:gdLst>
              <a:gd name="connsiteX0" fmla="*/ 0 w 10000"/>
              <a:gd name="connsiteY0" fmla="*/ 5000 h 10000"/>
              <a:gd name="connsiteX1" fmla="*/ 2000 w 10000"/>
              <a:gd name="connsiteY1" fmla="*/ 0 h 10000"/>
              <a:gd name="connsiteX2" fmla="*/ 8000 w 10000"/>
              <a:gd name="connsiteY2" fmla="*/ 0 h 10000"/>
              <a:gd name="connsiteX3" fmla="*/ 10000 w 10000"/>
              <a:gd name="connsiteY3" fmla="*/ 5000 h 10000"/>
              <a:gd name="connsiteX4" fmla="*/ 8000 w 10000"/>
              <a:gd name="connsiteY4" fmla="*/ 10000 h 10000"/>
              <a:gd name="connsiteX5" fmla="*/ 2000 w 10000"/>
              <a:gd name="connsiteY5" fmla="*/ 10000 h 10000"/>
              <a:gd name="connsiteX6" fmla="*/ 0 w 10000"/>
              <a:gd name="connsiteY6" fmla="*/ 5000 h 10000"/>
              <a:gd name="connsiteX0" fmla="*/ 0 w 9523"/>
              <a:gd name="connsiteY0" fmla="*/ 5049 h 10000"/>
              <a:gd name="connsiteX1" fmla="*/ 1523 w 9523"/>
              <a:gd name="connsiteY1" fmla="*/ 0 h 10000"/>
              <a:gd name="connsiteX2" fmla="*/ 7523 w 9523"/>
              <a:gd name="connsiteY2" fmla="*/ 0 h 10000"/>
              <a:gd name="connsiteX3" fmla="*/ 9523 w 9523"/>
              <a:gd name="connsiteY3" fmla="*/ 5000 h 10000"/>
              <a:gd name="connsiteX4" fmla="*/ 7523 w 9523"/>
              <a:gd name="connsiteY4" fmla="*/ 10000 h 10000"/>
              <a:gd name="connsiteX5" fmla="*/ 1523 w 9523"/>
              <a:gd name="connsiteY5" fmla="*/ 10000 h 10000"/>
              <a:gd name="connsiteX6" fmla="*/ 0 w 9523"/>
              <a:gd name="connsiteY6" fmla="*/ 5049 h 10000"/>
              <a:gd name="connsiteX0" fmla="*/ 0 w 10409"/>
              <a:gd name="connsiteY0" fmla="*/ 4901 h 10000"/>
              <a:gd name="connsiteX1" fmla="*/ 2008 w 10409"/>
              <a:gd name="connsiteY1" fmla="*/ 0 h 10000"/>
              <a:gd name="connsiteX2" fmla="*/ 8309 w 10409"/>
              <a:gd name="connsiteY2" fmla="*/ 0 h 10000"/>
              <a:gd name="connsiteX3" fmla="*/ 10409 w 10409"/>
              <a:gd name="connsiteY3" fmla="*/ 5000 h 10000"/>
              <a:gd name="connsiteX4" fmla="*/ 8309 w 10409"/>
              <a:gd name="connsiteY4" fmla="*/ 10000 h 10000"/>
              <a:gd name="connsiteX5" fmla="*/ 2008 w 10409"/>
              <a:gd name="connsiteY5" fmla="*/ 10000 h 10000"/>
              <a:gd name="connsiteX6" fmla="*/ 0 w 10409"/>
              <a:gd name="connsiteY6" fmla="*/ 4901 h 10000"/>
              <a:gd name="connsiteX0" fmla="*/ 0 w 10409"/>
              <a:gd name="connsiteY0" fmla="*/ 4901 h 10000"/>
              <a:gd name="connsiteX1" fmla="*/ 2463 w 10409"/>
              <a:gd name="connsiteY1" fmla="*/ 0 h 10000"/>
              <a:gd name="connsiteX2" fmla="*/ 8309 w 10409"/>
              <a:gd name="connsiteY2" fmla="*/ 0 h 10000"/>
              <a:gd name="connsiteX3" fmla="*/ 10409 w 10409"/>
              <a:gd name="connsiteY3" fmla="*/ 5000 h 10000"/>
              <a:gd name="connsiteX4" fmla="*/ 8309 w 10409"/>
              <a:gd name="connsiteY4" fmla="*/ 10000 h 10000"/>
              <a:gd name="connsiteX5" fmla="*/ 2008 w 10409"/>
              <a:gd name="connsiteY5" fmla="*/ 10000 h 10000"/>
              <a:gd name="connsiteX6" fmla="*/ 0 w 10409"/>
              <a:gd name="connsiteY6" fmla="*/ 4901 h 10000"/>
              <a:gd name="connsiteX0" fmla="*/ 0 w 10409"/>
              <a:gd name="connsiteY0" fmla="*/ 4901 h 10000"/>
              <a:gd name="connsiteX1" fmla="*/ 2463 w 10409"/>
              <a:gd name="connsiteY1" fmla="*/ 0 h 10000"/>
              <a:gd name="connsiteX2" fmla="*/ 8309 w 10409"/>
              <a:gd name="connsiteY2" fmla="*/ 0 h 10000"/>
              <a:gd name="connsiteX3" fmla="*/ 10409 w 10409"/>
              <a:gd name="connsiteY3" fmla="*/ 5000 h 10000"/>
              <a:gd name="connsiteX4" fmla="*/ 8309 w 10409"/>
              <a:gd name="connsiteY4" fmla="*/ 10000 h 10000"/>
              <a:gd name="connsiteX5" fmla="*/ 2463 w 10409"/>
              <a:gd name="connsiteY5" fmla="*/ 9951 h 10000"/>
              <a:gd name="connsiteX6" fmla="*/ 0 w 10409"/>
              <a:gd name="connsiteY6" fmla="*/ 4901 h 10000"/>
              <a:gd name="connsiteX0" fmla="*/ 0 w 10545"/>
              <a:gd name="connsiteY0" fmla="*/ 4883 h 10000"/>
              <a:gd name="connsiteX1" fmla="*/ 2599 w 10545"/>
              <a:gd name="connsiteY1" fmla="*/ 0 h 10000"/>
              <a:gd name="connsiteX2" fmla="*/ 8445 w 10545"/>
              <a:gd name="connsiteY2" fmla="*/ 0 h 10000"/>
              <a:gd name="connsiteX3" fmla="*/ 10545 w 10545"/>
              <a:gd name="connsiteY3" fmla="*/ 5000 h 10000"/>
              <a:gd name="connsiteX4" fmla="*/ 8445 w 10545"/>
              <a:gd name="connsiteY4" fmla="*/ 10000 h 10000"/>
              <a:gd name="connsiteX5" fmla="*/ 2599 w 10545"/>
              <a:gd name="connsiteY5" fmla="*/ 9951 h 10000"/>
              <a:gd name="connsiteX6" fmla="*/ 0 w 10545"/>
              <a:gd name="connsiteY6" fmla="*/ 4883 h 10000"/>
              <a:gd name="connsiteX0" fmla="*/ 0 w 10545"/>
              <a:gd name="connsiteY0" fmla="*/ 4883 h 10000"/>
              <a:gd name="connsiteX1" fmla="*/ 2599 w 10545"/>
              <a:gd name="connsiteY1" fmla="*/ 0 h 10000"/>
              <a:gd name="connsiteX2" fmla="*/ 8445 w 10545"/>
              <a:gd name="connsiteY2" fmla="*/ 0 h 10000"/>
              <a:gd name="connsiteX3" fmla="*/ 10545 w 10545"/>
              <a:gd name="connsiteY3" fmla="*/ 5000 h 10000"/>
              <a:gd name="connsiteX4" fmla="*/ 8445 w 10545"/>
              <a:gd name="connsiteY4" fmla="*/ 10000 h 10000"/>
              <a:gd name="connsiteX5" fmla="*/ 2582 w 10545"/>
              <a:gd name="connsiteY5" fmla="*/ 9840 h 10000"/>
              <a:gd name="connsiteX6" fmla="*/ 0 w 10545"/>
              <a:gd name="connsiteY6" fmla="*/ 4883 h 10000"/>
              <a:gd name="connsiteX0" fmla="*/ 0 w 10545"/>
              <a:gd name="connsiteY0" fmla="*/ 4883 h 9840"/>
              <a:gd name="connsiteX1" fmla="*/ 2599 w 10545"/>
              <a:gd name="connsiteY1" fmla="*/ 0 h 9840"/>
              <a:gd name="connsiteX2" fmla="*/ 8445 w 10545"/>
              <a:gd name="connsiteY2" fmla="*/ 0 h 9840"/>
              <a:gd name="connsiteX3" fmla="*/ 10545 w 10545"/>
              <a:gd name="connsiteY3" fmla="*/ 5000 h 9840"/>
              <a:gd name="connsiteX4" fmla="*/ 7899 w 10545"/>
              <a:gd name="connsiteY4" fmla="*/ 9815 h 9840"/>
              <a:gd name="connsiteX5" fmla="*/ 2582 w 10545"/>
              <a:gd name="connsiteY5" fmla="*/ 9840 h 9840"/>
              <a:gd name="connsiteX6" fmla="*/ 0 w 10545"/>
              <a:gd name="connsiteY6" fmla="*/ 4883 h 9840"/>
              <a:gd name="connsiteX0" fmla="*/ 0 w 10000"/>
              <a:gd name="connsiteY0" fmla="*/ 4962 h 10000"/>
              <a:gd name="connsiteX1" fmla="*/ 2465 w 10000"/>
              <a:gd name="connsiteY1" fmla="*/ 0 h 10000"/>
              <a:gd name="connsiteX2" fmla="*/ 8009 w 10000"/>
              <a:gd name="connsiteY2" fmla="*/ 0 h 10000"/>
              <a:gd name="connsiteX3" fmla="*/ 10000 w 10000"/>
              <a:gd name="connsiteY3" fmla="*/ 4950 h 10000"/>
              <a:gd name="connsiteX4" fmla="*/ 7491 w 10000"/>
              <a:gd name="connsiteY4" fmla="*/ 9975 h 10000"/>
              <a:gd name="connsiteX5" fmla="*/ 2449 w 10000"/>
              <a:gd name="connsiteY5" fmla="*/ 10000 h 10000"/>
              <a:gd name="connsiteX6" fmla="*/ 0 w 10000"/>
              <a:gd name="connsiteY6" fmla="*/ 4962 h 10000"/>
              <a:gd name="connsiteX0" fmla="*/ 0 w 10000"/>
              <a:gd name="connsiteY0" fmla="*/ 5000 h 10038"/>
              <a:gd name="connsiteX1" fmla="*/ 2465 w 10000"/>
              <a:gd name="connsiteY1" fmla="*/ 38 h 10038"/>
              <a:gd name="connsiteX2" fmla="*/ 7524 w 10000"/>
              <a:gd name="connsiteY2" fmla="*/ 0 h 10038"/>
              <a:gd name="connsiteX3" fmla="*/ 10000 w 10000"/>
              <a:gd name="connsiteY3" fmla="*/ 4988 h 10038"/>
              <a:gd name="connsiteX4" fmla="*/ 7491 w 10000"/>
              <a:gd name="connsiteY4" fmla="*/ 10013 h 10038"/>
              <a:gd name="connsiteX5" fmla="*/ 2449 w 10000"/>
              <a:gd name="connsiteY5" fmla="*/ 10038 h 10038"/>
              <a:gd name="connsiteX6" fmla="*/ 0 w 10000"/>
              <a:gd name="connsiteY6" fmla="*/ 5000 h 10038"/>
              <a:gd name="connsiteX0" fmla="*/ 0 w 10000"/>
              <a:gd name="connsiteY0" fmla="*/ 5056 h 10094"/>
              <a:gd name="connsiteX1" fmla="*/ 2449 w 10000"/>
              <a:gd name="connsiteY1" fmla="*/ 0 h 10094"/>
              <a:gd name="connsiteX2" fmla="*/ 7524 w 10000"/>
              <a:gd name="connsiteY2" fmla="*/ 56 h 10094"/>
              <a:gd name="connsiteX3" fmla="*/ 10000 w 10000"/>
              <a:gd name="connsiteY3" fmla="*/ 5044 h 10094"/>
              <a:gd name="connsiteX4" fmla="*/ 7491 w 10000"/>
              <a:gd name="connsiteY4" fmla="*/ 10069 h 10094"/>
              <a:gd name="connsiteX5" fmla="*/ 2449 w 10000"/>
              <a:gd name="connsiteY5" fmla="*/ 10094 h 10094"/>
              <a:gd name="connsiteX6" fmla="*/ 0 w 10000"/>
              <a:gd name="connsiteY6" fmla="*/ 5056 h 10094"/>
              <a:gd name="connsiteX0" fmla="*/ 0 w 9951"/>
              <a:gd name="connsiteY0" fmla="*/ 5056 h 10094"/>
              <a:gd name="connsiteX1" fmla="*/ 2449 w 9951"/>
              <a:gd name="connsiteY1" fmla="*/ 0 h 10094"/>
              <a:gd name="connsiteX2" fmla="*/ 7524 w 9951"/>
              <a:gd name="connsiteY2" fmla="*/ 56 h 10094"/>
              <a:gd name="connsiteX3" fmla="*/ 9951 w 9951"/>
              <a:gd name="connsiteY3" fmla="*/ 5044 h 10094"/>
              <a:gd name="connsiteX4" fmla="*/ 7491 w 9951"/>
              <a:gd name="connsiteY4" fmla="*/ 10069 h 10094"/>
              <a:gd name="connsiteX5" fmla="*/ 2449 w 9951"/>
              <a:gd name="connsiteY5" fmla="*/ 10094 h 10094"/>
              <a:gd name="connsiteX6" fmla="*/ 0 w 9951"/>
              <a:gd name="connsiteY6" fmla="*/ 5056 h 10094"/>
              <a:gd name="connsiteX0" fmla="*/ 0 w 10000"/>
              <a:gd name="connsiteY0" fmla="*/ 4990 h 9981"/>
              <a:gd name="connsiteX1" fmla="*/ 2461 w 10000"/>
              <a:gd name="connsiteY1" fmla="*/ 0 h 9981"/>
              <a:gd name="connsiteX2" fmla="*/ 7561 w 10000"/>
              <a:gd name="connsiteY2" fmla="*/ 36 h 9981"/>
              <a:gd name="connsiteX3" fmla="*/ 10000 w 10000"/>
              <a:gd name="connsiteY3" fmla="*/ 4978 h 9981"/>
              <a:gd name="connsiteX4" fmla="*/ 7528 w 10000"/>
              <a:gd name="connsiteY4" fmla="*/ 9956 h 9981"/>
              <a:gd name="connsiteX5" fmla="*/ 2461 w 10000"/>
              <a:gd name="connsiteY5" fmla="*/ 9981 h 9981"/>
              <a:gd name="connsiteX6" fmla="*/ 0 w 10000"/>
              <a:gd name="connsiteY6" fmla="*/ 4990 h 9981"/>
              <a:gd name="connsiteX0" fmla="*/ 0 w 10000"/>
              <a:gd name="connsiteY0" fmla="*/ 5000 h 10001"/>
              <a:gd name="connsiteX1" fmla="*/ 2461 w 10000"/>
              <a:gd name="connsiteY1" fmla="*/ 1 h 10001"/>
              <a:gd name="connsiteX2" fmla="*/ 7561 w 10000"/>
              <a:gd name="connsiteY2" fmla="*/ 0 h 10001"/>
              <a:gd name="connsiteX3" fmla="*/ 10000 w 10000"/>
              <a:gd name="connsiteY3" fmla="*/ 4988 h 10001"/>
              <a:gd name="connsiteX4" fmla="*/ 7528 w 10000"/>
              <a:gd name="connsiteY4" fmla="*/ 9976 h 10001"/>
              <a:gd name="connsiteX5" fmla="*/ 2461 w 10000"/>
              <a:gd name="connsiteY5" fmla="*/ 10001 h 10001"/>
              <a:gd name="connsiteX6" fmla="*/ 0 w 10000"/>
              <a:gd name="connsiteY6" fmla="*/ 5000 h 10001"/>
              <a:gd name="connsiteX0" fmla="*/ 0 w 10000"/>
              <a:gd name="connsiteY0" fmla="*/ 5000 h 9976"/>
              <a:gd name="connsiteX1" fmla="*/ 2461 w 10000"/>
              <a:gd name="connsiteY1" fmla="*/ 1 h 9976"/>
              <a:gd name="connsiteX2" fmla="*/ 7561 w 10000"/>
              <a:gd name="connsiteY2" fmla="*/ 0 h 9976"/>
              <a:gd name="connsiteX3" fmla="*/ 10000 w 10000"/>
              <a:gd name="connsiteY3" fmla="*/ 4988 h 9976"/>
              <a:gd name="connsiteX4" fmla="*/ 7528 w 10000"/>
              <a:gd name="connsiteY4" fmla="*/ 9976 h 9976"/>
              <a:gd name="connsiteX5" fmla="*/ 2526 w 10000"/>
              <a:gd name="connsiteY5" fmla="*/ 9976 h 9976"/>
              <a:gd name="connsiteX6" fmla="*/ 0 w 10000"/>
              <a:gd name="connsiteY6" fmla="*/ 5000 h 9976"/>
              <a:gd name="connsiteX0" fmla="*/ 0 w 10000"/>
              <a:gd name="connsiteY0" fmla="*/ 5012 h 10000"/>
              <a:gd name="connsiteX1" fmla="*/ 2461 w 10000"/>
              <a:gd name="connsiteY1" fmla="*/ 1 h 10000"/>
              <a:gd name="connsiteX2" fmla="*/ 7496 w 10000"/>
              <a:gd name="connsiteY2" fmla="*/ 0 h 10000"/>
              <a:gd name="connsiteX3" fmla="*/ 10000 w 10000"/>
              <a:gd name="connsiteY3" fmla="*/ 5000 h 10000"/>
              <a:gd name="connsiteX4" fmla="*/ 7528 w 10000"/>
              <a:gd name="connsiteY4" fmla="*/ 10000 h 10000"/>
              <a:gd name="connsiteX5" fmla="*/ 2526 w 10000"/>
              <a:gd name="connsiteY5" fmla="*/ 10000 h 10000"/>
              <a:gd name="connsiteX6" fmla="*/ 0 w 10000"/>
              <a:gd name="connsiteY6" fmla="*/ 5012 h 10000"/>
              <a:gd name="connsiteX0" fmla="*/ 0 w 10000"/>
              <a:gd name="connsiteY0" fmla="*/ 5012 h 10000"/>
              <a:gd name="connsiteX1" fmla="*/ 2526 w 10000"/>
              <a:gd name="connsiteY1" fmla="*/ 1 h 10000"/>
              <a:gd name="connsiteX2" fmla="*/ 7496 w 10000"/>
              <a:gd name="connsiteY2" fmla="*/ 0 h 10000"/>
              <a:gd name="connsiteX3" fmla="*/ 10000 w 10000"/>
              <a:gd name="connsiteY3" fmla="*/ 5000 h 10000"/>
              <a:gd name="connsiteX4" fmla="*/ 7528 w 10000"/>
              <a:gd name="connsiteY4" fmla="*/ 10000 h 10000"/>
              <a:gd name="connsiteX5" fmla="*/ 2526 w 10000"/>
              <a:gd name="connsiteY5" fmla="*/ 10000 h 10000"/>
              <a:gd name="connsiteX6" fmla="*/ 0 w 10000"/>
              <a:gd name="connsiteY6" fmla="*/ 5012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0" y="5012"/>
                </a:moveTo>
                <a:lnTo>
                  <a:pt x="2526" y="1"/>
                </a:lnTo>
                <a:lnTo>
                  <a:pt x="7496" y="0"/>
                </a:lnTo>
                <a:lnTo>
                  <a:pt x="10000" y="5000"/>
                </a:lnTo>
                <a:lnTo>
                  <a:pt x="7528" y="10000"/>
                </a:lnTo>
                <a:lnTo>
                  <a:pt x="2526" y="10000"/>
                </a:lnTo>
                <a:lnTo>
                  <a:pt x="0" y="5012"/>
                </a:lnTo>
                <a:close/>
              </a:path>
            </a:pathLst>
          </a:custGeom>
          <a:noFill/>
          <a:ln w="28575">
            <a:solidFill>
              <a:srgbClr val="7FB793"/>
            </a:solidFill>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Tree>
    <p:extLst>
      <p:ext uri="{BB962C8B-B14F-4D97-AF65-F5344CB8AC3E}">
        <p14:creationId xmlns:p14="http://schemas.microsoft.com/office/powerpoint/2010/main" val="5292794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presentation light - tm89027928_Win22_jx_v15" id="{E4F720B1-AC3A-441F-B00A-6ECF71D2AB0C}" vid="{71933BEE-9DD7-4D62-B50F-A654080E9C9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themeOverride>
</file>

<file path=ppt/theme/themeOverride2.xml><?xml version="1.0" encoding="utf-8"?>
<a:themeOverride xmlns:a="http://schemas.openxmlformats.org/drawingml/2006/main">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themeOverride>
</file>

<file path=ppt/theme/themeOverride3.xml><?xml version="1.0" encoding="utf-8"?>
<a:themeOverride xmlns:a="http://schemas.openxmlformats.org/drawingml/2006/main">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themeOverride>
</file>

<file path=ppt/theme/themeOverride4.xml><?xml version="1.0" encoding="utf-8"?>
<a:themeOverride xmlns:a="http://schemas.openxmlformats.org/drawingml/2006/main">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themeOverride>
</file>

<file path=ppt/theme/themeOverride5.xml><?xml version="1.0" encoding="utf-8"?>
<a:themeOverride xmlns:a="http://schemas.openxmlformats.org/drawingml/2006/main">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themeOverride>
</file>

<file path=ppt/theme/themeOverride6.xml><?xml version="1.0" encoding="utf-8"?>
<a:themeOverride xmlns:a="http://schemas.openxmlformats.org/drawingml/2006/main">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themeOverride>
</file>

<file path=ppt/theme/themeOverride7.xml><?xml version="1.0" encoding="utf-8"?>
<a:themeOverride xmlns:a="http://schemas.openxmlformats.org/drawingml/2006/main">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themeOverride>
</file>

<file path=ppt/theme/themeOverride8.xml><?xml version="1.0" encoding="utf-8"?>
<a:themeOverride xmlns:a="http://schemas.openxmlformats.org/drawingml/2006/main">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9D1F660-49A5-E847-97EA-A216F5773A95}">
  <we:reference id="be13a235-7700-1110-ffca-78847a5a99ab" version="1.0.0.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511997D-2559-4D54-8469-327570B187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4AD51DF-C727-4608-B606-5D6C957D4C4D}">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E0D8C9A-C895-482B-B501-694996FFDE4D}">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Retrospect</Template>
  <TotalTime>0</TotalTime>
  <Words>2175</Words>
  <Application>Microsoft Office PowerPoint</Application>
  <PresentationFormat>Panorámica</PresentationFormat>
  <Paragraphs>186</Paragraphs>
  <Slides>13</Slides>
  <Notes>13</Notes>
  <HiddenSlides>0</HiddenSlides>
  <MMClips>0</MMClips>
  <ScaleCrop>false</ScaleCrop>
  <HeadingPairs>
    <vt:vector size="6" baseType="variant">
      <vt:variant>
        <vt:lpstr>Fuentes usadas</vt:lpstr>
      </vt:variant>
      <vt:variant>
        <vt:i4>16</vt:i4>
      </vt:variant>
      <vt:variant>
        <vt:lpstr>Tema</vt:lpstr>
      </vt:variant>
      <vt:variant>
        <vt:i4>1</vt:i4>
      </vt:variant>
      <vt:variant>
        <vt:lpstr>Títulos de diapositiva</vt:lpstr>
      </vt:variant>
      <vt:variant>
        <vt:i4>13</vt:i4>
      </vt:variant>
    </vt:vector>
  </HeadingPairs>
  <TitlesOfParts>
    <vt:vector size="30" baseType="lpstr">
      <vt:lpstr>等线</vt:lpstr>
      <vt:lpstr>Abadi</vt:lpstr>
      <vt:lpstr>Aptos</vt:lpstr>
      <vt:lpstr>Aptos Display</vt:lpstr>
      <vt:lpstr>Arial</vt:lpstr>
      <vt:lpstr>Barlow</vt:lpstr>
      <vt:lpstr>Calibri</vt:lpstr>
      <vt:lpstr>Century Gothic</vt:lpstr>
      <vt:lpstr>inherit</vt:lpstr>
      <vt:lpstr>Posterama</vt:lpstr>
      <vt:lpstr>Posterama Text Black</vt:lpstr>
      <vt:lpstr>Posterama Text SemiBold</vt:lpstr>
      <vt:lpstr>Slack-Lato</vt:lpstr>
      <vt:lpstr>SN Century Gothic</vt:lpstr>
      <vt:lpstr>Symbol</vt:lpstr>
      <vt:lpstr>Wingdings</vt:lpstr>
      <vt:lpstr>Custom</vt:lpstr>
      <vt:lpstr>Presentación de PowerPoint</vt:lpstr>
      <vt:lpstr>Presentación de PowerPoint</vt:lpstr>
      <vt:lpstr>Presentación de PowerPoint</vt:lpstr>
      <vt:lpstr>To be Data architecture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2023-09-14T06:03:51Z</dcterms:created>
  <dcterms:modified xsi:type="dcterms:W3CDTF">2025-03-12T08:13:05Z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MSIP_Label_a7295cc1-d279-42ac-ab4d-3b0f4fece050_Enabled">
    <vt:lpwstr>true</vt:lpwstr>
  </property>
  <property fmtid="{D5CDD505-2E9C-101B-9397-08002B2CF9AE}" pid="5" name="MSIP_Label_a7295cc1-d279-42ac-ab4d-3b0f4fece050_SetDate">
    <vt:lpwstr>2025-02-11T09:30:08Z</vt:lpwstr>
  </property>
  <property fmtid="{D5CDD505-2E9C-101B-9397-08002B2CF9AE}" pid="6" name="MSIP_Label_a7295cc1-d279-42ac-ab4d-3b0f4fece050_Method">
    <vt:lpwstr>Standard</vt:lpwstr>
  </property>
  <property fmtid="{D5CDD505-2E9C-101B-9397-08002B2CF9AE}" pid="7" name="MSIP_Label_a7295cc1-d279-42ac-ab4d-3b0f4fece050_Name">
    <vt:lpwstr>FUJITSU-RESTRICTED​</vt:lpwstr>
  </property>
  <property fmtid="{D5CDD505-2E9C-101B-9397-08002B2CF9AE}" pid="8" name="MSIP_Label_a7295cc1-d279-42ac-ab4d-3b0f4fece050_SiteId">
    <vt:lpwstr>a19f121d-81e1-4858-a9d8-736e267fd4c7</vt:lpwstr>
  </property>
  <property fmtid="{D5CDD505-2E9C-101B-9397-08002B2CF9AE}" pid="9" name="MSIP_Label_a7295cc1-d279-42ac-ab4d-3b0f4fece050_ActionId">
    <vt:lpwstr>95278961-6634-494c-b22a-8a8e584a4a75</vt:lpwstr>
  </property>
  <property fmtid="{D5CDD505-2E9C-101B-9397-08002B2CF9AE}" pid="10" name="MSIP_Label_a7295cc1-d279-42ac-ab4d-3b0f4fece050_ContentBits">
    <vt:lpwstr>0</vt:lpwstr>
  </property>
</Properties>
</file>