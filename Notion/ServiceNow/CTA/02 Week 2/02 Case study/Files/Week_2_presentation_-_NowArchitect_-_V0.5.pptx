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38"/>
  </p:notesMasterIdLst>
  <p:handoutMasterIdLst>
    <p:handoutMasterId r:id="rId39"/>
  </p:handoutMasterIdLst>
  <p:sldIdLst>
    <p:sldId id="292" r:id="rId5"/>
    <p:sldId id="305" r:id="rId6"/>
    <p:sldId id="2147483379" r:id="rId7"/>
    <p:sldId id="2147483392" r:id="rId8"/>
    <p:sldId id="2147483381" r:id="rId9"/>
    <p:sldId id="2147483391" r:id="rId10"/>
    <p:sldId id="2147483372" r:id="rId11"/>
    <p:sldId id="2147483375" r:id="rId12"/>
    <p:sldId id="2147483374" r:id="rId13"/>
    <p:sldId id="2147483376" r:id="rId14"/>
    <p:sldId id="2147483377" r:id="rId15"/>
    <p:sldId id="2147483378" r:id="rId16"/>
    <p:sldId id="2147483359" r:id="rId17"/>
    <p:sldId id="2147483351" r:id="rId18"/>
    <p:sldId id="2147483358" r:id="rId19"/>
    <p:sldId id="2147483390" r:id="rId20"/>
    <p:sldId id="2147483389" r:id="rId21"/>
    <p:sldId id="2147483366" r:id="rId22"/>
    <p:sldId id="2147483383" r:id="rId23"/>
    <p:sldId id="2147483384" r:id="rId24"/>
    <p:sldId id="2147483385" r:id="rId25"/>
    <p:sldId id="2147483386" r:id="rId26"/>
    <p:sldId id="2147483387" r:id="rId27"/>
    <p:sldId id="2147483382" r:id="rId28"/>
    <p:sldId id="2147483371" r:id="rId29"/>
    <p:sldId id="2147483370" r:id="rId30"/>
    <p:sldId id="2147483368" r:id="rId31"/>
    <p:sldId id="2147483369" r:id="rId32"/>
    <p:sldId id="295" r:id="rId33"/>
    <p:sldId id="2147483388" r:id="rId34"/>
    <p:sldId id="2147483361" r:id="rId35"/>
    <p:sldId id="289" r:id="rId36"/>
    <p:sldId id="304"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6F5"/>
    <a:srgbClr val="FABE79"/>
    <a:srgbClr val="75A1AD"/>
    <a:srgbClr val="DCD3CC"/>
    <a:srgbClr val="F7F5F4"/>
    <a:srgbClr val="D84400"/>
    <a:srgbClr val="F6F4F3"/>
    <a:srgbClr val="446992"/>
    <a:srgbClr val="AEC2D8"/>
    <a:srgbClr val="9843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EC101-1745-4C62-B123-A8E41EA71FED}" v="266" dt="2025-02-18T16:19:59.47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04" autoAdjust="0"/>
    <p:restoredTop sz="78208" autoAdjust="0"/>
  </p:normalViewPr>
  <p:slideViewPr>
    <p:cSldViewPr snapToGrid="0" showGuides="1">
      <p:cViewPr varScale="1">
        <p:scale>
          <a:sx n="86" d="100"/>
          <a:sy n="86" d="100"/>
        </p:scale>
        <p:origin x="1338" y="96"/>
      </p:cViewPr>
      <p:guideLst>
        <p:guide orient="horz" pos="1536"/>
        <p:guide pos="312"/>
      </p:guideLst>
    </p:cSldViewPr>
  </p:slideViewPr>
  <p:outlineViewPr>
    <p:cViewPr>
      <p:scale>
        <a:sx n="33" d="100"/>
        <a:sy n="33" d="100"/>
      </p:scale>
      <p:origin x="0" y="-1616"/>
    </p:cViewPr>
  </p:outlineViewPr>
  <p:notesTextViewPr>
    <p:cViewPr>
      <p:scale>
        <a:sx n="125" d="100"/>
        <a:sy n="125" d="100"/>
      </p:scale>
      <p:origin x="0" y="0"/>
    </p:cViewPr>
  </p:notesTextViewPr>
  <p:sorterViewPr>
    <p:cViewPr>
      <p:scale>
        <a:sx n="150" d="100"/>
        <a:sy n="150" d="100"/>
      </p:scale>
      <p:origin x="0" y="-312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viewProps" Target="viewProps.xml"/></Relationships>
</file>

<file path=ppt/diagrams/_rels/data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image" Target="../media/image12.png"/></Relationships>
</file>

<file path=ppt/diagrams/_rels/data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diagrams/_rels/data6.xml.rels><?xml version="1.0" encoding="UTF-8" standalone="yes"?>
<Relationships xmlns="http://schemas.openxmlformats.org/package/2006/relationships"><Relationship Id="rId1" Type="http://schemas.openxmlformats.org/officeDocument/2006/relationships/hyperlink" Target="https://www.youtube.com/watch?v=pVW5QJzzBkE" TargetMode="External"/></Relationships>
</file>

<file path=ppt/diagrams/_rels/drawing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image" Target="../media/image12.png"/></Relationships>
</file>

<file path=ppt/diagrams/_rels/drawing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diagrams/_rels/drawing6.xml.rels><?xml version="1.0" encoding="UTF-8" standalone="yes"?>
<Relationships xmlns="http://schemas.openxmlformats.org/package/2006/relationships"><Relationship Id="rId1" Type="http://schemas.openxmlformats.org/officeDocument/2006/relationships/hyperlink" Target="https://www.youtube.com/watch?v=pVW5QJzzBkE" TargetMode="Externa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A36A22-BFAC-45A1-B30D-FF38E57040D6}" type="doc">
      <dgm:prSet loTypeId="urn:microsoft.com/office/officeart/2005/8/layout/chevron2" loCatId="process" qsTypeId="urn:microsoft.com/office/officeart/2005/8/quickstyle/simple1" qsCatId="simple" csTypeId="urn:microsoft.com/office/officeart/2005/8/colors/accent4_2" csCatId="accent4" phldr="1"/>
      <dgm:spPr/>
      <dgm:t>
        <a:bodyPr/>
        <a:lstStyle/>
        <a:p>
          <a:endParaRPr lang="en-US"/>
        </a:p>
      </dgm:t>
    </dgm:pt>
    <dgm:pt modelId="{BC5F6802-05D9-41EC-8FA2-562386115940}">
      <dgm:prSet phldrT="[Text]"/>
      <dgm:spPr>
        <a:solidFill>
          <a:srgbClr val="FABE79"/>
        </a:solidFill>
      </dgm:spPr>
      <dgm:t>
        <a:bodyPr/>
        <a:lstStyle/>
        <a:p>
          <a:r>
            <a:rPr lang="en-US" dirty="0">
              <a:solidFill>
                <a:schemeClr val="tx1"/>
              </a:solidFill>
            </a:rPr>
            <a:t> </a:t>
          </a:r>
        </a:p>
      </dgm:t>
    </dgm:pt>
    <dgm:pt modelId="{849D6F6F-AF88-41C7-AD16-CD0B567A20C8}" type="parTrans" cxnId="{4AEC39DD-7A2B-4C01-92B7-1499766AA2BF}">
      <dgm:prSet/>
      <dgm:spPr/>
      <dgm:t>
        <a:bodyPr/>
        <a:lstStyle/>
        <a:p>
          <a:endParaRPr lang="en-US"/>
        </a:p>
      </dgm:t>
    </dgm:pt>
    <dgm:pt modelId="{87F8BF8C-5BC3-49B7-9848-6D83CCB2EC6E}" type="sibTrans" cxnId="{4AEC39DD-7A2B-4C01-92B7-1499766AA2BF}">
      <dgm:prSet/>
      <dgm:spPr/>
      <dgm:t>
        <a:bodyPr/>
        <a:lstStyle/>
        <a:p>
          <a:endParaRPr lang="en-US"/>
        </a:p>
      </dgm:t>
    </dgm:pt>
    <dgm:pt modelId="{B6B0D4B5-D46E-4B87-A1C7-DAD3F5908ADF}">
      <dgm:prSet phldrT="[Text]" custT="1"/>
      <dgm:spPr>
        <a:solidFill>
          <a:srgbClr val="F8F6F5"/>
        </a:solidFill>
      </dgm:spPr>
      <dgm:t>
        <a:bodyPr/>
        <a:lstStyle/>
        <a:p>
          <a:pPr>
            <a:buNone/>
          </a:pPr>
          <a:r>
            <a:rPr lang="en-US" sz="2800" dirty="0"/>
            <a:t>ServiceNow capabilities</a:t>
          </a:r>
        </a:p>
      </dgm:t>
    </dgm:pt>
    <dgm:pt modelId="{48DFBD1F-C7E7-4A67-9C0F-362D2D2CF5F1}" type="parTrans" cxnId="{FCAABD2C-146B-4E3C-9EA0-4C5460141A43}">
      <dgm:prSet/>
      <dgm:spPr/>
      <dgm:t>
        <a:bodyPr/>
        <a:lstStyle/>
        <a:p>
          <a:endParaRPr lang="en-US"/>
        </a:p>
      </dgm:t>
    </dgm:pt>
    <dgm:pt modelId="{9F2C6B96-1EBB-4DB5-8DF1-D28BE19A1FE7}" type="sibTrans" cxnId="{FCAABD2C-146B-4E3C-9EA0-4C5460141A43}">
      <dgm:prSet/>
      <dgm:spPr/>
      <dgm:t>
        <a:bodyPr/>
        <a:lstStyle/>
        <a:p>
          <a:endParaRPr lang="en-US"/>
        </a:p>
      </dgm:t>
    </dgm:pt>
    <dgm:pt modelId="{39938E25-0DF3-4A11-9CB0-22442D6B5657}">
      <dgm:prSet phldrT="[Text]" custT="1"/>
      <dgm:spPr>
        <a:solidFill>
          <a:srgbClr val="F8F6F5"/>
        </a:solidFill>
      </dgm:spPr>
      <dgm:t>
        <a:bodyPr/>
        <a:lstStyle/>
        <a:p>
          <a:pPr>
            <a:buNone/>
          </a:pPr>
          <a:r>
            <a:rPr lang="en-US" sz="2800" dirty="0"/>
            <a:t>CMDB Project Overview</a:t>
          </a:r>
        </a:p>
      </dgm:t>
    </dgm:pt>
    <dgm:pt modelId="{C55F6DE2-B311-4712-B1F1-BE67D9805BE7}" type="parTrans" cxnId="{2F5053C0-89DD-45F9-BE74-4B94CCC10972}">
      <dgm:prSet/>
      <dgm:spPr/>
      <dgm:t>
        <a:bodyPr/>
        <a:lstStyle/>
        <a:p>
          <a:endParaRPr lang="en-US"/>
        </a:p>
      </dgm:t>
    </dgm:pt>
    <dgm:pt modelId="{FE1F7EF9-2E6F-451E-BFD5-3F60B69FF4A8}" type="sibTrans" cxnId="{2F5053C0-89DD-45F9-BE74-4B94CCC10972}">
      <dgm:prSet/>
      <dgm:spPr/>
      <dgm:t>
        <a:bodyPr/>
        <a:lstStyle/>
        <a:p>
          <a:endParaRPr lang="en-US"/>
        </a:p>
      </dgm:t>
    </dgm:pt>
    <dgm:pt modelId="{689B2077-1C6A-4F32-A7A4-339858CD3BCB}">
      <dgm:prSet phldrT="[Text]" custT="1"/>
      <dgm:spPr>
        <a:solidFill>
          <a:srgbClr val="F8F6F5"/>
        </a:solidFill>
      </dgm:spPr>
      <dgm:t>
        <a:bodyPr/>
        <a:lstStyle/>
        <a:p>
          <a:pPr>
            <a:buNone/>
          </a:pPr>
          <a:r>
            <a:rPr lang="en-US" sz="2800" dirty="0"/>
            <a:t>Key takeaways</a:t>
          </a:r>
        </a:p>
      </dgm:t>
    </dgm:pt>
    <dgm:pt modelId="{29786F10-AC8F-43B1-83AA-D161BDC8C9C9}" type="parTrans" cxnId="{F900BD0F-7E14-4E43-8905-5928C9C3F23A}">
      <dgm:prSet/>
      <dgm:spPr/>
      <dgm:t>
        <a:bodyPr/>
        <a:lstStyle/>
        <a:p>
          <a:endParaRPr lang="en-US"/>
        </a:p>
      </dgm:t>
    </dgm:pt>
    <dgm:pt modelId="{4733359A-219A-478B-A2B3-A9179BC9CC3A}" type="sibTrans" cxnId="{F900BD0F-7E14-4E43-8905-5928C9C3F23A}">
      <dgm:prSet/>
      <dgm:spPr/>
      <dgm:t>
        <a:bodyPr/>
        <a:lstStyle/>
        <a:p>
          <a:endParaRPr lang="en-US"/>
        </a:p>
      </dgm:t>
    </dgm:pt>
    <dgm:pt modelId="{904FE24B-B6BA-405A-B426-039B826B3EC1}">
      <dgm:prSet custT="1"/>
      <dgm:spPr>
        <a:solidFill>
          <a:srgbClr val="F8F6F5">
            <a:alpha val="90000"/>
          </a:srgbClr>
        </a:solidFill>
      </dgm:spPr>
      <dgm:t>
        <a:bodyPr/>
        <a:lstStyle/>
        <a:p>
          <a:pPr>
            <a:buNone/>
          </a:pPr>
          <a:r>
            <a:rPr lang="en-US" sz="2800" dirty="0"/>
            <a:t>Problem Statement</a:t>
          </a:r>
        </a:p>
      </dgm:t>
    </dgm:pt>
    <dgm:pt modelId="{99BD14B4-32B8-451D-9B4F-265345FA8084}" type="parTrans" cxnId="{2277A9D5-2D15-4136-A3B9-C1ADB51E11BD}">
      <dgm:prSet/>
      <dgm:spPr/>
      <dgm:t>
        <a:bodyPr/>
        <a:lstStyle/>
        <a:p>
          <a:endParaRPr lang="en-US"/>
        </a:p>
      </dgm:t>
    </dgm:pt>
    <dgm:pt modelId="{BC02814C-9195-40EB-9BB5-7F22146B4CAC}" type="sibTrans" cxnId="{2277A9D5-2D15-4136-A3B9-C1ADB51E11BD}">
      <dgm:prSet/>
      <dgm:spPr/>
      <dgm:t>
        <a:bodyPr/>
        <a:lstStyle/>
        <a:p>
          <a:endParaRPr lang="en-US"/>
        </a:p>
      </dgm:t>
    </dgm:pt>
    <dgm:pt modelId="{D4918332-3C7D-4EE9-B05F-45F20CDBFBCB}">
      <dgm:prSet phldrT="[Text]" custT="1"/>
      <dgm:spPr>
        <a:solidFill>
          <a:srgbClr val="F8F6F5"/>
        </a:solidFill>
      </dgm:spPr>
      <dgm:t>
        <a:bodyPr/>
        <a:lstStyle/>
        <a:p>
          <a:pPr>
            <a:buNone/>
          </a:pPr>
          <a:r>
            <a:rPr lang="en-US" sz="2800" dirty="0"/>
            <a:t>Data Model</a:t>
          </a:r>
        </a:p>
      </dgm:t>
    </dgm:pt>
    <dgm:pt modelId="{716833FF-1F13-4E15-A377-49AE4628137B}" type="parTrans" cxnId="{B2552E79-90EA-4B7D-8449-68F7353B8B6B}">
      <dgm:prSet/>
      <dgm:spPr/>
      <dgm:t>
        <a:bodyPr/>
        <a:lstStyle/>
        <a:p>
          <a:endParaRPr lang="en-US"/>
        </a:p>
      </dgm:t>
    </dgm:pt>
    <dgm:pt modelId="{2B92EC5D-C367-494D-B572-C0E5EC999682}" type="sibTrans" cxnId="{B2552E79-90EA-4B7D-8449-68F7353B8B6B}">
      <dgm:prSet/>
      <dgm:spPr/>
      <dgm:t>
        <a:bodyPr/>
        <a:lstStyle/>
        <a:p>
          <a:endParaRPr lang="en-US"/>
        </a:p>
      </dgm:t>
    </dgm:pt>
    <dgm:pt modelId="{8FF06763-FCF4-444E-86AD-D5954D814402}">
      <dgm:prSet phldrT="[Text]"/>
      <dgm:spPr>
        <a:solidFill>
          <a:srgbClr val="FABE79"/>
        </a:solidFill>
      </dgm:spPr>
      <dgm:t>
        <a:bodyPr/>
        <a:lstStyle/>
        <a:p>
          <a:endParaRPr lang="en-US" dirty="0"/>
        </a:p>
      </dgm:t>
    </dgm:pt>
    <dgm:pt modelId="{BBE91F99-7B8C-4717-ADBD-0C46C572BF91}" type="parTrans" cxnId="{77B7D4D9-4516-466B-8A49-981F597679B5}">
      <dgm:prSet/>
      <dgm:spPr/>
      <dgm:t>
        <a:bodyPr/>
        <a:lstStyle/>
        <a:p>
          <a:endParaRPr lang="en-US"/>
        </a:p>
      </dgm:t>
    </dgm:pt>
    <dgm:pt modelId="{5F2C8B60-038C-4634-9BA8-50360D39CA4F}" type="sibTrans" cxnId="{77B7D4D9-4516-466B-8A49-981F597679B5}">
      <dgm:prSet/>
      <dgm:spPr/>
      <dgm:t>
        <a:bodyPr/>
        <a:lstStyle/>
        <a:p>
          <a:endParaRPr lang="en-US"/>
        </a:p>
      </dgm:t>
    </dgm:pt>
    <dgm:pt modelId="{D9D6E0F6-C5C7-490E-AF8B-EE2BC8BA89F2}">
      <dgm:prSet phldrT="[Text]"/>
      <dgm:spPr>
        <a:solidFill>
          <a:srgbClr val="FABE79"/>
        </a:solidFill>
      </dgm:spPr>
      <dgm:t>
        <a:bodyPr/>
        <a:lstStyle/>
        <a:p>
          <a:endParaRPr lang="en-US" dirty="0"/>
        </a:p>
      </dgm:t>
    </dgm:pt>
    <dgm:pt modelId="{E896D868-95BC-42DF-BBAE-696D83E898E1}" type="parTrans" cxnId="{D27C74A7-FEF5-4AEA-9D06-A5A9CB61B7B3}">
      <dgm:prSet/>
      <dgm:spPr/>
      <dgm:t>
        <a:bodyPr/>
        <a:lstStyle/>
        <a:p>
          <a:endParaRPr lang="en-US"/>
        </a:p>
      </dgm:t>
    </dgm:pt>
    <dgm:pt modelId="{97097EF7-4916-410F-9019-A2750DFEA018}" type="sibTrans" cxnId="{D27C74A7-FEF5-4AEA-9D06-A5A9CB61B7B3}">
      <dgm:prSet/>
      <dgm:spPr/>
      <dgm:t>
        <a:bodyPr/>
        <a:lstStyle/>
        <a:p>
          <a:endParaRPr lang="en-US"/>
        </a:p>
      </dgm:t>
    </dgm:pt>
    <dgm:pt modelId="{4B4ABE35-F17A-4EC3-93D8-36C0D8022E2C}">
      <dgm:prSet phldrT="[Text]"/>
      <dgm:spPr>
        <a:solidFill>
          <a:srgbClr val="FABE79"/>
        </a:solidFill>
      </dgm:spPr>
      <dgm:t>
        <a:bodyPr/>
        <a:lstStyle/>
        <a:p>
          <a:endParaRPr lang="en-US" dirty="0"/>
        </a:p>
      </dgm:t>
    </dgm:pt>
    <dgm:pt modelId="{20FE3DD5-5E1A-48F0-B102-2E79E39BC0F8}" type="parTrans" cxnId="{B9ACFD35-7BF5-4753-A3B4-70B442898353}">
      <dgm:prSet/>
      <dgm:spPr/>
      <dgm:t>
        <a:bodyPr/>
        <a:lstStyle/>
        <a:p>
          <a:endParaRPr lang="en-US"/>
        </a:p>
      </dgm:t>
    </dgm:pt>
    <dgm:pt modelId="{F459AC69-F5BA-410D-8C25-3C4CC60BB4E1}" type="sibTrans" cxnId="{B9ACFD35-7BF5-4753-A3B4-70B442898353}">
      <dgm:prSet/>
      <dgm:spPr/>
      <dgm:t>
        <a:bodyPr/>
        <a:lstStyle/>
        <a:p>
          <a:endParaRPr lang="en-US"/>
        </a:p>
      </dgm:t>
    </dgm:pt>
    <dgm:pt modelId="{8766A92E-45E5-40BF-AA4A-96B9423A0A7E}">
      <dgm:prSet phldrT="[Text]"/>
      <dgm:spPr>
        <a:solidFill>
          <a:srgbClr val="FABE79"/>
        </a:solidFill>
      </dgm:spPr>
      <dgm:t>
        <a:bodyPr/>
        <a:lstStyle/>
        <a:p>
          <a:endParaRPr lang="en-US" dirty="0"/>
        </a:p>
      </dgm:t>
    </dgm:pt>
    <dgm:pt modelId="{35C6B974-EB77-4CCD-B6A8-D2B73AA6FC96}" type="parTrans" cxnId="{09098E02-A993-4A30-8A47-7FC42ECAD414}">
      <dgm:prSet/>
      <dgm:spPr/>
      <dgm:t>
        <a:bodyPr/>
        <a:lstStyle/>
        <a:p>
          <a:endParaRPr lang="en-US"/>
        </a:p>
      </dgm:t>
    </dgm:pt>
    <dgm:pt modelId="{F4EA47E1-75DE-4BB0-BA91-E17C625962F9}" type="sibTrans" cxnId="{09098E02-A993-4A30-8A47-7FC42ECAD414}">
      <dgm:prSet/>
      <dgm:spPr/>
      <dgm:t>
        <a:bodyPr/>
        <a:lstStyle/>
        <a:p>
          <a:endParaRPr lang="en-US"/>
        </a:p>
      </dgm:t>
    </dgm:pt>
    <dgm:pt modelId="{626C801F-A67F-45C1-ABD2-02518A58ED16}" type="pres">
      <dgm:prSet presAssocID="{47A36A22-BFAC-45A1-B30D-FF38E57040D6}" presName="linearFlow" presStyleCnt="0">
        <dgm:presLayoutVars>
          <dgm:dir/>
          <dgm:animLvl val="lvl"/>
          <dgm:resizeHandles val="exact"/>
        </dgm:presLayoutVars>
      </dgm:prSet>
      <dgm:spPr/>
    </dgm:pt>
    <dgm:pt modelId="{E22536B3-BD6B-4D26-8AD0-F0E3FC0165D4}" type="pres">
      <dgm:prSet presAssocID="{BC5F6802-05D9-41EC-8FA2-562386115940}" presName="composite" presStyleCnt="0"/>
      <dgm:spPr/>
    </dgm:pt>
    <dgm:pt modelId="{2DD08A7B-E7B8-48EE-92AA-133588F54716}" type="pres">
      <dgm:prSet presAssocID="{BC5F6802-05D9-41EC-8FA2-562386115940}" presName="parentText" presStyleLbl="alignNode1" presStyleIdx="0" presStyleCnt="5">
        <dgm:presLayoutVars>
          <dgm:chMax val="1"/>
          <dgm:bulletEnabled val="1"/>
        </dgm:presLayoutVars>
      </dgm:prSet>
      <dgm:spPr/>
    </dgm:pt>
    <dgm:pt modelId="{6968B71D-9E5A-4D77-9E7D-44801EBFA580}" type="pres">
      <dgm:prSet presAssocID="{BC5F6802-05D9-41EC-8FA2-562386115940}" presName="descendantText" presStyleLbl="alignAcc1" presStyleIdx="0" presStyleCnt="5">
        <dgm:presLayoutVars>
          <dgm:bulletEnabled val="1"/>
        </dgm:presLayoutVars>
      </dgm:prSet>
      <dgm:spPr/>
    </dgm:pt>
    <dgm:pt modelId="{F681120E-6F0C-4F21-89AA-526159FF74E8}" type="pres">
      <dgm:prSet presAssocID="{87F8BF8C-5BC3-49B7-9848-6D83CCB2EC6E}" presName="sp" presStyleCnt="0"/>
      <dgm:spPr/>
    </dgm:pt>
    <dgm:pt modelId="{642C43DE-5216-4206-8957-7BE3C0514A2B}" type="pres">
      <dgm:prSet presAssocID="{8766A92E-45E5-40BF-AA4A-96B9423A0A7E}" presName="composite" presStyleCnt="0"/>
      <dgm:spPr/>
    </dgm:pt>
    <dgm:pt modelId="{C45BF5B3-609D-4837-ABC0-66A563300A85}" type="pres">
      <dgm:prSet presAssocID="{8766A92E-45E5-40BF-AA4A-96B9423A0A7E}" presName="parentText" presStyleLbl="alignNode1" presStyleIdx="1" presStyleCnt="5">
        <dgm:presLayoutVars>
          <dgm:chMax val="1"/>
          <dgm:bulletEnabled val="1"/>
        </dgm:presLayoutVars>
      </dgm:prSet>
      <dgm:spPr/>
    </dgm:pt>
    <dgm:pt modelId="{62FEFAA4-6E81-4B0B-BB15-AD3BF0225D3B}" type="pres">
      <dgm:prSet presAssocID="{8766A92E-45E5-40BF-AA4A-96B9423A0A7E}" presName="descendantText" presStyleLbl="alignAcc1" presStyleIdx="1" presStyleCnt="5">
        <dgm:presLayoutVars>
          <dgm:bulletEnabled val="1"/>
        </dgm:presLayoutVars>
      </dgm:prSet>
      <dgm:spPr/>
    </dgm:pt>
    <dgm:pt modelId="{CD88268E-007B-4959-A47F-D1285D466A1E}" type="pres">
      <dgm:prSet presAssocID="{F4EA47E1-75DE-4BB0-BA91-E17C625962F9}" presName="sp" presStyleCnt="0"/>
      <dgm:spPr/>
    </dgm:pt>
    <dgm:pt modelId="{4E982D19-8D1D-46B8-9DD8-B21AE4A85FFA}" type="pres">
      <dgm:prSet presAssocID="{8FF06763-FCF4-444E-86AD-D5954D814402}" presName="composite" presStyleCnt="0"/>
      <dgm:spPr/>
    </dgm:pt>
    <dgm:pt modelId="{8C88581C-287D-487E-9DFD-39607283B344}" type="pres">
      <dgm:prSet presAssocID="{8FF06763-FCF4-444E-86AD-D5954D814402}" presName="parentText" presStyleLbl="alignNode1" presStyleIdx="2" presStyleCnt="5">
        <dgm:presLayoutVars>
          <dgm:chMax val="1"/>
          <dgm:bulletEnabled val="1"/>
        </dgm:presLayoutVars>
      </dgm:prSet>
      <dgm:spPr/>
    </dgm:pt>
    <dgm:pt modelId="{8CBF965F-6684-426B-8470-B03937F03E0A}" type="pres">
      <dgm:prSet presAssocID="{8FF06763-FCF4-444E-86AD-D5954D814402}" presName="descendantText" presStyleLbl="alignAcc1" presStyleIdx="2" presStyleCnt="5">
        <dgm:presLayoutVars>
          <dgm:bulletEnabled val="1"/>
        </dgm:presLayoutVars>
      </dgm:prSet>
      <dgm:spPr/>
    </dgm:pt>
    <dgm:pt modelId="{D00D7A9C-3CFC-4DB4-9AFF-258B8C87948B}" type="pres">
      <dgm:prSet presAssocID="{5F2C8B60-038C-4634-9BA8-50360D39CA4F}" presName="sp" presStyleCnt="0"/>
      <dgm:spPr/>
    </dgm:pt>
    <dgm:pt modelId="{7F17CD5A-B0A2-4D26-B444-59791F72FB20}" type="pres">
      <dgm:prSet presAssocID="{D9D6E0F6-C5C7-490E-AF8B-EE2BC8BA89F2}" presName="composite" presStyleCnt="0"/>
      <dgm:spPr/>
    </dgm:pt>
    <dgm:pt modelId="{ABD9712A-D768-4CEF-ABBE-6B9E997AD5DE}" type="pres">
      <dgm:prSet presAssocID="{D9D6E0F6-C5C7-490E-AF8B-EE2BC8BA89F2}" presName="parentText" presStyleLbl="alignNode1" presStyleIdx="3" presStyleCnt="5">
        <dgm:presLayoutVars>
          <dgm:chMax val="1"/>
          <dgm:bulletEnabled val="1"/>
        </dgm:presLayoutVars>
      </dgm:prSet>
      <dgm:spPr/>
    </dgm:pt>
    <dgm:pt modelId="{8F794FC6-34CC-493C-9E47-BD0265BF2FA7}" type="pres">
      <dgm:prSet presAssocID="{D9D6E0F6-C5C7-490E-AF8B-EE2BC8BA89F2}" presName="descendantText" presStyleLbl="alignAcc1" presStyleIdx="3" presStyleCnt="5">
        <dgm:presLayoutVars>
          <dgm:bulletEnabled val="1"/>
        </dgm:presLayoutVars>
      </dgm:prSet>
      <dgm:spPr/>
    </dgm:pt>
    <dgm:pt modelId="{156E48C4-1C96-433A-9012-7DCEF1A44DAA}" type="pres">
      <dgm:prSet presAssocID="{97097EF7-4916-410F-9019-A2750DFEA018}" presName="sp" presStyleCnt="0"/>
      <dgm:spPr/>
    </dgm:pt>
    <dgm:pt modelId="{03141346-DF31-4A06-A216-29D6678CA706}" type="pres">
      <dgm:prSet presAssocID="{4B4ABE35-F17A-4EC3-93D8-36C0D8022E2C}" presName="composite" presStyleCnt="0"/>
      <dgm:spPr/>
    </dgm:pt>
    <dgm:pt modelId="{21F0AE12-A139-4BA1-962E-59D9C400382B}" type="pres">
      <dgm:prSet presAssocID="{4B4ABE35-F17A-4EC3-93D8-36C0D8022E2C}" presName="parentText" presStyleLbl="alignNode1" presStyleIdx="4" presStyleCnt="5">
        <dgm:presLayoutVars>
          <dgm:chMax val="1"/>
          <dgm:bulletEnabled val="1"/>
        </dgm:presLayoutVars>
      </dgm:prSet>
      <dgm:spPr/>
    </dgm:pt>
    <dgm:pt modelId="{C04C1AD1-3B1E-45E0-85BC-DDDA007C4F51}" type="pres">
      <dgm:prSet presAssocID="{4B4ABE35-F17A-4EC3-93D8-36C0D8022E2C}" presName="descendantText" presStyleLbl="alignAcc1" presStyleIdx="4" presStyleCnt="5">
        <dgm:presLayoutVars>
          <dgm:bulletEnabled val="1"/>
        </dgm:presLayoutVars>
      </dgm:prSet>
      <dgm:spPr/>
    </dgm:pt>
  </dgm:ptLst>
  <dgm:cxnLst>
    <dgm:cxn modelId="{66B7A701-A653-483D-BE78-9BF7480CE227}" type="presOf" srcId="{B6B0D4B5-D46E-4B87-A1C7-DAD3F5908ADF}" destId="{8CBF965F-6684-426B-8470-B03937F03E0A}" srcOrd="0" destOrd="0" presId="urn:microsoft.com/office/officeart/2005/8/layout/chevron2"/>
    <dgm:cxn modelId="{09098E02-A993-4A30-8A47-7FC42ECAD414}" srcId="{47A36A22-BFAC-45A1-B30D-FF38E57040D6}" destId="{8766A92E-45E5-40BF-AA4A-96B9423A0A7E}" srcOrd="1" destOrd="0" parTransId="{35C6B974-EB77-4CCD-B6A8-D2B73AA6FC96}" sibTransId="{F4EA47E1-75DE-4BB0-BA91-E17C625962F9}"/>
    <dgm:cxn modelId="{A99A5B0A-4450-4604-AC4D-4775C6017679}" type="presOf" srcId="{904FE24B-B6BA-405A-B426-039B826B3EC1}" destId="{6968B71D-9E5A-4D77-9E7D-44801EBFA580}" srcOrd="0" destOrd="0" presId="urn:microsoft.com/office/officeart/2005/8/layout/chevron2"/>
    <dgm:cxn modelId="{F900BD0F-7E14-4E43-8905-5928C9C3F23A}" srcId="{4B4ABE35-F17A-4EC3-93D8-36C0D8022E2C}" destId="{689B2077-1C6A-4F32-A7A4-339858CD3BCB}" srcOrd="0" destOrd="0" parTransId="{29786F10-AC8F-43B1-83AA-D161BDC8C9C9}" sibTransId="{4733359A-219A-478B-A2B3-A9179BC9CC3A}"/>
    <dgm:cxn modelId="{FCAABD2C-146B-4E3C-9EA0-4C5460141A43}" srcId="{8FF06763-FCF4-444E-86AD-D5954D814402}" destId="{B6B0D4B5-D46E-4B87-A1C7-DAD3F5908ADF}" srcOrd="0" destOrd="0" parTransId="{48DFBD1F-C7E7-4A67-9C0F-362D2D2CF5F1}" sibTransId="{9F2C6B96-1EBB-4DB5-8DF1-D28BE19A1FE7}"/>
    <dgm:cxn modelId="{E23CF930-07FA-49BF-9439-49EFB9F24BAB}" type="presOf" srcId="{BC5F6802-05D9-41EC-8FA2-562386115940}" destId="{2DD08A7B-E7B8-48EE-92AA-133588F54716}" srcOrd="0" destOrd="0" presId="urn:microsoft.com/office/officeart/2005/8/layout/chevron2"/>
    <dgm:cxn modelId="{47088833-ECC7-4D72-8FC1-97BF8C32DD2C}" type="presOf" srcId="{D9D6E0F6-C5C7-490E-AF8B-EE2BC8BA89F2}" destId="{ABD9712A-D768-4CEF-ABBE-6B9E997AD5DE}" srcOrd="0" destOrd="0" presId="urn:microsoft.com/office/officeart/2005/8/layout/chevron2"/>
    <dgm:cxn modelId="{B9ACFD35-7BF5-4753-A3B4-70B442898353}" srcId="{47A36A22-BFAC-45A1-B30D-FF38E57040D6}" destId="{4B4ABE35-F17A-4EC3-93D8-36C0D8022E2C}" srcOrd="4" destOrd="0" parTransId="{20FE3DD5-5E1A-48F0-B102-2E79E39BC0F8}" sibTransId="{F459AC69-F5BA-410D-8C25-3C4CC60BB4E1}"/>
    <dgm:cxn modelId="{91536D60-EE5E-44B0-8004-46A01AC84B51}" type="presOf" srcId="{8766A92E-45E5-40BF-AA4A-96B9423A0A7E}" destId="{C45BF5B3-609D-4837-ABC0-66A563300A85}" srcOrd="0" destOrd="0" presId="urn:microsoft.com/office/officeart/2005/8/layout/chevron2"/>
    <dgm:cxn modelId="{3188D355-6986-467F-B115-670C126D882A}" type="presOf" srcId="{39938E25-0DF3-4A11-9CB0-22442D6B5657}" destId="{8F794FC6-34CC-493C-9E47-BD0265BF2FA7}" srcOrd="0" destOrd="0" presId="urn:microsoft.com/office/officeart/2005/8/layout/chevron2"/>
    <dgm:cxn modelId="{B2552E79-90EA-4B7D-8449-68F7353B8B6B}" srcId="{8766A92E-45E5-40BF-AA4A-96B9423A0A7E}" destId="{D4918332-3C7D-4EE9-B05F-45F20CDBFBCB}" srcOrd="0" destOrd="0" parTransId="{716833FF-1F13-4E15-A377-49AE4628137B}" sibTransId="{2B92EC5D-C367-494D-B572-C0E5EC999682}"/>
    <dgm:cxn modelId="{748D818C-3432-4865-B04A-DF76745B0DD5}" type="presOf" srcId="{4B4ABE35-F17A-4EC3-93D8-36C0D8022E2C}" destId="{21F0AE12-A139-4BA1-962E-59D9C400382B}" srcOrd="0" destOrd="0" presId="urn:microsoft.com/office/officeart/2005/8/layout/chevron2"/>
    <dgm:cxn modelId="{1B5EDDA3-EA9A-4FF9-821A-8D6A71C5BAA0}" type="presOf" srcId="{689B2077-1C6A-4F32-A7A4-339858CD3BCB}" destId="{C04C1AD1-3B1E-45E0-85BC-DDDA007C4F51}" srcOrd="0" destOrd="0" presId="urn:microsoft.com/office/officeart/2005/8/layout/chevron2"/>
    <dgm:cxn modelId="{D27C74A7-FEF5-4AEA-9D06-A5A9CB61B7B3}" srcId="{47A36A22-BFAC-45A1-B30D-FF38E57040D6}" destId="{D9D6E0F6-C5C7-490E-AF8B-EE2BC8BA89F2}" srcOrd="3" destOrd="0" parTransId="{E896D868-95BC-42DF-BBAE-696D83E898E1}" sibTransId="{97097EF7-4916-410F-9019-A2750DFEA018}"/>
    <dgm:cxn modelId="{DFA45DAB-4FEB-43BD-B548-DC1795878681}" type="presOf" srcId="{8FF06763-FCF4-444E-86AD-D5954D814402}" destId="{8C88581C-287D-487E-9DFD-39607283B344}" srcOrd="0" destOrd="0" presId="urn:microsoft.com/office/officeart/2005/8/layout/chevron2"/>
    <dgm:cxn modelId="{D33BE8B3-19A1-44BA-A13F-BBB20AB06931}" type="presOf" srcId="{D4918332-3C7D-4EE9-B05F-45F20CDBFBCB}" destId="{62FEFAA4-6E81-4B0B-BB15-AD3BF0225D3B}" srcOrd="0" destOrd="0" presId="urn:microsoft.com/office/officeart/2005/8/layout/chevron2"/>
    <dgm:cxn modelId="{2F5053C0-89DD-45F9-BE74-4B94CCC10972}" srcId="{D9D6E0F6-C5C7-490E-AF8B-EE2BC8BA89F2}" destId="{39938E25-0DF3-4A11-9CB0-22442D6B5657}" srcOrd="0" destOrd="0" parTransId="{C55F6DE2-B311-4712-B1F1-BE67D9805BE7}" sibTransId="{FE1F7EF9-2E6F-451E-BFD5-3F60B69FF4A8}"/>
    <dgm:cxn modelId="{2277A9D5-2D15-4136-A3B9-C1ADB51E11BD}" srcId="{BC5F6802-05D9-41EC-8FA2-562386115940}" destId="{904FE24B-B6BA-405A-B426-039B826B3EC1}" srcOrd="0" destOrd="0" parTransId="{99BD14B4-32B8-451D-9B4F-265345FA8084}" sibTransId="{BC02814C-9195-40EB-9BB5-7F22146B4CAC}"/>
    <dgm:cxn modelId="{77B7D4D9-4516-466B-8A49-981F597679B5}" srcId="{47A36A22-BFAC-45A1-B30D-FF38E57040D6}" destId="{8FF06763-FCF4-444E-86AD-D5954D814402}" srcOrd="2" destOrd="0" parTransId="{BBE91F99-7B8C-4717-ADBD-0C46C572BF91}" sibTransId="{5F2C8B60-038C-4634-9BA8-50360D39CA4F}"/>
    <dgm:cxn modelId="{4AEC39DD-7A2B-4C01-92B7-1499766AA2BF}" srcId="{47A36A22-BFAC-45A1-B30D-FF38E57040D6}" destId="{BC5F6802-05D9-41EC-8FA2-562386115940}" srcOrd="0" destOrd="0" parTransId="{849D6F6F-AF88-41C7-AD16-CD0B567A20C8}" sibTransId="{87F8BF8C-5BC3-49B7-9848-6D83CCB2EC6E}"/>
    <dgm:cxn modelId="{5E8F49FF-FB8D-4FDE-938B-7120BFAA7904}" type="presOf" srcId="{47A36A22-BFAC-45A1-B30D-FF38E57040D6}" destId="{626C801F-A67F-45C1-ABD2-02518A58ED16}" srcOrd="0" destOrd="0" presId="urn:microsoft.com/office/officeart/2005/8/layout/chevron2"/>
    <dgm:cxn modelId="{31109665-B0E1-4485-BF6A-D9AD90DB3782}" type="presParOf" srcId="{626C801F-A67F-45C1-ABD2-02518A58ED16}" destId="{E22536B3-BD6B-4D26-8AD0-F0E3FC0165D4}" srcOrd="0" destOrd="0" presId="urn:microsoft.com/office/officeart/2005/8/layout/chevron2"/>
    <dgm:cxn modelId="{B755CFC2-8853-40FA-AF2B-E02FC702AEE5}" type="presParOf" srcId="{E22536B3-BD6B-4D26-8AD0-F0E3FC0165D4}" destId="{2DD08A7B-E7B8-48EE-92AA-133588F54716}" srcOrd="0" destOrd="0" presId="urn:microsoft.com/office/officeart/2005/8/layout/chevron2"/>
    <dgm:cxn modelId="{2B475C23-1A80-499D-95B6-823CE1E15C0A}" type="presParOf" srcId="{E22536B3-BD6B-4D26-8AD0-F0E3FC0165D4}" destId="{6968B71D-9E5A-4D77-9E7D-44801EBFA580}" srcOrd="1" destOrd="0" presId="urn:microsoft.com/office/officeart/2005/8/layout/chevron2"/>
    <dgm:cxn modelId="{5E2F32DB-B036-4745-A0D6-919FB343DFAF}" type="presParOf" srcId="{626C801F-A67F-45C1-ABD2-02518A58ED16}" destId="{F681120E-6F0C-4F21-89AA-526159FF74E8}" srcOrd="1" destOrd="0" presId="urn:microsoft.com/office/officeart/2005/8/layout/chevron2"/>
    <dgm:cxn modelId="{8D89D6FC-C570-451C-BD0B-C579F20BA09C}" type="presParOf" srcId="{626C801F-A67F-45C1-ABD2-02518A58ED16}" destId="{642C43DE-5216-4206-8957-7BE3C0514A2B}" srcOrd="2" destOrd="0" presId="urn:microsoft.com/office/officeart/2005/8/layout/chevron2"/>
    <dgm:cxn modelId="{7DFF1D34-A0C1-4FBB-90FB-D3C8A836EFAC}" type="presParOf" srcId="{642C43DE-5216-4206-8957-7BE3C0514A2B}" destId="{C45BF5B3-609D-4837-ABC0-66A563300A85}" srcOrd="0" destOrd="0" presId="urn:microsoft.com/office/officeart/2005/8/layout/chevron2"/>
    <dgm:cxn modelId="{44CFB5C4-DDB0-4C5B-B0C1-71B42ADC3DC1}" type="presParOf" srcId="{642C43DE-5216-4206-8957-7BE3C0514A2B}" destId="{62FEFAA4-6E81-4B0B-BB15-AD3BF0225D3B}" srcOrd="1" destOrd="0" presId="urn:microsoft.com/office/officeart/2005/8/layout/chevron2"/>
    <dgm:cxn modelId="{60B008D3-CEC8-4CBE-8B28-79CAEEAB3987}" type="presParOf" srcId="{626C801F-A67F-45C1-ABD2-02518A58ED16}" destId="{CD88268E-007B-4959-A47F-D1285D466A1E}" srcOrd="3" destOrd="0" presId="urn:microsoft.com/office/officeart/2005/8/layout/chevron2"/>
    <dgm:cxn modelId="{6C216B7B-D8FF-4148-AFAC-97BC5F3E99AD}" type="presParOf" srcId="{626C801F-A67F-45C1-ABD2-02518A58ED16}" destId="{4E982D19-8D1D-46B8-9DD8-B21AE4A85FFA}" srcOrd="4" destOrd="0" presId="urn:microsoft.com/office/officeart/2005/8/layout/chevron2"/>
    <dgm:cxn modelId="{412981B4-96B5-4B77-B82F-736D7FCD57D2}" type="presParOf" srcId="{4E982D19-8D1D-46B8-9DD8-B21AE4A85FFA}" destId="{8C88581C-287D-487E-9DFD-39607283B344}" srcOrd="0" destOrd="0" presId="urn:microsoft.com/office/officeart/2005/8/layout/chevron2"/>
    <dgm:cxn modelId="{01CC4C36-B7D7-4E57-9CE0-F6C74ADE265E}" type="presParOf" srcId="{4E982D19-8D1D-46B8-9DD8-B21AE4A85FFA}" destId="{8CBF965F-6684-426B-8470-B03937F03E0A}" srcOrd="1" destOrd="0" presId="urn:microsoft.com/office/officeart/2005/8/layout/chevron2"/>
    <dgm:cxn modelId="{DDB15DE8-EA7B-4FEA-87FD-B2869F7F5CA9}" type="presParOf" srcId="{626C801F-A67F-45C1-ABD2-02518A58ED16}" destId="{D00D7A9C-3CFC-4DB4-9AFF-258B8C87948B}" srcOrd="5" destOrd="0" presId="urn:microsoft.com/office/officeart/2005/8/layout/chevron2"/>
    <dgm:cxn modelId="{509BA499-3407-4347-94FD-46E83A1AB5A0}" type="presParOf" srcId="{626C801F-A67F-45C1-ABD2-02518A58ED16}" destId="{7F17CD5A-B0A2-4D26-B444-59791F72FB20}" srcOrd="6" destOrd="0" presId="urn:microsoft.com/office/officeart/2005/8/layout/chevron2"/>
    <dgm:cxn modelId="{DE105323-F044-46DE-A3ED-57609DBA076A}" type="presParOf" srcId="{7F17CD5A-B0A2-4D26-B444-59791F72FB20}" destId="{ABD9712A-D768-4CEF-ABBE-6B9E997AD5DE}" srcOrd="0" destOrd="0" presId="urn:microsoft.com/office/officeart/2005/8/layout/chevron2"/>
    <dgm:cxn modelId="{399F07CB-A5B1-4A17-B225-24CF261506F7}" type="presParOf" srcId="{7F17CD5A-B0A2-4D26-B444-59791F72FB20}" destId="{8F794FC6-34CC-493C-9E47-BD0265BF2FA7}" srcOrd="1" destOrd="0" presId="urn:microsoft.com/office/officeart/2005/8/layout/chevron2"/>
    <dgm:cxn modelId="{9A3CA681-0D52-4A67-99AA-D5101A2808D5}" type="presParOf" srcId="{626C801F-A67F-45C1-ABD2-02518A58ED16}" destId="{156E48C4-1C96-433A-9012-7DCEF1A44DAA}" srcOrd="7" destOrd="0" presId="urn:microsoft.com/office/officeart/2005/8/layout/chevron2"/>
    <dgm:cxn modelId="{85C4CFFF-8148-4F40-8CDF-63EB35CB523C}" type="presParOf" srcId="{626C801F-A67F-45C1-ABD2-02518A58ED16}" destId="{03141346-DF31-4A06-A216-29D6678CA706}" srcOrd="8" destOrd="0" presId="urn:microsoft.com/office/officeart/2005/8/layout/chevron2"/>
    <dgm:cxn modelId="{6A78A0E8-5D5F-4E68-AC8B-39D3F0CE8B8F}" type="presParOf" srcId="{03141346-DF31-4A06-A216-29D6678CA706}" destId="{21F0AE12-A139-4BA1-962E-59D9C400382B}" srcOrd="0" destOrd="0" presId="urn:microsoft.com/office/officeart/2005/8/layout/chevron2"/>
    <dgm:cxn modelId="{67FBE0E4-80EB-4639-B200-4B3353238B66}" type="presParOf" srcId="{03141346-DF31-4A06-A216-29D6678CA706}" destId="{C04C1AD1-3B1E-45E0-85BC-DDDA007C4F51}"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14CA7446-87F5-4A17-B147-30D80DA6F317}" type="doc">
      <dgm:prSet loTypeId="urn:microsoft.com/office/officeart/2008/layout/AlternatingHexagons" loCatId="list" qsTypeId="urn:microsoft.com/office/officeart/2005/8/quickstyle/simple1" qsCatId="simple" csTypeId="urn:microsoft.com/office/officeart/2005/8/colors/accent4_5" csCatId="accent4" phldr="1"/>
      <dgm:spPr/>
      <dgm:t>
        <a:bodyPr/>
        <a:lstStyle/>
        <a:p>
          <a:endParaRPr lang="en-US"/>
        </a:p>
      </dgm:t>
    </dgm:pt>
    <dgm:pt modelId="{1C420812-F721-4BAD-B387-B3621EBD5A80}">
      <dgm:prSet phldrT="[Text]" custT="1"/>
      <dgm:spPr/>
      <dgm:t>
        <a:bodyPr/>
        <a:lstStyle/>
        <a:p>
          <a:r>
            <a:rPr lang="pt-PT" sz="1400" b="1" dirty="0">
              <a:solidFill>
                <a:schemeClr val="tx1"/>
              </a:solidFill>
            </a:rPr>
            <a:t>Remedy is highly customized </a:t>
          </a:r>
          <a:endParaRPr lang="en-US" sz="1400" b="1" dirty="0">
            <a:solidFill>
              <a:schemeClr val="tx1"/>
            </a:solidFill>
          </a:endParaRPr>
        </a:p>
      </dgm:t>
    </dgm:pt>
    <dgm:pt modelId="{0FC0B7A6-03A0-4479-AEC9-AE3568A15472}" type="parTrans" cxnId="{60C42DB7-0CDD-4193-B781-4EB035D727F5}">
      <dgm:prSet/>
      <dgm:spPr/>
      <dgm:t>
        <a:bodyPr/>
        <a:lstStyle/>
        <a:p>
          <a:endParaRPr lang="en-US"/>
        </a:p>
      </dgm:t>
    </dgm:pt>
    <dgm:pt modelId="{3C66AE4D-0615-464A-8643-FFB29D0BE056}" type="sibTrans" cxnId="{60C42DB7-0CDD-4193-B781-4EB035D727F5}">
      <dgm:prSet/>
      <dgm:spPr/>
      <dgm:t>
        <a:bodyPr/>
        <a:lstStyle/>
        <a:p>
          <a:endParaRPr lang="en-US"/>
        </a:p>
      </dgm:t>
    </dgm:pt>
    <dgm:pt modelId="{D1651C2D-BB79-4D41-A8B5-DCDE31722D17}">
      <dgm:prSet phldrT="[Text]" custT="1"/>
      <dgm:spPr/>
      <dgm:t>
        <a:bodyPr/>
        <a:lstStyle/>
        <a:p>
          <a:r>
            <a:rPr lang="en-US" sz="1400" b="1" dirty="0">
              <a:solidFill>
                <a:schemeClr val="tx1"/>
              </a:solidFill>
            </a:rPr>
            <a:t>Data is inconsistent and scattered</a:t>
          </a:r>
        </a:p>
      </dgm:t>
    </dgm:pt>
    <dgm:pt modelId="{AF29DEDE-0C3F-4373-A37E-1A410C3F70EB}" type="parTrans" cxnId="{42124AEA-C64D-416A-B4E9-78805038779E}">
      <dgm:prSet/>
      <dgm:spPr/>
      <dgm:t>
        <a:bodyPr/>
        <a:lstStyle/>
        <a:p>
          <a:endParaRPr lang="en-US"/>
        </a:p>
      </dgm:t>
    </dgm:pt>
    <dgm:pt modelId="{CCD5A4C9-B6DD-465F-BFED-E6B4E3674EF7}" type="sibTrans" cxnId="{42124AEA-C64D-416A-B4E9-78805038779E}">
      <dgm:prSet/>
      <dgm:spPr/>
      <dgm:t>
        <a:bodyPr/>
        <a:lstStyle/>
        <a:p>
          <a:endParaRPr lang="en-US"/>
        </a:p>
      </dgm:t>
    </dgm:pt>
    <dgm:pt modelId="{6B84084D-08B7-41DD-8EBF-04901BD401A1}">
      <dgm:prSet phldrT="[Text]" custT="1"/>
      <dgm:spPr/>
      <dgm:t>
        <a:bodyPr/>
        <a:lstStyle/>
        <a:p>
          <a:r>
            <a:rPr lang="pt-PT" sz="1400" b="1">
              <a:solidFill>
                <a:schemeClr val="tx1"/>
              </a:solidFill>
            </a:rPr>
            <a:t>Resistance to change</a:t>
          </a:r>
          <a:endParaRPr lang="en-US" sz="1400" b="1" dirty="0">
            <a:solidFill>
              <a:schemeClr val="tx1"/>
            </a:solidFill>
          </a:endParaRPr>
        </a:p>
      </dgm:t>
    </dgm:pt>
    <dgm:pt modelId="{AD13B966-07B9-40FB-BB83-4DE63CC5392C}" type="parTrans" cxnId="{7E9309E1-44CB-40DB-A5E7-CA204BD9414E}">
      <dgm:prSet/>
      <dgm:spPr/>
      <dgm:t>
        <a:bodyPr/>
        <a:lstStyle/>
        <a:p>
          <a:endParaRPr lang="en-US"/>
        </a:p>
      </dgm:t>
    </dgm:pt>
    <dgm:pt modelId="{9C90E145-A8BA-4C0C-93FB-78F26554F45B}" type="sibTrans" cxnId="{7E9309E1-44CB-40DB-A5E7-CA204BD9414E}">
      <dgm:prSet/>
      <dgm:spPr/>
      <dgm:t>
        <a:bodyPr/>
        <a:lstStyle/>
        <a:p>
          <a:endParaRPr lang="en-US"/>
        </a:p>
      </dgm:t>
    </dgm:pt>
    <dgm:pt modelId="{EE8D2302-92A7-4D1E-BEDA-E9232055709A}">
      <dgm:prSet phldrT="[Text]" custT="1"/>
      <dgm:spPr/>
      <dgm:t>
        <a:bodyPr/>
        <a:lstStyle/>
        <a:p>
          <a:r>
            <a:rPr lang="pt-PT" sz="1400" b="1" dirty="0">
              <a:solidFill>
                <a:schemeClr val="tx1"/>
              </a:solidFill>
            </a:rPr>
            <a:t>Business Impact</a:t>
          </a:r>
          <a:endParaRPr lang="en-US" sz="1400" b="1" dirty="0">
            <a:solidFill>
              <a:schemeClr val="tx1"/>
            </a:solidFill>
          </a:endParaRPr>
        </a:p>
      </dgm:t>
    </dgm:pt>
    <dgm:pt modelId="{21E99188-98AE-4A45-AB6E-91B86C1A08CB}" type="parTrans" cxnId="{BBDB81F1-27A3-4C4F-95E0-885E055A2911}">
      <dgm:prSet/>
      <dgm:spPr/>
      <dgm:t>
        <a:bodyPr/>
        <a:lstStyle/>
        <a:p>
          <a:endParaRPr lang="en-US"/>
        </a:p>
      </dgm:t>
    </dgm:pt>
    <dgm:pt modelId="{A95845C0-E4FD-465F-9427-BCFC48D6BDDF}" type="sibTrans" cxnId="{BBDB81F1-27A3-4C4F-95E0-885E055A2911}">
      <dgm:prSet/>
      <dgm:spPr/>
      <dgm:t>
        <a:bodyPr/>
        <a:lstStyle/>
        <a:p>
          <a:endParaRPr lang="en-US"/>
        </a:p>
      </dgm:t>
    </dgm:pt>
    <dgm:pt modelId="{C47BC852-CCEC-4740-BE25-6EC644E5A1D0}" type="pres">
      <dgm:prSet presAssocID="{14CA7446-87F5-4A17-B147-30D80DA6F317}" presName="Name0" presStyleCnt="0">
        <dgm:presLayoutVars>
          <dgm:chMax/>
          <dgm:chPref/>
          <dgm:dir/>
          <dgm:animLvl val="lvl"/>
        </dgm:presLayoutVars>
      </dgm:prSet>
      <dgm:spPr/>
    </dgm:pt>
    <dgm:pt modelId="{62EE15F6-DF03-4EFA-8BE3-F6E9B8628FF1}" type="pres">
      <dgm:prSet presAssocID="{1C420812-F721-4BAD-B387-B3621EBD5A80}" presName="composite" presStyleCnt="0"/>
      <dgm:spPr/>
    </dgm:pt>
    <dgm:pt modelId="{06492471-173D-41EB-A4FD-30BF7CEC812D}" type="pres">
      <dgm:prSet presAssocID="{1C420812-F721-4BAD-B387-B3621EBD5A80}" presName="Parent1" presStyleLbl="node1" presStyleIdx="0" presStyleCnt="8" custLinFactX="-47012" custLinFactNeighborX="-100000" custLinFactNeighborY="-2568">
        <dgm:presLayoutVars>
          <dgm:chMax val="1"/>
          <dgm:chPref val="1"/>
          <dgm:bulletEnabled val="1"/>
        </dgm:presLayoutVars>
      </dgm:prSet>
      <dgm:spPr/>
    </dgm:pt>
    <dgm:pt modelId="{D0489D8C-E526-470A-901F-5035A7CD84B4}" type="pres">
      <dgm:prSet presAssocID="{1C420812-F721-4BAD-B387-B3621EBD5A80}" presName="Childtext1" presStyleLbl="revTx" presStyleIdx="0" presStyleCnt="4">
        <dgm:presLayoutVars>
          <dgm:chMax val="0"/>
          <dgm:chPref val="0"/>
          <dgm:bulletEnabled val="1"/>
        </dgm:presLayoutVars>
      </dgm:prSet>
      <dgm:spPr/>
    </dgm:pt>
    <dgm:pt modelId="{587C1F07-64DC-4E05-AF2D-1E69F45A66A8}" type="pres">
      <dgm:prSet presAssocID="{1C420812-F721-4BAD-B387-B3621EBD5A80}" presName="BalanceSpacing" presStyleCnt="0"/>
      <dgm:spPr/>
    </dgm:pt>
    <dgm:pt modelId="{98C5E3B4-3C28-4AB4-B140-C1D369BA4A88}" type="pres">
      <dgm:prSet presAssocID="{1C420812-F721-4BAD-B387-B3621EBD5A80}" presName="BalanceSpacing1" presStyleCnt="0"/>
      <dgm:spPr/>
    </dgm:pt>
    <dgm:pt modelId="{CBE6BC7C-17A2-4517-837C-3FC34AB1ECE6}" type="pres">
      <dgm:prSet presAssocID="{3C66AE4D-0615-464A-8643-FFB29D0BE056}" presName="Accent1Text" presStyleLbl="node1" presStyleIdx="1" presStyleCnt="8" custLinFactX="-47012" custLinFactNeighborX="-100000" custLinFactNeighborY="-2568"/>
      <dgm:spPr/>
    </dgm:pt>
    <dgm:pt modelId="{952C5B4C-9CF3-41D7-B106-514511C6672F}" type="pres">
      <dgm:prSet presAssocID="{3C66AE4D-0615-464A-8643-FFB29D0BE056}" presName="spaceBetweenRectangles" presStyleCnt="0"/>
      <dgm:spPr/>
    </dgm:pt>
    <dgm:pt modelId="{0054F865-DBDA-4B9C-9D09-98B77D2C8B35}" type="pres">
      <dgm:prSet presAssocID="{D1651C2D-BB79-4D41-A8B5-DCDE31722D17}" presName="composite" presStyleCnt="0"/>
      <dgm:spPr/>
    </dgm:pt>
    <dgm:pt modelId="{05F9AB36-DC54-45B1-B632-926191F921C8}" type="pres">
      <dgm:prSet presAssocID="{D1651C2D-BB79-4D41-A8B5-DCDE31722D17}" presName="Parent1" presStyleLbl="node1" presStyleIdx="2" presStyleCnt="8" custLinFactX="-47012" custLinFactNeighborX="-100000" custLinFactNeighborY="173">
        <dgm:presLayoutVars>
          <dgm:chMax val="1"/>
          <dgm:chPref val="1"/>
          <dgm:bulletEnabled val="1"/>
        </dgm:presLayoutVars>
      </dgm:prSet>
      <dgm:spPr/>
    </dgm:pt>
    <dgm:pt modelId="{9C713879-E9BC-4D8B-B1E7-6A6DCDE66F65}" type="pres">
      <dgm:prSet presAssocID="{D1651C2D-BB79-4D41-A8B5-DCDE31722D17}" presName="Childtext1" presStyleLbl="revTx" presStyleIdx="1" presStyleCnt="4">
        <dgm:presLayoutVars>
          <dgm:chMax val="0"/>
          <dgm:chPref val="0"/>
          <dgm:bulletEnabled val="1"/>
        </dgm:presLayoutVars>
      </dgm:prSet>
      <dgm:spPr/>
    </dgm:pt>
    <dgm:pt modelId="{064EC7B4-D980-4245-A8E4-392444916BB6}" type="pres">
      <dgm:prSet presAssocID="{D1651C2D-BB79-4D41-A8B5-DCDE31722D17}" presName="BalanceSpacing" presStyleCnt="0"/>
      <dgm:spPr/>
    </dgm:pt>
    <dgm:pt modelId="{7DA55452-CA3F-476A-998D-664F4091F787}" type="pres">
      <dgm:prSet presAssocID="{D1651C2D-BB79-4D41-A8B5-DCDE31722D17}" presName="BalanceSpacing1" presStyleCnt="0"/>
      <dgm:spPr/>
    </dgm:pt>
    <dgm:pt modelId="{8CF6EC75-F09C-45D1-85A4-C49E420D6AFD}" type="pres">
      <dgm:prSet presAssocID="{CCD5A4C9-B6DD-465F-BFED-E6B4E3674EF7}" presName="Accent1Text" presStyleLbl="node1" presStyleIdx="3" presStyleCnt="8" custLinFactX="-47013" custLinFactNeighborX="-100000" custLinFactNeighborY="173"/>
      <dgm:spPr/>
    </dgm:pt>
    <dgm:pt modelId="{52736F4F-94D2-4A86-AF89-564F44D8DC8E}" type="pres">
      <dgm:prSet presAssocID="{CCD5A4C9-B6DD-465F-BFED-E6B4E3674EF7}" presName="spaceBetweenRectangles" presStyleCnt="0"/>
      <dgm:spPr/>
    </dgm:pt>
    <dgm:pt modelId="{D622EF80-26C7-4AC8-9674-E88AC7DC5740}" type="pres">
      <dgm:prSet presAssocID="{6B84084D-08B7-41DD-8EBF-04901BD401A1}" presName="composite" presStyleCnt="0"/>
      <dgm:spPr/>
    </dgm:pt>
    <dgm:pt modelId="{4B4F0509-C074-4593-9483-5A2BB1FCB86D}" type="pres">
      <dgm:prSet presAssocID="{6B84084D-08B7-41DD-8EBF-04901BD401A1}" presName="Parent1" presStyleLbl="node1" presStyleIdx="4" presStyleCnt="8" custLinFactNeighborX="16802" custLinFactNeighborY="-84707">
        <dgm:presLayoutVars>
          <dgm:chMax val="1"/>
          <dgm:chPref val="1"/>
          <dgm:bulletEnabled val="1"/>
        </dgm:presLayoutVars>
      </dgm:prSet>
      <dgm:spPr/>
    </dgm:pt>
    <dgm:pt modelId="{D274630C-A056-474E-9A2A-62AC085D10B7}" type="pres">
      <dgm:prSet presAssocID="{6B84084D-08B7-41DD-8EBF-04901BD401A1}" presName="Childtext1" presStyleLbl="revTx" presStyleIdx="2" presStyleCnt="4">
        <dgm:presLayoutVars>
          <dgm:chMax val="0"/>
          <dgm:chPref val="0"/>
          <dgm:bulletEnabled val="1"/>
        </dgm:presLayoutVars>
      </dgm:prSet>
      <dgm:spPr/>
    </dgm:pt>
    <dgm:pt modelId="{25B69317-1848-42B6-9F75-D96CCF595477}" type="pres">
      <dgm:prSet presAssocID="{6B84084D-08B7-41DD-8EBF-04901BD401A1}" presName="BalanceSpacing" presStyleCnt="0"/>
      <dgm:spPr/>
    </dgm:pt>
    <dgm:pt modelId="{BA81B3EF-5157-4BAC-9035-237AD0306E58}" type="pres">
      <dgm:prSet presAssocID="{6B84084D-08B7-41DD-8EBF-04901BD401A1}" presName="BalanceSpacing1" presStyleCnt="0"/>
      <dgm:spPr/>
    </dgm:pt>
    <dgm:pt modelId="{321C8E2A-7086-480B-A9A9-1B719CB48CE7}" type="pres">
      <dgm:prSet presAssocID="{9C90E145-A8BA-4C0C-93FB-78F26554F45B}" presName="Accent1Text" presStyleLbl="node1" presStyleIdx="5" presStyleCnt="8" custLinFactY="-72328" custLinFactNeighborX="70566" custLinFactNeighborY="-100000"/>
      <dgm:spPr/>
    </dgm:pt>
    <dgm:pt modelId="{6109BEF8-247F-4C1A-A39C-099485BD0B46}" type="pres">
      <dgm:prSet presAssocID="{9C90E145-A8BA-4C0C-93FB-78F26554F45B}" presName="spaceBetweenRectangles" presStyleCnt="0"/>
      <dgm:spPr/>
    </dgm:pt>
    <dgm:pt modelId="{740A4DF7-8EB6-47F6-8445-D8B6F8662C25}" type="pres">
      <dgm:prSet presAssocID="{EE8D2302-92A7-4D1E-BEDA-E9232055709A}" presName="composite" presStyleCnt="0"/>
      <dgm:spPr/>
    </dgm:pt>
    <dgm:pt modelId="{99EC8039-BD76-48CF-B543-BFC5736D5706}" type="pres">
      <dgm:prSet presAssocID="{EE8D2302-92A7-4D1E-BEDA-E9232055709A}" presName="Parent1" presStyleLbl="node1" presStyleIdx="6" presStyleCnt="8" custLinFactX="29371" custLinFactY="-100000" custLinFactNeighborX="100000" custLinFactNeighborY="-157208">
        <dgm:presLayoutVars>
          <dgm:chMax val="1"/>
          <dgm:chPref val="1"/>
          <dgm:bulletEnabled val="1"/>
        </dgm:presLayoutVars>
      </dgm:prSet>
      <dgm:spPr/>
    </dgm:pt>
    <dgm:pt modelId="{336B0932-9167-49A0-9460-2A55ED3F8374}" type="pres">
      <dgm:prSet presAssocID="{EE8D2302-92A7-4D1E-BEDA-E9232055709A}" presName="Childtext1" presStyleLbl="revTx" presStyleIdx="3" presStyleCnt="4">
        <dgm:presLayoutVars>
          <dgm:chMax val="0"/>
          <dgm:chPref val="0"/>
          <dgm:bulletEnabled val="1"/>
        </dgm:presLayoutVars>
      </dgm:prSet>
      <dgm:spPr/>
    </dgm:pt>
    <dgm:pt modelId="{4E9F24D3-A0B4-4E87-9C6E-81C351A91AC2}" type="pres">
      <dgm:prSet presAssocID="{EE8D2302-92A7-4D1E-BEDA-E9232055709A}" presName="BalanceSpacing" presStyleCnt="0"/>
      <dgm:spPr/>
    </dgm:pt>
    <dgm:pt modelId="{CD0AF5E0-A3AE-46EA-9E62-B2C8F80F49E7}" type="pres">
      <dgm:prSet presAssocID="{EE8D2302-92A7-4D1E-BEDA-E9232055709A}" presName="BalanceSpacing1" presStyleCnt="0"/>
      <dgm:spPr/>
    </dgm:pt>
    <dgm:pt modelId="{24FBBEDC-3623-439C-AA44-FBE1111A8012}" type="pres">
      <dgm:prSet presAssocID="{A95845C0-E4FD-465F-9427-BCFC48D6BDDF}" presName="Accent1Text" presStyleLbl="node1" presStyleIdx="7" presStyleCnt="8" custLinFactY="-67256" custLinFactNeighborX="73023" custLinFactNeighborY="-100000"/>
      <dgm:spPr/>
    </dgm:pt>
  </dgm:ptLst>
  <dgm:cxnLst>
    <dgm:cxn modelId="{3A71E212-5C57-4387-85C5-A80DE469FAB8}" type="presOf" srcId="{1C420812-F721-4BAD-B387-B3621EBD5A80}" destId="{06492471-173D-41EB-A4FD-30BF7CEC812D}" srcOrd="0" destOrd="0" presId="urn:microsoft.com/office/officeart/2008/layout/AlternatingHexagons"/>
    <dgm:cxn modelId="{17C58921-5F22-4EB7-8E5B-90A43CD94D43}" type="presOf" srcId="{9C90E145-A8BA-4C0C-93FB-78F26554F45B}" destId="{321C8E2A-7086-480B-A9A9-1B719CB48CE7}" srcOrd="0" destOrd="0" presId="urn:microsoft.com/office/officeart/2008/layout/AlternatingHexagons"/>
    <dgm:cxn modelId="{2A7CCD6D-162D-406F-A98C-BD9E491C4B55}" type="presOf" srcId="{D1651C2D-BB79-4D41-A8B5-DCDE31722D17}" destId="{05F9AB36-DC54-45B1-B632-926191F921C8}" srcOrd="0" destOrd="0" presId="urn:microsoft.com/office/officeart/2008/layout/AlternatingHexagons"/>
    <dgm:cxn modelId="{515563B2-DCF2-487B-BE78-E723912C5CC8}" type="presOf" srcId="{6B84084D-08B7-41DD-8EBF-04901BD401A1}" destId="{4B4F0509-C074-4593-9483-5A2BB1FCB86D}" srcOrd="0" destOrd="0" presId="urn:microsoft.com/office/officeart/2008/layout/AlternatingHexagons"/>
    <dgm:cxn modelId="{60C42DB7-0CDD-4193-B781-4EB035D727F5}" srcId="{14CA7446-87F5-4A17-B147-30D80DA6F317}" destId="{1C420812-F721-4BAD-B387-B3621EBD5A80}" srcOrd="0" destOrd="0" parTransId="{0FC0B7A6-03A0-4479-AEC9-AE3568A15472}" sibTransId="{3C66AE4D-0615-464A-8643-FFB29D0BE056}"/>
    <dgm:cxn modelId="{E01478C1-694B-4CC4-8398-0B5F87BDDC69}" type="presOf" srcId="{3C66AE4D-0615-464A-8643-FFB29D0BE056}" destId="{CBE6BC7C-17A2-4517-837C-3FC34AB1ECE6}" srcOrd="0" destOrd="0" presId="urn:microsoft.com/office/officeart/2008/layout/AlternatingHexagons"/>
    <dgm:cxn modelId="{2C96F7C2-EF4D-4191-9061-72F1DC0E32EC}" type="presOf" srcId="{14CA7446-87F5-4A17-B147-30D80DA6F317}" destId="{C47BC852-CCEC-4740-BE25-6EC644E5A1D0}" srcOrd="0" destOrd="0" presId="urn:microsoft.com/office/officeart/2008/layout/AlternatingHexagons"/>
    <dgm:cxn modelId="{7E9309E1-44CB-40DB-A5E7-CA204BD9414E}" srcId="{14CA7446-87F5-4A17-B147-30D80DA6F317}" destId="{6B84084D-08B7-41DD-8EBF-04901BD401A1}" srcOrd="2" destOrd="0" parTransId="{AD13B966-07B9-40FB-BB83-4DE63CC5392C}" sibTransId="{9C90E145-A8BA-4C0C-93FB-78F26554F45B}"/>
    <dgm:cxn modelId="{490DACE6-A9CF-4228-987C-5A1F4DE6C2C2}" type="presOf" srcId="{CCD5A4C9-B6DD-465F-BFED-E6B4E3674EF7}" destId="{8CF6EC75-F09C-45D1-85A4-C49E420D6AFD}" srcOrd="0" destOrd="0" presId="urn:microsoft.com/office/officeart/2008/layout/AlternatingHexagons"/>
    <dgm:cxn modelId="{42124AEA-C64D-416A-B4E9-78805038779E}" srcId="{14CA7446-87F5-4A17-B147-30D80DA6F317}" destId="{D1651C2D-BB79-4D41-A8B5-DCDE31722D17}" srcOrd="1" destOrd="0" parTransId="{AF29DEDE-0C3F-4373-A37E-1A410C3F70EB}" sibTransId="{CCD5A4C9-B6DD-465F-BFED-E6B4E3674EF7}"/>
    <dgm:cxn modelId="{BBDB81F1-27A3-4C4F-95E0-885E055A2911}" srcId="{14CA7446-87F5-4A17-B147-30D80DA6F317}" destId="{EE8D2302-92A7-4D1E-BEDA-E9232055709A}" srcOrd="3" destOrd="0" parTransId="{21E99188-98AE-4A45-AB6E-91B86C1A08CB}" sibTransId="{A95845C0-E4FD-465F-9427-BCFC48D6BDDF}"/>
    <dgm:cxn modelId="{210801FB-9C8E-45C8-9502-BC6679CA7E63}" type="presOf" srcId="{A95845C0-E4FD-465F-9427-BCFC48D6BDDF}" destId="{24FBBEDC-3623-439C-AA44-FBE1111A8012}" srcOrd="0" destOrd="0" presId="urn:microsoft.com/office/officeart/2008/layout/AlternatingHexagons"/>
    <dgm:cxn modelId="{B31397FB-4FE2-4B55-A166-BFD53D8A3E60}" type="presOf" srcId="{EE8D2302-92A7-4D1E-BEDA-E9232055709A}" destId="{99EC8039-BD76-48CF-B543-BFC5736D5706}" srcOrd="0" destOrd="0" presId="urn:microsoft.com/office/officeart/2008/layout/AlternatingHexagons"/>
    <dgm:cxn modelId="{93C89A97-E404-42E6-8DBB-CFE8E1C3DED6}" type="presParOf" srcId="{C47BC852-CCEC-4740-BE25-6EC644E5A1D0}" destId="{62EE15F6-DF03-4EFA-8BE3-F6E9B8628FF1}" srcOrd="0" destOrd="0" presId="urn:microsoft.com/office/officeart/2008/layout/AlternatingHexagons"/>
    <dgm:cxn modelId="{E09360D9-1AA6-4205-BE72-E48E2CF62208}" type="presParOf" srcId="{62EE15F6-DF03-4EFA-8BE3-F6E9B8628FF1}" destId="{06492471-173D-41EB-A4FD-30BF7CEC812D}" srcOrd="0" destOrd="0" presId="urn:microsoft.com/office/officeart/2008/layout/AlternatingHexagons"/>
    <dgm:cxn modelId="{D4F5D69B-0293-4438-AB9B-D7BCB0C813C6}" type="presParOf" srcId="{62EE15F6-DF03-4EFA-8BE3-F6E9B8628FF1}" destId="{D0489D8C-E526-470A-901F-5035A7CD84B4}" srcOrd="1" destOrd="0" presId="urn:microsoft.com/office/officeart/2008/layout/AlternatingHexagons"/>
    <dgm:cxn modelId="{03FE2B6A-77F1-4330-A9A4-2501951A24AC}" type="presParOf" srcId="{62EE15F6-DF03-4EFA-8BE3-F6E9B8628FF1}" destId="{587C1F07-64DC-4E05-AF2D-1E69F45A66A8}" srcOrd="2" destOrd="0" presId="urn:microsoft.com/office/officeart/2008/layout/AlternatingHexagons"/>
    <dgm:cxn modelId="{520A6657-0264-479E-A8CF-5F22AE328714}" type="presParOf" srcId="{62EE15F6-DF03-4EFA-8BE3-F6E9B8628FF1}" destId="{98C5E3B4-3C28-4AB4-B140-C1D369BA4A88}" srcOrd="3" destOrd="0" presId="urn:microsoft.com/office/officeart/2008/layout/AlternatingHexagons"/>
    <dgm:cxn modelId="{FE4262AA-FAA3-4B74-B126-AF8D46806FAB}" type="presParOf" srcId="{62EE15F6-DF03-4EFA-8BE3-F6E9B8628FF1}" destId="{CBE6BC7C-17A2-4517-837C-3FC34AB1ECE6}" srcOrd="4" destOrd="0" presId="urn:microsoft.com/office/officeart/2008/layout/AlternatingHexagons"/>
    <dgm:cxn modelId="{C8C54A10-2C1B-4C59-A86E-F1BC22B2721A}" type="presParOf" srcId="{C47BC852-CCEC-4740-BE25-6EC644E5A1D0}" destId="{952C5B4C-9CF3-41D7-B106-514511C6672F}" srcOrd="1" destOrd="0" presId="urn:microsoft.com/office/officeart/2008/layout/AlternatingHexagons"/>
    <dgm:cxn modelId="{42B2434F-8010-42F9-AABC-6C3B31604BD2}" type="presParOf" srcId="{C47BC852-CCEC-4740-BE25-6EC644E5A1D0}" destId="{0054F865-DBDA-4B9C-9D09-98B77D2C8B35}" srcOrd="2" destOrd="0" presId="urn:microsoft.com/office/officeart/2008/layout/AlternatingHexagons"/>
    <dgm:cxn modelId="{6D7303DB-2345-4F3A-8AFC-6D76969C3324}" type="presParOf" srcId="{0054F865-DBDA-4B9C-9D09-98B77D2C8B35}" destId="{05F9AB36-DC54-45B1-B632-926191F921C8}" srcOrd="0" destOrd="0" presId="urn:microsoft.com/office/officeart/2008/layout/AlternatingHexagons"/>
    <dgm:cxn modelId="{92253DC9-13D9-4C52-9125-0A51B9DC25B2}" type="presParOf" srcId="{0054F865-DBDA-4B9C-9D09-98B77D2C8B35}" destId="{9C713879-E9BC-4D8B-B1E7-6A6DCDE66F65}" srcOrd="1" destOrd="0" presId="urn:microsoft.com/office/officeart/2008/layout/AlternatingHexagons"/>
    <dgm:cxn modelId="{6F934BB0-2C92-47A9-AFEC-3BD02469D5EA}" type="presParOf" srcId="{0054F865-DBDA-4B9C-9D09-98B77D2C8B35}" destId="{064EC7B4-D980-4245-A8E4-392444916BB6}" srcOrd="2" destOrd="0" presId="urn:microsoft.com/office/officeart/2008/layout/AlternatingHexagons"/>
    <dgm:cxn modelId="{843BEF7B-A875-4082-84CD-02E3156D4F27}" type="presParOf" srcId="{0054F865-DBDA-4B9C-9D09-98B77D2C8B35}" destId="{7DA55452-CA3F-476A-998D-664F4091F787}" srcOrd="3" destOrd="0" presId="urn:microsoft.com/office/officeart/2008/layout/AlternatingHexagons"/>
    <dgm:cxn modelId="{5EE8BF40-6540-4490-AB87-443BE44187B3}" type="presParOf" srcId="{0054F865-DBDA-4B9C-9D09-98B77D2C8B35}" destId="{8CF6EC75-F09C-45D1-85A4-C49E420D6AFD}" srcOrd="4" destOrd="0" presId="urn:microsoft.com/office/officeart/2008/layout/AlternatingHexagons"/>
    <dgm:cxn modelId="{39F8DFAA-3051-435D-81D8-4A88B532F894}" type="presParOf" srcId="{C47BC852-CCEC-4740-BE25-6EC644E5A1D0}" destId="{52736F4F-94D2-4A86-AF89-564F44D8DC8E}" srcOrd="3" destOrd="0" presId="urn:microsoft.com/office/officeart/2008/layout/AlternatingHexagons"/>
    <dgm:cxn modelId="{A6143057-32A8-4FAF-9C38-FC6FFD568A6D}" type="presParOf" srcId="{C47BC852-CCEC-4740-BE25-6EC644E5A1D0}" destId="{D622EF80-26C7-4AC8-9674-E88AC7DC5740}" srcOrd="4" destOrd="0" presId="urn:microsoft.com/office/officeart/2008/layout/AlternatingHexagons"/>
    <dgm:cxn modelId="{CD82F624-1E66-4F62-9E08-69F7962D6A08}" type="presParOf" srcId="{D622EF80-26C7-4AC8-9674-E88AC7DC5740}" destId="{4B4F0509-C074-4593-9483-5A2BB1FCB86D}" srcOrd="0" destOrd="0" presId="urn:microsoft.com/office/officeart/2008/layout/AlternatingHexagons"/>
    <dgm:cxn modelId="{803A5A35-E77D-4A8C-ABBD-ACC33F5761BE}" type="presParOf" srcId="{D622EF80-26C7-4AC8-9674-E88AC7DC5740}" destId="{D274630C-A056-474E-9A2A-62AC085D10B7}" srcOrd="1" destOrd="0" presId="urn:microsoft.com/office/officeart/2008/layout/AlternatingHexagons"/>
    <dgm:cxn modelId="{77AF9C39-BA63-4DCB-A87B-E78E33A4D78D}" type="presParOf" srcId="{D622EF80-26C7-4AC8-9674-E88AC7DC5740}" destId="{25B69317-1848-42B6-9F75-D96CCF595477}" srcOrd="2" destOrd="0" presId="urn:microsoft.com/office/officeart/2008/layout/AlternatingHexagons"/>
    <dgm:cxn modelId="{ACC4AF46-FFFC-484F-BA49-1A6385E7D681}" type="presParOf" srcId="{D622EF80-26C7-4AC8-9674-E88AC7DC5740}" destId="{BA81B3EF-5157-4BAC-9035-237AD0306E58}" srcOrd="3" destOrd="0" presId="urn:microsoft.com/office/officeart/2008/layout/AlternatingHexagons"/>
    <dgm:cxn modelId="{DD1917BF-38B6-43C0-B716-2C2A1CCC4329}" type="presParOf" srcId="{D622EF80-26C7-4AC8-9674-E88AC7DC5740}" destId="{321C8E2A-7086-480B-A9A9-1B719CB48CE7}" srcOrd="4" destOrd="0" presId="urn:microsoft.com/office/officeart/2008/layout/AlternatingHexagons"/>
    <dgm:cxn modelId="{80F1CCDC-3F8B-4357-B64D-B1850F4E2379}" type="presParOf" srcId="{C47BC852-CCEC-4740-BE25-6EC644E5A1D0}" destId="{6109BEF8-247F-4C1A-A39C-099485BD0B46}" srcOrd="5" destOrd="0" presId="urn:microsoft.com/office/officeart/2008/layout/AlternatingHexagons"/>
    <dgm:cxn modelId="{A4ED5718-0D38-4115-AFB2-50A5E3B892AD}" type="presParOf" srcId="{C47BC852-CCEC-4740-BE25-6EC644E5A1D0}" destId="{740A4DF7-8EB6-47F6-8445-D8B6F8662C25}" srcOrd="6" destOrd="0" presId="urn:microsoft.com/office/officeart/2008/layout/AlternatingHexagons"/>
    <dgm:cxn modelId="{B76A9C52-B395-444F-A0CB-CF681031A08F}" type="presParOf" srcId="{740A4DF7-8EB6-47F6-8445-D8B6F8662C25}" destId="{99EC8039-BD76-48CF-B543-BFC5736D5706}" srcOrd="0" destOrd="0" presId="urn:microsoft.com/office/officeart/2008/layout/AlternatingHexagons"/>
    <dgm:cxn modelId="{8F471AB0-1CC1-4B03-8019-DC0A60C43811}" type="presParOf" srcId="{740A4DF7-8EB6-47F6-8445-D8B6F8662C25}" destId="{336B0932-9167-49A0-9460-2A55ED3F8374}" srcOrd="1" destOrd="0" presId="urn:microsoft.com/office/officeart/2008/layout/AlternatingHexagons"/>
    <dgm:cxn modelId="{F632E42C-487A-403F-9C74-30C69B7BF19C}" type="presParOf" srcId="{740A4DF7-8EB6-47F6-8445-D8B6F8662C25}" destId="{4E9F24D3-A0B4-4E87-9C6E-81C351A91AC2}" srcOrd="2" destOrd="0" presId="urn:microsoft.com/office/officeart/2008/layout/AlternatingHexagons"/>
    <dgm:cxn modelId="{9E0FE3CB-BFB2-46A2-A3F0-651A4A1CF711}" type="presParOf" srcId="{740A4DF7-8EB6-47F6-8445-D8B6F8662C25}" destId="{CD0AF5E0-A3AE-46EA-9E62-B2C8F80F49E7}" srcOrd="3" destOrd="0" presId="urn:microsoft.com/office/officeart/2008/layout/AlternatingHexagons"/>
    <dgm:cxn modelId="{D082BCF3-1F7B-49FB-B3E9-63852831A6F6}" type="presParOf" srcId="{740A4DF7-8EB6-47F6-8445-D8B6F8662C25}" destId="{24FBBEDC-3623-439C-AA44-FBE1111A8012}"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976ADC-787D-4DBF-9AF2-3DABA23D3484}" type="doc">
      <dgm:prSet loTypeId="urn:microsoft.com/office/officeart/2005/8/layout/vProcess5" loCatId="process" qsTypeId="urn:microsoft.com/office/officeart/2005/8/quickstyle/simple1" qsCatId="simple" csTypeId="urn:microsoft.com/office/officeart/2005/8/colors/colorful3" csCatId="colorful" phldr="1"/>
      <dgm:spPr/>
      <dgm:t>
        <a:bodyPr/>
        <a:lstStyle/>
        <a:p>
          <a:endParaRPr lang="en-US"/>
        </a:p>
      </dgm:t>
    </dgm:pt>
    <dgm:pt modelId="{E29C0367-FB5D-4848-88D5-1439760BF2F9}">
      <dgm:prSet phldrT="[Text]" custT="1"/>
      <dgm:spPr/>
      <dgm:t>
        <a:bodyPr/>
        <a:lstStyle/>
        <a:p>
          <a:pPr algn="l">
            <a:buFont typeface="Arial" panose="020B0604020202020204" pitchFamily="34" charset="0"/>
            <a:buChar char="•"/>
          </a:pPr>
          <a:r>
            <a:rPr lang="en-US" sz="2000" b="0" dirty="0">
              <a:solidFill>
                <a:schemeClr val="tx1"/>
              </a:solidFill>
              <a:effectLst/>
            </a:rPr>
            <a:t>CSDM standardizes data across ITSM, ITOM, and HR</a:t>
          </a:r>
          <a:endParaRPr lang="en-US" sz="2000" dirty="0">
            <a:solidFill>
              <a:schemeClr val="tx1"/>
            </a:solidFill>
          </a:endParaRPr>
        </a:p>
      </dgm:t>
    </dgm:pt>
    <dgm:pt modelId="{E91B6E5F-6E97-4851-A1FD-77CEAE34832E}" type="parTrans" cxnId="{067F644F-45DB-4279-90C5-7484AF922354}">
      <dgm:prSet/>
      <dgm:spPr/>
      <dgm:t>
        <a:bodyPr/>
        <a:lstStyle/>
        <a:p>
          <a:endParaRPr lang="en-US"/>
        </a:p>
      </dgm:t>
    </dgm:pt>
    <dgm:pt modelId="{371F89E6-1457-44D4-B517-D6D40AC8B880}" type="sibTrans" cxnId="{067F644F-45DB-4279-90C5-7484AF922354}">
      <dgm:prSet/>
      <dgm:spPr/>
      <dgm:t>
        <a:bodyPr/>
        <a:lstStyle/>
        <a:p>
          <a:endParaRPr lang="en-US"/>
        </a:p>
      </dgm:t>
    </dgm:pt>
    <dgm:pt modelId="{A617A6DF-AA4D-4197-A707-CDB0BB3C986F}">
      <dgm:prSet phldrT="[Text]" custT="1"/>
      <dgm:spPr/>
      <dgm:t>
        <a:bodyPr/>
        <a:lstStyle/>
        <a:p>
          <a:pPr algn="l">
            <a:buFont typeface="Arial" panose="020B0604020202020204" pitchFamily="34" charset="0"/>
            <a:buChar char="•"/>
          </a:pPr>
          <a:r>
            <a:rPr lang="en-US" sz="2000" b="0" dirty="0">
              <a:solidFill>
                <a:schemeClr val="tx1"/>
              </a:solidFill>
              <a:effectLst/>
            </a:rPr>
            <a:t>Aligns application and service portfolios</a:t>
          </a:r>
          <a:endParaRPr lang="en-US" sz="2000" dirty="0">
            <a:solidFill>
              <a:schemeClr val="tx1"/>
            </a:solidFill>
          </a:endParaRPr>
        </a:p>
      </dgm:t>
    </dgm:pt>
    <dgm:pt modelId="{B72D05C7-45A2-4DEA-8A55-888416175D31}" type="parTrans" cxnId="{871E4EEC-7B33-494C-BFB1-561766A56525}">
      <dgm:prSet/>
      <dgm:spPr/>
      <dgm:t>
        <a:bodyPr/>
        <a:lstStyle/>
        <a:p>
          <a:endParaRPr lang="en-US"/>
        </a:p>
      </dgm:t>
    </dgm:pt>
    <dgm:pt modelId="{CB7F1A2B-D74F-4BAF-8E20-526933155AE2}" type="sibTrans" cxnId="{871E4EEC-7B33-494C-BFB1-561766A56525}">
      <dgm:prSet/>
      <dgm:spPr/>
      <dgm:t>
        <a:bodyPr/>
        <a:lstStyle/>
        <a:p>
          <a:endParaRPr lang="en-US"/>
        </a:p>
      </dgm:t>
    </dgm:pt>
    <dgm:pt modelId="{5FC27D6D-0C94-44AD-AD91-FE11791D0EE1}">
      <dgm:prSet phldrT="[Text]" custT="1"/>
      <dgm:spPr/>
      <dgm:t>
        <a:bodyPr/>
        <a:lstStyle/>
        <a:p>
          <a:pPr algn="l">
            <a:buFont typeface="Arial" panose="020B0604020202020204" pitchFamily="34" charset="0"/>
            <a:buChar char="•"/>
          </a:pPr>
          <a:r>
            <a:rPr lang="en-US" sz="2000" b="0" dirty="0">
              <a:solidFill>
                <a:schemeClr val="tx1"/>
              </a:solidFill>
              <a:effectLst/>
            </a:rPr>
            <a:t>Automated discovery &amp; data certification</a:t>
          </a:r>
          <a:endParaRPr lang="en-US" sz="2000" dirty="0">
            <a:solidFill>
              <a:schemeClr val="tx1"/>
            </a:solidFill>
          </a:endParaRPr>
        </a:p>
      </dgm:t>
    </dgm:pt>
    <dgm:pt modelId="{22CD6574-B9FF-48EC-A104-A9CAA2EBDB59}" type="parTrans" cxnId="{494BB10D-23A4-4E56-BA3A-78A9ABC30AF5}">
      <dgm:prSet/>
      <dgm:spPr/>
      <dgm:t>
        <a:bodyPr/>
        <a:lstStyle/>
        <a:p>
          <a:endParaRPr lang="en-US"/>
        </a:p>
      </dgm:t>
    </dgm:pt>
    <dgm:pt modelId="{DEEB4E80-D048-4209-9F01-1AEC299B3909}" type="sibTrans" cxnId="{494BB10D-23A4-4E56-BA3A-78A9ABC30AF5}">
      <dgm:prSet/>
      <dgm:spPr/>
      <dgm:t>
        <a:bodyPr/>
        <a:lstStyle/>
        <a:p>
          <a:endParaRPr lang="en-US"/>
        </a:p>
      </dgm:t>
    </dgm:pt>
    <dgm:pt modelId="{B73E9B90-4700-4D05-97B8-A495030B1E9B}">
      <dgm:prSet phldrT="[Text]" custT="1"/>
      <dgm:spPr/>
      <dgm:t>
        <a:bodyPr/>
        <a:lstStyle/>
        <a:p>
          <a:pPr algn="l">
            <a:buFont typeface="Arial" panose="020B0604020202020204" pitchFamily="34" charset="0"/>
            <a:buChar char="•"/>
          </a:pPr>
          <a:r>
            <a:rPr lang="en-US" sz="2000" b="0" dirty="0">
              <a:solidFill>
                <a:schemeClr val="tx1"/>
              </a:solidFill>
              <a:effectLst/>
            </a:rPr>
            <a:t>Supports scalability across Sovereign Bank Group</a:t>
          </a:r>
          <a:endParaRPr lang="en-US" sz="2000" dirty="0">
            <a:solidFill>
              <a:schemeClr val="tx1"/>
            </a:solidFill>
          </a:endParaRPr>
        </a:p>
      </dgm:t>
    </dgm:pt>
    <dgm:pt modelId="{FD5F677D-2854-4EE7-9686-26AF5DE2F46C}" type="parTrans" cxnId="{A15B8AAF-4EA7-4B49-9360-94D983737DBC}">
      <dgm:prSet/>
      <dgm:spPr/>
      <dgm:t>
        <a:bodyPr/>
        <a:lstStyle/>
        <a:p>
          <a:endParaRPr lang="en-US"/>
        </a:p>
      </dgm:t>
    </dgm:pt>
    <dgm:pt modelId="{D3AE6D9F-335B-4DF1-B667-4DB590A03FA7}" type="sibTrans" cxnId="{A15B8AAF-4EA7-4B49-9360-94D983737DBC}">
      <dgm:prSet/>
      <dgm:spPr/>
      <dgm:t>
        <a:bodyPr/>
        <a:lstStyle/>
        <a:p>
          <a:endParaRPr lang="en-US"/>
        </a:p>
      </dgm:t>
    </dgm:pt>
    <dgm:pt modelId="{94C17498-8DD2-4E2D-847D-E486A136EFEF}" type="pres">
      <dgm:prSet presAssocID="{51976ADC-787D-4DBF-9AF2-3DABA23D3484}" presName="outerComposite" presStyleCnt="0">
        <dgm:presLayoutVars>
          <dgm:chMax val="5"/>
          <dgm:dir/>
          <dgm:resizeHandles val="exact"/>
        </dgm:presLayoutVars>
      </dgm:prSet>
      <dgm:spPr/>
    </dgm:pt>
    <dgm:pt modelId="{9B5931F8-DC53-4B25-92D7-33B03DB12844}" type="pres">
      <dgm:prSet presAssocID="{51976ADC-787D-4DBF-9AF2-3DABA23D3484}" presName="dummyMaxCanvas" presStyleCnt="0">
        <dgm:presLayoutVars/>
      </dgm:prSet>
      <dgm:spPr/>
    </dgm:pt>
    <dgm:pt modelId="{F6A1AE63-3E8D-42E4-AA25-4E1F09610206}" type="pres">
      <dgm:prSet presAssocID="{51976ADC-787D-4DBF-9AF2-3DABA23D3484}" presName="FourNodes_1" presStyleLbl="node1" presStyleIdx="0" presStyleCnt="4">
        <dgm:presLayoutVars>
          <dgm:bulletEnabled val="1"/>
        </dgm:presLayoutVars>
      </dgm:prSet>
      <dgm:spPr/>
    </dgm:pt>
    <dgm:pt modelId="{A871FF4B-B48F-4DF6-BC87-E5C712F7F27D}" type="pres">
      <dgm:prSet presAssocID="{51976ADC-787D-4DBF-9AF2-3DABA23D3484}" presName="FourNodes_2" presStyleLbl="node1" presStyleIdx="1" presStyleCnt="4">
        <dgm:presLayoutVars>
          <dgm:bulletEnabled val="1"/>
        </dgm:presLayoutVars>
      </dgm:prSet>
      <dgm:spPr/>
    </dgm:pt>
    <dgm:pt modelId="{EAFF977C-6B30-4F04-98CB-50194C8C8551}" type="pres">
      <dgm:prSet presAssocID="{51976ADC-787D-4DBF-9AF2-3DABA23D3484}" presName="FourNodes_3" presStyleLbl="node1" presStyleIdx="2" presStyleCnt="4">
        <dgm:presLayoutVars>
          <dgm:bulletEnabled val="1"/>
        </dgm:presLayoutVars>
      </dgm:prSet>
      <dgm:spPr/>
    </dgm:pt>
    <dgm:pt modelId="{F55498FF-D35A-4EEB-917B-9965E1BAE1B3}" type="pres">
      <dgm:prSet presAssocID="{51976ADC-787D-4DBF-9AF2-3DABA23D3484}" presName="FourNodes_4" presStyleLbl="node1" presStyleIdx="3" presStyleCnt="4">
        <dgm:presLayoutVars>
          <dgm:bulletEnabled val="1"/>
        </dgm:presLayoutVars>
      </dgm:prSet>
      <dgm:spPr/>
    </dgm:pt>
    <dgm:pt modelId="{3177719D-01CD-48F5-A610-19E5C87D5CBB}" type="pres">
      <dgm:prSet presAssocID="{51976ADC-787D-4DBF-9AF2-3DABA23D3484}" presName="FourConn_1-2" presStyleLbl="fgAccFollowNode1" presStyleIdx="0" presStyleCnt="3">
        <dgm:presLayoutVars>
          <dgm:bulletEnabled val="1"/>
        </dgm:presLayoutVars>
      </dgm:prSet>
      <dgm:spPr/>
    </dgm:pt>
    <dgm:pt modelId="{503C8B51-D19C-4018-B624-3B3B85B7B600}" type="pres">
      <dgm:prSet presAssocID="{51976ADC-787D-4DBF-9AF2-3DABA23D3484}" presName="FourConn_2-3" presStyleLbl="fgAccFollowNode1" presStyleIdx="1" presStyleCnt="3">
        <dgm:presLayoutVars>
          <dgm:bulletEnabled val="1"/>
        </dgm:presLayoutVars>
      </dgm:prSet>
      <dgm:spPr/>
    </dgm:pt>
    <dgm:pt modelId="{DD248879-577A-456F-990A-BE891BC893C1}" type="pres">
      <dgm:prSet presAssocID="{51976ADC-787D-4DBF-9AF2-3DABA23D3484}" presName="FourConn_3-4" presStyleLbl="fgAccFollowNode1" presStyleIdx="2" presStyleCnt="3">
        <dgm:presLayoutVars>
          <dgm:bulletEnabled val="1"/>
        </dgm:presLayoutVars>
      </dgm:prSet>
      <dgm:spPr/>
    </dgm:pt>
    <dgm:pt modelId="{91AE3EA0-9FDE-4E5A-9A8A-80A453FA3241}" type="pres">
      <dgm:prSet presAssocID="{51976ADC-787D-4DBF-9AF2-3DABA23D3484}" presName="FourNodes_1_text" presStyleLbl="node1" presStyleIdx="3" presStyleCnt="4">
        <dgm:presLayoutVars>
          <dgm:bulletEnabled val="1"/>
        </dgm:presLayoutVars>
      </dgm:prSet>
      <dgm:spPr/>
    </dgm:pt>
    <dgm:pt modelId="{1832E8EA-5F3C-4D66-802E-C24401BC2D7F}" type="pres">
      <dgm:prSet presAssocID="{51976ADC-787D-4DBF-9AF2-3DABA23D3484}" presName="FourNodes_2_text" presStyleLbl="node1" presStyleIdx="3" presStyleCnt="4">
        <dgm:presLayoutVars>
          <dgm:bulletEnabled val="1"/>
        </dgm:presLayoutVars>
      </dgm:prSet>
      <dgm:spPr/>
    </dgm:pt>
    <dgm:pt modelId="{EF1DB90E-021C-4303-AAC8-F1D93882BA39}" type="pres">
      <dgm:prSet presAssocID="{51976ADC-787D-4DBF-9AF2-3DABA23D3484}" presName="FourNodes_3_text" presStyleLbl="node1" presStyleIdx="3" presStyleCnt="4">
        <dgm:presLayoutVars>
          <dgm:bulletEnabled val="1"/>
        </dgm:presLayoutVars>
      </dgm:prSet>
      <dgm:spPr/>
    </dgm:pt>
    <dgm:pt modelId="{36F2E584-8998-4E75-B95C-0D67ADB8B913}" type="pres">
      <dgm:prSet presAssocID="{51976ADC-787D-4DBF-9AF2-3DABA23D3484}" presName="FourNodes_4_text" presStyleLbl="node1" presStyleIdx="3" presStyleCnt="4">
        <dgm:presLayoutVars>
          <dgm:bulletEnabled val="1"/>
        </dgm:presLayoutVars>
      </dgm:prSet>
      <dgm:spPr/>
    </dgm:pt>
  </dgm:ptLst>
  <dgm:cxnLst>
    <dgm:cxn modelId="{494BB10D-23A4-4E56-BA3A-78A9ABC30AF5}" srcId="{51976ADC-787D-4DBF-9AF2-3DABA23D3484}" destId="{5FC27D6D-0C94-44AD-AD91-FE11791D0EE1}" srcOrd="2" destOrd="0" parTransId="{22CD6574-B9FF-48EC-A104-A9CAA2EBDB59}" sibTransId="{DEEB4E80-D048-4209-9F01-1AEC299B3909}"/>
    <dgm:cxn modelId="{55B19718-BC7E-4C9E-B81A-7AA094369675}" type="presOf" srcId="{A617A6DF-AA4D-4197-A707-CDB0BB3C986F}" destId="{A871FF4B-B48F-4DF6-BC87-E5C712F7F27D}" srcOrd="0" destOrd="0" presId="urn:microsoft.com/office/officeart/2005/8/layout/vProcess5"/>
    <dgm:cxn modelId="{1A2C5538-77BA-450E-B848-F35F7C452D8D}" type="presOf" srcId="{E29C0367-FB5D-4848-88D5-1439760BF2F9}" destId="{F6A1AE63-3E8D-42E4-AA25-4E1F09610206}" srcOrd="0" destOrd="0" presId="urn:microsoft.com/office/officeart/2005/8/layout/vProcess5"/>
    <dgm:cxn modelId="{60797649-10FE-457F-9F7C-D22414F40C6A}" type="presOf" srcId="{A617A6DF-AA4D-4197-A707-CDB0BB3C986F}" destId="{1832E8EA-5F3C-4D66-802E-C24401BC2D7F}" srcOrd="1" destOrd="0" presId="urn:microsoft.com/office/officeart/2005/8/layout/vProcess5"/>
    <dgm:cxn modelId="{067F644F-45DB-4279-90C5-7484AF922354}" srcId="{51976ADC-787D-4DBF-9AF2-3DABA23D3484}" destId="{E29C0367-FB5D-4848-88D5-1439760BF2F9}" srcOrd="0" destOrd="0" parTransId="{E91B6E5F-6E97-4851-A1FD-77CEAE34832E}" sibTransId="{371F89E6-1457-44D4-B517-D6D40AC8B880}"/>
    <dgm:cxn modelId="{82A1A172-8633-4F85-84FE-34A30A293095}" type="presOf" srcId="{DEEB4E80-D048-4209-9F01-1AEC299B3909}" destId="{DD248879-577A-456F-990A-BE891BC893C1}" srcOrd="0" destOrd="0" presId="urn:microsoft.com/office/officeart/2005/8/layout/vProcess5"/>
    <dgm:cxn modelId="{4CAB5057-9BE2-493D-8BA6-092E446E6D15}" type="presOf" srcId="{E29C0367-FB5D-4848-88D5-1439760BF2F9}" destId="{91AE3EA0-9FDE-4E5A-9A8A-80A453FA3241}" srcOrd="1" destOrd="0" presId="urn:microsoft.com/office/officeart/2005/8/layout/vProcess5"/>
    <dgm:cxn modelId="{6E36B57E-907A-4553-B026-9B96D60E6345}" type="presOf" srcId="{371F89E6-1457-44D4-B517-D6D40AC8B880}" destId="{3177719D-01CD-48F5-A610-19E5C87D5CBB}" srcOrd="0" destOrd="0" presId="urn:microsoft.com/office/officeart/2005/8/layout/vProcess5"/>
    <dgm:cxn modelId="{23EB3387-176F-437C-8EED-0E671B853883}" type="presOf" srcId="{B73E9B90-4700-4D05-97B8-A495030B1E9B}" destId="{36F2E584-8998-4E75-B95C-0D67ADB8B913}" srcOrd="1" destOrd="0" presId="urn:microsoft.com/office/officeart/2005/8/layout/vProcess5"/>
    <dgm:cxn modelId="{26863293-1856-40AE-A515-41A63BDE927D}" type="presOf" srcId="{CB7F1A2B-D74F-4BAF-8E20-526933155AE2}" destId="{503C8B51-D19C-4018-B624-3B3B85B7B600}" srcOrd="0" destOrd="0" presId="urn:microsoft.com/office/officeart/2005/8/layout/vProcess5"/>
    <dgm:cxn modelId="{53FF77A9-0B85-4C37-9D08-96A3547E85CD}" type="presOf" srcId="{5FC27D6D-0C94-44AD-AD91-FE11791D0EE1}" destId="{EF1DB90E-021C-4303-AAC8-F1D93882BA39}" srcOrd="1" destOrd="0" presId="urn:microsoft.com/office/officeart/2005/8/layout/vProcess5"/>
    <dgm:cxn modelId="{5C18A7AA-729C-4E49-8198-6F8936DE0F0F}" type="presOf" srcId="{51976ADC-787D-4DBF-9AF2-3DABA23D3484}" destId="{94C17498-8DD2-4E2D-847D-E486A136EFEF}" srcOrd="0" destOrd="0" presId="urn:microsoft.com/office/officeart/2005/8/layout/vProcess5"/>
    <dgm:cxn modelId="{A15B8AAF-4EA7-4B49-9360-94D983737DBC}" srcId="{51976ADC-787D-4DBF-9AF2-3DABA23D3484}" destId="{B73E9B90-4700-4D05-97B8-A495030B1E9B}" srcOrd="3" destOrd="0" parTransId="{FD5F677D-2854-4EE7-9686-26AF5DE2F46C}" sibTransId="{D3AE6D9F-335B-4DF1-B667-4DB590A03FA7}"/>
    <dgm:cxn modelId="{03D646B5-D25B-4F01-8DD8-37D3408502FC}" type="presOf" srcId="{5FC27D6D-0C94-44AD-AD91-FE11791D0EE1}" destId="{EAFF977C-6B30-4F04-98CB-50194C8C8551}" srcOrd="0" destOrd="0" presId="urn:microsoft.com/office/officeart/2005/8/layout/vProcess5"/>
    <dgm:cxn modelId="{774CCABC-CFA3-42A9-A5E3-4E0041BA3BCF}" type="presOf" srcId="{B73E9B90-4700-4D05-97B8-A495030B1E9B}" destId="{F55498FF-D35A-4EEB-917B-9965E1BAE1B3}" srcOrd="0" destOrd="0" presId="urn:microsoft.com/office/officeart/2005/8/layout/vProcess5"/>
    <dgm:cxn modelId="{871E4EEC-7B33-494C-BFB1-561766A56525}" srcId="{51976ADC-787D-4DBF-9AF2-3DABA23D3484}" destId="{A617A6DF-AA4D-4197-A707-CDB0BB3C986F}" srcOrd="1" destOrd="0" parTransId="{B72D05C7-45A2-4DEA-8A55-888416175D31}" sibTransId="{CB7F1A2B-D74F-4BAF-8E20-526933155AE2}"/>
    <dgm:cxn modelId="{67D68F73-702A-4E57-B702-A000A7D045BC}" type="presParOf" srcId="{94C17498-8DD2-4E2D-847D-E486A136EFEF}" destId="{9B5931F8-DC53-4B25-92D7-33B03DB12844}" srcOrd="0" destOrd="0" presId="urn:microsoft.com/office/officeart/2005/8/layout/vProcess5"/>
    <dgm:cxn modelId="{1E4A1F7A-6962-4DD7-97F3-A3E3CD0D3617}" type="presParOf" srcId="{94C17498-8DD2-4E2D-847D-E486A136EFEF}" destId="{F6A1AE63-3E8D-42E4-AA25-4E1F09610206}" srcOrd="1" destOrd="0" presId="urn:microsoft.com/office/officeart/2005/8/layout/vProcess5"/>
    <dgm:cxn modelId="{F0281D04-37DC-4B12-96EE-83146E91A8E5}" type="presParOf" srcId="{94C17498-8DD2-4E2D-847D-E486A136EFEF}" destId="{A871FF4B-B48F-4DF6-BC87-E5C712F7F27D}" srcOrd="2" destOrd="0" presId="urn:microsoft.com/office/officeart/2005/8/layout/vProcess5"/>
    <dgm:cxn modelId="{FEB6EBB8-15CC-41F6-B01E-190AB41C9E49}" type="presParOf" srcId="{94C17498-8DD2-4E2D-847D-E486A136EFEF}" destId="{EAFF977C-6B30-4F04-98CB-50194C8C8551}" srcOrd="3" destOrd="0" presId="urn:microsoft.com/office/officeart/2005/8/layout/vProcess5"/>
    <dgm:cxn modelId="{739B11E1-373D-436F-B422-EF9B72DC85B0}" type="presParOf" srcId="{94C17498-8DD2-4E2D-847D-E486A136EFEF}" destId="{F55498FF-D35A-4EEB-917B-9965E1BAE1B3}" srcOrd="4" destOrd="0" presId="urn:microsoft.com/office/officeart/2005/8/layout/vProcess5"/>
    <dgm:cxn modelId="{29EB045F-FD8C-4F6E-A55F-1C060CFDBEF0}" type="presParOf" srcId="{94C17498-8DD2-4E2D-847D-E486A136EFEF}" destId="{3177719D-01CD-48F5-A610-19E5C87D5CBB}" srcOrd="5" destOrd="0" presId="urn:microsoft.com/office/officeart/2005/8/layout/vProcess5"/>
    <dgm:cxn modelId="{3B074691-2537-4961-9F7C-DEC7721F3D2A}" type="presParOf" srcId="{94C17498-8DD2-4E2D-847D-E486A136EFEF}" destId="{503C8B51-D19C-4018-B624-3B3B85B7B600}" srcOrd="6" destOrd="0" presId="urn:microsoft.com/office/officeart/2005/8/layout/vProcess5"/>
    <dgm:cxn modelId="{2F02525B-A8C6-4966-9098-A292A8A3D4CD}" type="presParOf" srcId="{94C17498-8DD2-4E2D-847D-E486A136EFEF}" destId="{DD248879-577A-456F-990A-BE891BC893C1}" srcOrd="7" destOrd="0" presId="urn:microsoft.com/office/officeart/2005/8/layout/vProcess5"/>
    <dgm:cxn modelId="{C38A110D-F1C9-4CDC-9BF7-374951E11D97}" type="presParOf" srcId="{94C17498-8DD2-4E2D-847D-E486A136EFEF}" destId="{91AE3EA0-9FDE-4E5A-9A8A-80A453FA3241}" srcOrd="8" destOrd="0" presId="urn:microsoft.com/office/officeart/2005/8/layout/vProcess5"/>
    <dgm:cxn modelId="{E033BEED-7C3C-410F-B2AC-880E2F983CC7}" type="presParOf" srcId="{94C17498-8DD2-4E2D-847D-E486A136EFEF}" destId="{1832E8EA-5F3C-4D66-802E-C24401BC2D7F}" srcOrd="9" destOrd="0" presId="urn:microsoft.com/office/officeart/2005/8/layout/vProcess5"/>
    <dgm:cxn modelId="{69373418-9C81-44AE-901E-E57BE8DB005E}" type="presParOf" srcId="{94C17498-8DD2-4E2D-847D-E486A136EFEF}" destId="{EF1DB90E-021C-4303-AAC8-F1D93882BA39}" srcOrd="10" destOrd="0" presId="urn:microsoft.com/office/officeart/2005/8/layout/vProcess5"/>
    <dgm:cxn modelId="{6E9A07D6-6BA4-4BE0-8A18-6C693BA0CF10}" type="presParOf" srcId="{94C17498-8DD2-4E2D-847D-E486A136EFEF}" destId="{36F2E584-8998-4E75-B95C-0D67ADB8B913}"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F3E6504-0572-44B1-9708-1E6D8552E44E}"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US"/>
        </a:p>
      </dgm:t>
    </dgm:pt>
    <dgm:pt modelId="{B06C10F8-4F09-4451-8F8D-809E0E7F3E12}">
      <dgm:prSet phldrT="[Text]"/>
      <dgm:spPr>
        <a:blipFill rotWithShape="0">
          <a:blip xmlns:r="http://schemas.openxmlformats.org/officeDocument/2006/relationships" r:embed="rId1"/>
          <a:srcRect/>
          <a:stretch>
            <a:fillRect l="-1000" r="-1000"/>
          </a:stretch>
        </a:blipFill>
      </dgm:spPr>
      <dgm:t>
        <a:bodyPr/>
        <a:lstStyle/>
        <a:p>
          <a:r>
            <a:rPr lang="en-US" dirty="0"/>
            <a:t> </a:t>
          </a:r>
        </a:p>
      </dgm:t>
    </dgm:pt>
    <dgm:pt modelId="{C404C00C-84B3-493C-AB29-AAD3C6C09A7D}" type="parTrans" cxnId="{B0C86A66-6395-4245-84B8-25D26A8F7923}">
      <dgm:prSet/>
      <dgm:spPr/>
      <dgm:t>
        <a:bodyPr/>
        <a:lstStyle/>
        <a:p>
          <a:endParaRPr lang="en-US"/>
        </a:p>
      </dgm:t>
    </dgm:pt>
    <dgm:pt modelId="{D6D97FE6-1109-4361-A66B-BAF9BE008C09}" type="sibTrans" cxnId="{B0C86A66-6395-4245-84B8-25D26A8F7923}">
      <dgm:prSet/>
      <dgm:spPr/>
      <dgm:t>
        <a:bodyPr/>
        <a:lstStyle/>
        <a:p>
          <a:endParaRPr lang="en-US"/>
        </a:p>
      </dgm:t>
    </dgm:pt>
    <dgm:pt modelId="{FA73AEDD-88F2-48E1-AEC3-3250648F8795}">
      <dgm:prSet phldrT="[Text]"/>
      <dgm:spPr>
        <a:blipFill rotWithShape="0">
          <a:blip xmlns:r="http://schemas.openxmlformats.org/officeDocument/2006/relationships" r:embed="rId2"/>
          <a:srcRect/>
          <a:stretch>
            <a:fillRect t="-27000" b="-27000"/>
          </a:stretch>
        </a:blipFill>
      </dgm:spPr>
      <dgm:t>
        <a:bodyPr/>
        <a:lstStyle/>
        <a:p>
          <a:r>
            <a:rPr lang="en-US" dirty="0"/>
            <a:t> </a:t>
          </a:r>
        </a:p>
      </dgm:t>
    </dgm:pt>
    <dgm:pt modelId="{1ECA4ED2-63DD-48FC-85AD-CB2FD766B8DE}" type="parTrans" cxnId="{40B29540-7669-46F7-9422-25527D137C2B}">
      <dgm:prSet/>
      <dgm:spPr/>
      <dgm:t>
        <a:bodyPr/>
        <a:lstStyle/>
        <a:p>
          <a:endParaRPr lang="en-US"/>
        </a:p>
      </dgm:t>
    </dgm:pt>
    <dgm:pt modelId="{A654750B-726E-4465-942F-D73362262AC9}" type="sibTrans" cxnId="{40B29540-7669-46F7-9422-25527D137C2B}">
      <dgm:prSet/>
      <dgm:spPr/>
      <dgm:t>
        <a:bodyPr/>
        <a:lstStyle/>
        <a:p>
          <a:endParaRPr lang="en-US"/>
        </a:p>
      </dgm:t>
    </dgm:pt>
    <dgm:pt modelId="{822B3EDF-A5DF-4277-9D87-8A3533F3ECB0}">
      <dgm:prSet phldrT="[Text]"/>
      <dgm:spPr>
        <a:blipFill rotWithShape="0">
          <a:blip xmlns:r="http://schemas.openxmlformats.org/officeDocument/2006/relationships" r:embed="rId3"/>
          <a:srcRect/>
          <a:stretch>
            <a:fillRect l="-3000" r="-3000"/>
          </a:stretch>
        </a:blipFill>
      </dgm:spPr>
      <dgm:t>
        <a:bodyPr/>
        <a:lstStyle/>
        <a:p>
          <a:r>
            <a:rPr lang="en-US" dirty="0"/>
            <a:t> </a:t>
          </a:r>
        </a:p>
      </dgm:t>
    </dgm:pt>
    <dgm:pt modelId="{2C4887B1-CACA-4D59-AEA0-87A9D1323393}" type="parTrans" cxnId="{65742513-EA56-4AC3-A013-20FF55F8EF88}">
      <dgm:prSet/>
      <dgm:spPr/>
      <dgm:t>
        <a:bodyPr/>
        <a:lstStyle/>
        <a:p>
          <a:endParaRPr lang="en-US"/>
        </a:p>
      </dgm:t>
    </dgm:pt>
    <dgm:pt modelId="{542F032B-0A49-4DEB-8845-AC2A4466FEF3}" type="sibTrans" cxnId="{65742513-EA56-4AC3-A013-20FF55F8EF88}">
      <dgm:prSet/>
      <dgm:spPr/>
      <dgm:t>
        <a:bodyPr/>
        <a:lstStyle/>
        <a:p>
          <a:endParaRPr lang="en-US"/>
        </a:p>
      </dgm:t>
    </dgm:pt>
    <dgm:pt modelId="{8076D081-17A1-4B15-AF64-E3A57BF01398}" type="pres">
      <dgm:prSet presAssocID="{7F3E6504-0572-44B1-9708-1E6D8552E44E}" presName="Name0" presStyleCnt="0">
        <dgm:presLayoutVars>
          <dgm:dir/>
          <dgm:resizeHandles val="exact"/>
        </dgm:presLayoutVars>
      </dgm:prSet>
      <dgm:spPr/>
    </dgm:pt>
    <dgm:pt modelId="{992DB223-6C4B-45F9-9EFC-F3D05DD22907}" type="pres">
      <dgm:prSet presAssocID="{B06C10F8-4F09-4451-8F8D-809E0E7F3E12}" presName="node" presStyleLbl="node1" presStyleIdx="0" presStyleCnt="3" custScaleY="179542">
        <dgm:presLayoutVars>
          <dgm:bulletEnabled val="1"/>
        </dgm:presLayoutVars>
      </dgm:prSet>
      <dgm:spPr/>
    </dgm:pt>
    <dgm:pt modelId="{73CB6F09-0BC7-4BCE-BC4E-D6526D64DE29}" type="pres">
      <dgm:prSet presAssocID="{D6D97FE6-1109-4361-A66B-BAF9BE008C09}" presName="sibTrans" presStyleLbl="sibTrans2D1" presStyleIdx="0" presStyleCnt="3"/>
      <dgm:spPr/>
    </dgm:pt>
    <dgm:pt modelId="{85DE6108-7F5F-4779-848C-27BF2FC83C16}" type="pres">
      <dgm:prSet presAssocID="{D6D97FE6-1109-4361-A66B-BAF9BE008C09}" presName="connectorText" presStyleLbl="sibTrans2D1" presStyleIdx="0" presStyleCnt="3"/>
      <dgm:spPr/>
    </dgm:pt>
    <dgm:pt modelId="{3112D08D-5E26-420C-9012-93156B765772}" type="pres">
      <dgm:prSet presAssocID="{FA73AEDD-88F2-48E1-AEC3-3250648F8795}" presName="node" presStyleLbl="node1" presStyleIdx="1" presStyleCnt="3" custScaleY="188937">
        <dgm:presLayoutVars>
          <dgm:bulletEnabled val="1"/>
        </dgm:presLayoutVars>
      </dgm:prSet>
      <dgm:spPr/>
    </dgm:pt>
    <dgm:pt modelId="{966D7D65-0909-4D05-8FB4-5D244A791482}" type="pres">
      <dgm:prSet presAssocID="{A654750B-726E-4465-942F-D73362262AC9}" presName="sibTrans" presStyleLbl="sibTrans2D1" presStyleIdx="1" presStyleCnt="3"/>
      <dgm:spPr/>
    </dgm:pt>
    <dgm:pt modelId="{A1D15CC6-E798-4B96-90C3-1D9C462B2E51}" type="pres">
      <dgm:prSet presAssocID="{A654750B-726E-4465-942F-D73362262AC9}" presName="connectorText" presStyleLbl="sibTrans2D1" presStyleIdx="1" presStyleCnt="3"/>
      <dgm:spPr/>
    </dgm:pt>
    <dgm:pt modelId="{8A00EA9C-C5E6-44F5-B80D-1070AADCC929}" type="pres">
      <dgm:prSet presAssocID="{822B3EDF-A5DF-4277-9D87-8A3533F3ECB0}" presName="node" presStyleLbl="node1" presStyleIdx="2" presStyleCnt="3" custScaleY="154936">
        <dgm:presLayoutVars>
          <dgm:bulletEnabled val="1"/>
        </dgm:presLayoutVars>
      </dgm:prSet>
      <dgm:spPr/>
    </dgm:pt>
    <dgm:pt modelId="{FBC03B4B-BFC5-4A5A-9EDD-F37C651451E1}" type="pres">
      <dgm:prSet presAssocID="{542F032B-0A49-4DEB-8845-AC2A4466FEF3}" presName="sibTrans" presStyleLbl="sibTrans2D1" presStyleIdx="2" presStyleCnt="3"/>
      <dgm:spPr/>
    </dgm:pt>
    <dgm:pt modelId="{4222434A-360C-47FD-B7E2-78063CC6D236}" type="pres">
      <dgm:prSet presAssocID="{542F032B-0A49-4DEB-8845-AC2A4466FEF3}" presName="connectorText" presStyleLbl="sibTrans2D1" presStyleIdx="2" presStyleCnt="3"/>
      <dgm:spPr/>
    </dgm:pt>
  </dgm:ptLst>
  <dgm:cxnLst>
    <dgm:cxn modelId="{C0CE5A07-038D-40D8-9111-71E166ED726D}" type="presOf" srcId="{822B3EDF-A5DF-4277-9D87-8A3533F3ECB0}" destId="{8A00EA9C-C5E6-44F5-B80D-1070AADCC929}" srcOrd="0" destOrd="0" presId="urn:microsoft.com/office/officeart/2005/8/layout/cycle7"/>
    <dgm:cxn modelId="{65742513-EA56-4AC3-A013-20FF55F8EF88}" srcId="{7F3E6504-0572-44B1-9708-1E6D8552E44E}" destId="{822B3EDF-A5DF-4277-9D87-8A3533F3ECB0}" srcOrd="2" destOrd="0" parTransId="{2C4887B1-CACA-4D59-AEA0-87A9D1323393}" sibTransId="{542F032B-0A49-4DEB-8845-AC2A4466FEF3}"/>
    <dgm:cxn modelId="{40B29540-7669-46F7-9422-25527D137C2B}" srcId="{7F3E6504-0572-44B1-9708-1E6D8552E44E}" destId="{FA73AEDD-88F2-48E1-AEC3-3250648F8795}" srcOrd="1" destOrd="0" parTransId="{1ECA4ED2-63DD-48FC-85AD-CB2FD766B8DE}" sibTransId="{A654750B-726E-4465-942F-D73362262AC9}"/>
    <dgm:cxn modelId="{694EB25C-28FA-4779-BFC8-890609D3B624}" type="presOf" srcId="{B06C10F8-4F09-4451-8F8D-809E0E7F3E12}" destId="{992DB223-6C4B-45F9-9EFC-F3D05DD22907}" srcOrd="0" destOrd="0" presId="urn:microsoft.com/office/officeart/2005/8/layout/cycle7"/>
    <dgm:cxn modelId="{B0C86A66-6395-4245-84B8-25D26A8F7923}" srcId="{7F3E6504-0572-44B1-9708-1E6D8552E44E}" destId="{B06C10F8-4F09-4451-8F8D-809E0E7F3E12}" srcOrd="0" destOrd="0" parTransId="{C404C00C-84B3-493C-AB29-AAD3C6C09A7D}" sibTransId="{D6D97FE6-1109-4361-A66B-BAF9BE008C09}"/>
    <dgm:cxn modelId="{7970DD68-8BCE-482E-8AB7-56DF6F76EEF1}" type="presOf" srcId="{D6D97FE6-1109-4361-A66B-BAF9BE008C09}" destId="{85DE6108-7F5F-4779-848C-27BF2FC83C16}" srcOrd="1" destOrd="0" presId="urn:microsoft.com/office/officeart/2005/8/layout/cycle7"/>
    <dgm:cxn modelId="{15C97C7F-D24A-405F-B5EA-3440A530D45B}" type="presOf" srcId="{542F032B-0A49-4DEB-8845-AC2A4466FEF3}" destId="{4222434A-360C-47FD-B7E2-78063CC6D236}" srcOrd="1" destOrd="0" presId="urn:microsoft.com/office/officeart/2005/8/layout/cycle7"/>
    <dgm:cxn modelId="{2EA925B1-F5B9-4061-A0C1-AC0119C685A5}" type="presOf" srcId="{542F032B-0A49-4DEB-8845-AC2A4466FEF3}" destId="{FBC03B4B-BFC5-4A5A-9EDD-F37C651451E1}" srcOrd="0" destOrd="0" presId="urn:microsoft.com/office/officeart/2005/8/layout/cycle7"/>
    <dgm:cxn modelId="{E23A93D7-BD1C-4344-A64B-DFB8D3DCCF45}" type="presOf" srcId="{A654750B-726E-4465-942F-D73362262AC9}" destId="{966D7D65-0909-4D05-8FB4-5D244A791482}" srcOrd="0" destOrd="0" presId="urn:microsoft.com/office/officeart/2005/8/layout/cycle7"/>
    <dgm:cxn modelId="{C549C2E7-758F-4D9E-BE63-4ADE9ABC0306}" type="presOf" srcId="{A654750B-726E-4465-942F-D73362262AC9}" destId="{A1D15CC6-E798-4B96-90C3-1D9C462B2E51}" srcOrd="1" destOrd="0" presId="urn:microsoft.com/office/officeart/2005/8/layout/cycle7"/>
    <dgm:cxn modelId="{72A648E9-B72C-4598-A086-E9D42D7EF8CD}" type="presOf" srcId="{FA73AEDD-88F2-48E1-AEC3-3250648F8795}" destId="{3112D08D-5E26-420C-9012-93156B765772}" srcOrd="0" destOrd="0" presId="urn:microsoft.com/office/officeart/2005/8/layout/cycle7"/>
    <dgm:cxn modelId="{A90C26EF-114D-485E-96A0-B6E91E6D1C28}" type="presOf" srcId="{7F3E6504-0572-44B1-9708-1E6D8552E44E}" destId="{8076D081-17A1-4B15-AF64-E3A57BF01398}" srcOrd="0" destOrd="0" presId="urn:microsoft.com/office/officeart/2005/8/layout/cycle7"/>
    <dgm:cxn modelId="{0BE38AF4-E08E-4973-9883-B3CD3CFF1691}" type="presOf" srcId="{D6D97FE6-1109-4361-A66B-BAF9BE008C09}" destId="{73CB6F09-0BC7-4BCE-BC4E-D6526D64DE29}" srcOrd="0" destOrd="0" presId="urn:microsoft.com/office/officeart/2005/8/layout/cycle7"/>
    <dgm:cxn modelId="{CA009231-DDF7-4512-9320-32422DF2207C}" type="presParOf" srcId="{8076D081-17A1-4B15-AF64-E3A57BF01398}" destId="{992DB223-6C4B-45F9-9EFC-F3D05DD22907}" srcOrd="0" destOrd="0" presId="urn:microsoft.com/office/officeart/2005/8/layout/cycle7"/>
    <dgm:cxn modelId="{F36EE762-8AD0-4B88-89F0-D3F860FF4CF0}" type="presParOf" srcId="{8076D081-17A1-4B15-AF64-E3A57BF01398}" destId="{73CB6F09-0BC7-4BCE-BC4E-D6526D64DE29}" srcOrd="1" destOrd="0" presId="urn:microsoft.com/office/officeart/2005/8/layout/cycle7"/>
    <dgm:cxn modelId="{770159FA-7ABC-4E8B-B92B-3CDB33FDEC96}" type="presParOf" srcId="{73CB6F09-0BC7-4BCE-BC4E-D6526D64DE29}" destId="{85DE6108-7F5F-4779-848C-27BF2FC83C16}" srcOrd="0" destOrd="0" presId="urn:microsoft.com/office/officeart/2005/8/layout/cycle7"/>
    <dgm:cxn modelId="{B7DFAD67-2136-43E4-B9AC-0AACBC7C3AFC}" type="presParOf" srcId="{8076D081-17A1-4B15-AF64-E3A57BF01398}" destId="{3112D08D-5E26-420C-9012-93156B765772}" srcOrd="2" destOrd="0" presId="urn:microsoft.com/office/officeart/2005/8/layout/cycle7"/>
    <dgm:cxn modelId="{5B4C91F7-C06B-46A2-BFB7-A3B2DA684384}" type="presParOf" srcId="{8076D081-17A1-4B15-AF64-E3A57BF01398}" destId="{966D7D65-0909-4D05-8FB4-5D244A791482}" srcOrd="3" destOrd="0" presId="urn:microsoft.com/office/officeart/2005/8/layout/cycle7"/>
    <dgm:cxn modelId="{9DF49FA6-FE4A-4EB1-BA8C-E0277B9629D2}" type="presParOf" srcId="{966D7D65-0909-4D05-8FB4-5D244A791482}" destId="{A1D15CC6-E798-4B96-90C3-1D9C462B2E51}" srcOrd="0" destOrd="0" presId="urn:microsoft.com/office/officeart/2005/8/layout/cycle7"/>
    <dgm:cxn modelId="{C3C3B169-0A5B-4D1A-A60A-124119CE36F6}" type="presParOf" srcId="{8076D081-17A1-4B15-AF64-E3A57BF01398}" destId="{8A00EA9C-C5E6-44F5-B80D-1070AADCC929}" srcOrd="4" destOrd="0" presId="urn:microsoft.com/office/officeart/2005/8/layout/cycle7"/>
    <dgm:cxn modelId="{3B13755C-8DEF-4AA7-A45E-68765E8186E8}" type="presParOf" srcId="{8076D081-17A1-4B15-AF64-E3A57BF01398}" destId="{FBC03B4B-BFC5-4A5A-9EDD-F37C651451E1}" srcOrd="5" destOrd="0" presId="urn:microsoft.com/office/officeart/2005/8/layout/cycle7"/>
    <dgm:cxn modelId="{865DAD63-56F5-41B1-8CBB-5C0F55641F7E}" type="presParOf" srcId="{FBC03B4B-BFC5-4A5A-9EDD-F37C651451E1}" destId="{4222434A-360C-47FD-B7E2-78063CC6D236}"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B700AF0-0CA0-458D-923D-FC0E89F77EC8}" type="doc">
      <dgm:prSet loTypeId="urn:microsoft.com/office/officeart/2005/8/layout/vList6" loCatId="list" qsTypeId="urn:microsoft.com/office/officeart/2005/8/quickstyle/simple1" qsCatId="simple" csTypeId="urn:microsoft.com/office/officeart/2005/8/colors/accent4_2" csCatId="accent4" phldr="1"/>
      <dgm:spPr/>
      <dgm:t>
        <a:bodyPr/>
        <a:lstStyle/>
        <a:p>
          <a:endParaRPr lang="en-US"/>
        </a:p>
      </dgm:t>
    </dgm:pt>
    <dgm:pt modelId="{BFB78310-7370-46F8-A397-827C84675A8C}">
      <dgm:prSet phldrT="[Text]"/>
      <dgm:spPr>
        <a:blipFill rotWithShape="0">
          <a:blip xmlns:r="http://schemas.openxmlformats.org/officeDocument/2006/relationships" r:embed="rId1"/>
          <a:srcRect/>
          <a:stretch>
            <a:fillRect l="-1000" r="-1000"/>
          </a:stretch>
        </a:blipFill>
      </dgm:spPr>
      <dgm:t>
        <a:bodyPr/>
        <a:lstStyle/>
        <a:p>
          <a:r>
            <a:rPr lang="en-US" dirty="0"/>
            <a:t> </a:t>
          </a:r>
        </a:p>
      </dgm:t>
    </dgm:pt>
    <dgm:pt modelId="{9893C591-14D4-4F2B-838C-6ECDFE678A89}" type="parTrans" cxnId="{E317045D-29BF-4B5B-86FB-EE893E5824F2}">
      <dgm:prSet/>
      <dgm:spPr/>
      <dgm:t>
        <a:bodyPr/>
        <a:lstStyle/>
        <a:p>
          <a:endParaRPr lang="en-US"/>
        </a:p>
      </dgm:t>
    </dgm:pt>
    <dgm:pt modelId="{1F3D6BC1-3099-4F3C-8230-176640C97968}" type="sibTrans" cxnId="{E317045D-29BF-4B5B-86FB-EE893E5824F2}">
      <dgm:prSet/>
      <dgm:spPr/>
      <dgm:t>
        <a:bodyPr/>
        <a:lstStyle/>
        <a:p>
          <a:endParaRPr lang="en-US"/>
        </a:p>
      </dgm:t>
    </dgm:pt>
    <dgm:pt modelId="{DB6FEE51-797F-4973-A12E-1FD02CB81685}">
      <dgm:prSet phldrT="[Text]" custT="1"/>
      <dgm:spPr/>
      <dgm:t>
        <a:bodyPr/>
        <a:lstStyle/>
        <a:p>
          <a:pPr>
            <a:buFont typeface="Arial" panose="020B0604020202020204" pitchFamily="34" charset="0"/>
            <a:buNone/>
          </a:pPr>
          <a:r>
            <a:rPr lang="en-US" sz="1600" dirty="0"/>
            <a:t>	</a:t>
          </a:r>
        </a:p>
      </dgm:t>
    </dgm:pt>
    <dgm:pt modelId="{C144CEAB-2EA4-4FB9-9B79-666E9606292F}" type="parTrans" cxnId="{1F9B33E2-5359-41CA-81DD-012ADDDDD696}">
      <dgm:prSet/>
      <dgm:spPr/>
      <dgm:t>
        <a:bodyPr/>
        <a:lstStyle/>
        <a:p>
          <a:endParaRPr lang="en-US"/>
        </a:p>
      </dgm:t>
    </dgm:pt>
    <dgm:pt modelId="{86B5C326-387D-47BA-8013-785A57CCF3BC}" type="sibTrans" cxnId="{1F9B33E2-5359-41CA-81DD-012ADDDDD696}">
      <dgm:prSet/>
      <dgm:spPr/>
      <dgm:t>
        <a:bodyPr/>
        <a:lstStyle/>
        <a:p>
          <a:endParaRPr lang="en-US"/>
        </a:p>
      </dgm:t>
    </dgm:pt>
    <dgm:pt modelId="{6CBC0B58-FE9F-411C-8B8E-4911E1F419C9}">
      <dgm:prSet phldrT="[Text]"/>
      <dgm:spPr>
        <a:blipFill rotWithShape="0">
          <a:blip xmlns:r="http://schemas.openxmlformats.org/officeDocument/2006/relationships" r:embed="rId2"/>
          <a:srcRect/>
          <a:stretch>
            <a:fillRect l="-3000" r="-3000"/>
          </a:stretch>
        </a:blipFill>
      </dgm:spPr>
      <dgm:t>
        <a:bodyPr/>
        <a:lstStyle/>
        <a:p>
          <a:r>
            <a:rPr lang="en-US" dirty="0"/>
            <a:t> </a:t>
          </a:r>
        </a:p>
      </dgm:t>
    </dgm:pt>
    <dgm:pt modelId="{9FC8E857-FC93-4329-AB02-BB335739EDB9}" type="parTrans" cxnId="{77D90CA9-E297-4813-B8E7-AE8763D9F2C2}">
      <dgm:prSet/>
      <dgm:spPr/>
      <dgm:t>
        <a:bodyPr/>
        <a:lstStyle/>
        <a:p>
          <a:endParaRPr lang="en-US"/>
        </a:p>
      </dgm:t>
    </dgm:pt>
    <dgm:pt modelId="{5153CF4D-F362-4692-AE32-4B574E5AAC0F}" type="sibTrans" cxnId="{77D90CA9-E297-4813-B8E7-AE8763D9F2C2}">
      <dgm:prSet/>
      <dgm:spPr/>
      <dgm:t>
        <a:bodyPr/>
        <a:lstStyle/>
        <a:p>
          <a:endParaRPr lang="en-US"/>
        </a:p>
      </dgm:t>
    </dgm:pt>
    <dgm:pt modelId="{099A7523-D48F-4EDF-9C84-AC0A78ED36FA}">
      <dgm:prSet phldrT="[Text]" custT="1"/>
      <dgm:spPr/>
      <dgm:t>
        <a:bodyPr/>
        <a:lstStyle/>
        <a:p>
          <a:pPr>
            <a:buFont typeface="Arial" panose="020B0604020202020204" pitchFamily="34" charset="0"/>
            <a:buNone/>
          </a:pPr>
          <a:r>
            <a:rPr lang="en-US" sz="1600" dirty="0"/>
            <a:t>	</a:t>
          </a:r>
        </a:p>
      </dgm:t>
    </dgm:pt>
    <dgm:pt modelId="{DD24ED26-B0FA-4BCF-B3F8-716B999FBD16}" type="parTrans" cxnId="{35233F3C-2D72-45B9-A0BD-81176AADD3ED}">
      <dgm:prSet/>
      <dgm:spPr/>
      <dgm:t>
        <a:bodyPr/>
        <a:lstStyle/>
        <a:p>
          <a:endParaRPr lang="en-US"/>
        </a:p>
      </dgm:t>
    </dgm:pt>
    <dgm:pt modelId="{6181A931-811B-4F6E-B099-E11137118365}" type="sibTrans" cxnId="{35233F3C-2D72-45B9-A0BD-81176AADD3ED}">
      <dgm:prSet/>
      <dgm:spPr/>
      <dgm:t>
        <a:bodyPr/>
        <a:lstStyle/>
        <a:p>
          <a:endParaRPr lang="en-US"/>
        </a:p>
      </dgm:t>
    </dgm:pt>
    <dgm:pt modelId="{346FE543-A49B-493B-862F-8EEF0EF5FF7F}">
      <dgm:prSet phldrT="[Text]"/>
      <dgm:spPr>
        <a:blipFill rotWithShape="0">
          <a:blip xmlns:r="http://schemas.openxmlformats.org/officeDocument/2006/relationships" r:embed="rId3"/>
          <a:srcRect/>
          <a:stretch>
            <a:fillRect t="-27000" b="-27000"/>
          </a:stretch>
        </a:blipFill>
      </dgm:spPr>
      <dgm:t>
        <a:bodyPr/>
        <a:lstStyle/>
        <a:p>
          <a:r>
            <a:rPr lang="en-US" dirty="0"/>
            <a:t> </a:t>
          </a:r>
        </a:p>
      </dgm:t>
    </dgm:pt>
    <dgm:pt modelId="{643FDD61-587F-429E-8709-4AABA3BA6CA4}" type="parTrans" cxnId="{A5ABF464-8FA9-462E-BFF3-D95B4E98EEA5}">
      <dgm:prSet/>
      <dgm:spPr/>
      <dgm:t>
        <a:bodyPr/>
        <a:lstStyle/>
        <a:p>
          <a:endParaRPr lang="en-US"/>
        </a:p>
      </dgm:t>
    </dgm:pt>
    <dgm:pt modelId="{EB3C4D91-6ECB-4882-87CE-0D277CDC674E}" type="sibTrans" cxnId="{A5ABF464-8FA9-462E-BFF3-D95B4E98EEA5}">
      <dgm:prSet/>
      <dgm:spPr/>
      <dgm:t>
        <a:bodyPr/>
        <a:lstStyle/>
        <a:p>
          <a:endParaRPr lang="en-US"/>
        </a:p>
      </dgm:t>
    </dgm:pt>
    <dgm:pt modelId="{6216D6CD-91AB-49DC-A268-989BCCA843A5}">
      <dgm:prSet phldrT="[Text]" custT="1"/>
      <dgm:spPr/>
      <dgm:t>
        <a:bodyPr/>
        <a:lstStyle/>
        <a:p>
          <a:pPr>
            <a:buNone/>
          </a:pPr>
          <a:r>
            <a:rPr lang="en-US" sz="1600" dirty="0"/>
            <a:t>   Certify specific fields on specific tables, inspect what you expect</a:t>
          </a:r>
        </a:p>
      </dgm:t>
    </dgm:pt>
    <dgm:pt modelId="{163358E9-B357-4A41-A141-8B6A70C67D59}" type="parTrans" cxnId="{4D222A6A-7CCA-4DFB-8EC2-FC30A8E84C02}">
      <dgm:prSet/>
      <dgm:spPr/>
      <dgm:t>
        <a:bodyPr/>
        <a:lstStyle/>
        <a:p>
          <a:endParaRPr lang="en-US"/>
        </a:p>
      </dgm:t>
    </dgm:pt>
    <dgm:pt modelId="{A8B40FB4-086D-4FF9-AB7B-C872F6929B82}" type="sibTrans" cxnId="{4D222A6A-7CCA-4DFB-8EC2-FC30A8E84C02}">
      <dgm:prSet/>
      <dgm:spPr/>
      <dgm:t>
        <a:bodyPr/>
        <a:lstStyle/>
        <a:p>
          <a:endParaRPr lang="en-US"/>
        </a:p>
      </dgm:t>
    </dgm:pt>
    <dgm:pt modelId="{DCE16DFE-E90D-43E7-A051-42FD215E35C2}">
      <dgm:prSet custT="1"/>
      <dgm:spPr/>
      <dgm:t>
        <a:bodyPr/>
        <a:lstStyle/>
        <a:p>
          <a:endParaRPr lang="en-US" sz="1600" dirty="0">
            <a:solidFill>
              <a:schemeClr val="accent6"/>
            </a:solidFill>
          </a:endParaRPr>
        </a:p>
      </dgm:t>
    </dgm:pt>
    <dgm:pt modelId="{4A60736E-ECFE-4DC1-837E-BD06E9EC12D5}" type="parTrans" cxnId="{F0A52676-158D-41A1-80CC-75AA7A2A8D65}">
      <dgm:prSet/>
      <dgm:spPr/>
      <dgm:t>
        <a:bodyPr/>
        <a:lstStyle/>
        <a:p>
          <a:endParaRPr lang="en-US"/>
        </a:p>
      </dgm:t>
    </dgm:pt>
    <dgm:pt modelId="{BE2F2D0A-3D68-411C-BA84-0261EB1BA5FC}" type="sibTrans" cxnId="{F0A52676-158D-41A1-80CC-75AA7A2A8D65}">
      <dgm:prSet/>
      <dgm:spPr/>
      <dgm:t>
        <a:bodyPr/>
        <a:lstStyle/>
        <a:p>
          <a:endParaRPr lang="en-US"/>
        </a:p>
      </dgm:t>
    </dgm:pt>
    <dgm:pt modelId="{951D7715-0478-4498-B208-9AE5C123F70B}">
      <dgm:prSet phldrT="[Text]" custT="1"/>
      <dgm:spPr/>
      <dgm:t>
        <a:bodyPr/>
        <a:lstStyle/>
        <a:p>
          <a:pPr>
            <a:buFont typeface="Arial" panose="020B0604020202020204" pitchFamily="34" charset="0"/>
            <a:buNone/>
          </a:pPr>
          <a:r>
            <a:rPr lang="en-US" sz="1600" dirty="0"/>
            <a:t>   Regulatory or procedure reason requires a check for accuracy and certification</a:t>
          </a:r>
        </a:p>
      </dgm:t>
    </dgm:pt>
    <dgm:pt modelId="{962EA39A-6DE2-41FA-ADD4-DA4D7CC7C40C}" type="parTrans" cxnId="{C392B606-6102-4AF8-8F1D-F35E90470A8F}">
      <dgm:prSet/>
      <dgm:spPr/>
      <dgm:t>
        <a:bodyPr/>
        <a:lstStyle/>
        <a:p>
          <a:endParaRPr lang="en-US"/>
        </a:p>
      </dgm:t>
    </dgm:pt>
    <dgm:pt modelId="{AEF248B1-30B1-41B3-91D3-AE8255794E54}" type="sibTrans" cxnId="{C392B606-6102-4AF8-8F1D-F35E90470A8F}">
      <dgm:prSet/>
      <dgm:spPr/>
      <dgm:t>
        <a:bodyPr/>
        <a:lstStyle/>
        <a:p>
          <a:endParaRPr lang="en-US"/>
        </a:p>
      </dgm:t>
    </dgm:pt>
    <dgm:pt modelId="{B814D659-6BF2-43CA-90F2-071140CDA226}">
      <dgm:prSet phldrT="[Text]" custT="1"/>
      <dgm:spPr/>
      <dgm:t>
        <a:bodyPr/>
        <a:lstStyle/>
        <a:p>
          <a:pPr>
            <a:buFont typeface="Arial" panose="020B0604020202020204" pitchFamily="34" charset="0"/>
            <a:buNone/>
          </a:pPr>
          <a:r>
            <a:rPr lang="en-US" sz="1600" dirty="0"/>
            <a:t>   Consumers of the data, for instance a service desk or support team member can trust they are using accurate information</a:t>
          </a:r>
        </a:p>
      </dgm:t>
    </dgm:pt>
    <dgm:pt modelId="{2D586211-D468-44F0-A9BF-C7D148B91BED}" type="parTrans" cxnId="{51C7F6C4-0402-4811-8EB0-8A79D0B030FF}">
      <dgm:prSet/>
      <dgm:spPr/>
      <dgm:t>
        <a:bodyPr/>
        <a:lstStyle/>
        <a:p>
          <a:endParaRPr lang="en-US"/>
        </a:p>
      </dgm:t>
    </dgm:pt>
    <dgm:pt modelId="{D35AF54D-AEBF-433B-835D-753A21F9ED9F}" type="sibTrans" cxnId="{51C7F6C4-0402-4811-8EB0-8A79D0B030FF}">
      <dgm:prSet/>
      <dgm:spPr/>
      <dgm:t>
        <a:bodyPr/>
        <a:lstStyle/>
        <a:p>
          <a:endParaRPr lang="en-US"/>
        </a:p>
      </dgm:t>
    </dgm:pt>
    <dgm:pt modelId="{0F0BEC6C-2279-4318-8CEB-95596837FA45}">
      <dgm:prSet phldrT="[Text]" custT="1"/>
      <dgm:spPr/>
      <dgm:t>
        <a:bodyPr/>
        <a:lstStyle/>
        <a:p>
          <a:pPr>
            <a:buNone/>
          </a:pPr>
          <a:endParaRPr lang="en-US" sz="1600" dirty="0"/>
        </a:p>
      </dgm:t>
    </dgm:pt>
    <dgm:pt modelId="{A3908BFC-E995-4CE8-84D7-4BBB1EF60F28}" type="parTrans" cxnId="{A23335FD-E4F2-4BAB-B2BF-6B5E631625F1}">
      <dgm:prSet/>
      <dgm:spPr/>
      <dgm:t>
        <a:bodyPr/>
        <a:lstStyle/>
        <a:p>
          <a:endParaRPr lang="en-US"/>
        </a:p>
      </dgm:t>
    </dgm:pt>
    <dgm:pt modelId="{79BD6D2E-0360-476E-ACD4-837B33864FFD}" type="sibTrans" cxnId="{A23335FD-E4F2-4BAB-B2BF-6B5E631625F1}">
      <dgm:prSet/>
      <dgm:spPr/>
      <dgm:t>
        <a:bodyPr/>
        <a:lstStyle/>
        <a:p>
          <a:endParaRPr lang="en-US"/>
        </a:p>
      </dgm:t>
    </dgm:pt>
    <dgm:pt modelId="{D33188A6-69FA-4A1C-8E81-1341F57D1CD7}" type="pres">
      <dgm:prSet presAssocID="{3B700AF0-0CA0-458D-923D-FC0E89F77EC8}" presName="Name0" presStyleCnt="0">
        <dgm:presLayoutVars>
          <dgm:dir/>
          <dgm:animLvl val="lvl"/>
          <dgm:resizeHandles/>
        </dgm:presLayoutVars>
      </dgm:prSet>
      <dgm:spPr/>
    </dgm:pt>
    <dgm:pt modelId="{E581704E-BD36-4185-86F7-CBCBFF289987}" type="pres">
      <dgm:prSet presAssocID="{BFB78310-7370-46F8-A397-827C84675A8C}" presName="linNode" presStyleCnt="0"/>
      <dgm:spPr/>
    </dgm:pt>
    <dgm:pt modelId="{33A0023B-F966-4F9A-8BA5-364AD5F1712D}" type="pres">
      <dgm:prSet presAssocID="{BFB78310-7370-46F8-A397-827C84675A8C}" presName="parentShp" presStyleLbl="node1" presStyleIdx="0" presStyleCnt="3">
        <dgm:presLayoutVars>
          <dgm:bulletEnabled val="1"/>
        </dgm:presLayoutVars>
      </dgm:prSet>
      <dgm:spPr/>
    </dgm:pt>
    <dgm:pt modelId="{633B588D-78AF-452F-8C45-3A841C207A30}" type="pres">
      <dgm:prSet presAssocID="{BFB78310-7370-46F8-A397-827C84675A8C}" presName="childShp" presStyleLbl="bgAccFollowNode1" presStyleIdx="0" presStyleCnt="3" custScaleX="166667" custScaleY="95893">
        <dgm:presLayoutVars>
          <dgm:bulletEnabled val="1"/>
        </dgm:presLayoutVars>
      </dgm:prSet>
      <dgm:spPr/>
    </dgm:pt>
    <dgm:pt modelId="{847E8867-06AF-495F-B318-517513F63CC4}" type="pres">
      <dgm:prSet presAssocID="{1F3D6BC1-3099-4F3C-8230-176640C97968}" presName="spacing" presStyleCnt="0"/>
      <dgm:spPr/>
    </dgm:pt>
    <dgm:pt modelId="{D8B4CF05-F765-44D8-9A17-D645DD07F151}" type="pres">
      <dgm:prSet presAssocID="{6CBC0B58-FE9F-411C-8B8E-4911E1F419C9}" presName="linNode" presStyleCnt="0"/>
      <dgm:spPr/>
    </dgm:pt>
    <dgm:pt modelId="{D5A9879F-A7F7-4885-8599-56969A096845}" type="pres">
      <dgm:prSet presAssocID="{6CBC0B58-FE9F-411C-8B8E-4911E1F419C9}" presName="parentShp" presStyleLbl="node1" presStyleIdx="1" presStyleCnt="3">
        <dgm:presLayoutVars>
          <dgm:bulletEnabled val="1"/>
        </dgm:presLayoutVars>
      </dgm:prSet>
      <dgm:spPr/>
    </dgm:pt>
    <dgm:pt modelId="{644EEED7-0273-4084-948F-89B43E9EE78F}" type="pres">
      <dgm:prSet presAssocID="{6CBC0B58-FE9F-411C-8B8E-4911E1F419C9}" presName="childShp" presStyleLbl="bgAccFollowNode1" presStyleIdx="1" presStyleCnt="3" custScaleX="163388">
        <dgm:presLayoutVars>
          <dgm:bulletEnabled val="1"/>
        </dgm:presLayoutVars>
      </dgm:prSet>
      <dgm:spPr/>
    </dgm:pt>
    <dgm:pt modelId="{35F63EAC-9105-4CC6-8711-3E7925DCE210}" type="pres">
      <dgm:prSet presAssocID="{5153CF4D-F362-4692-AE32-4B574E5AAC0F}" presName="spacing" presStyleCnt="0"/>
      <dgm:spPr/>
    </dgm:pt>
    <dgm:pt modelId="{8B7EF90F-39A9-4819-AB15-8D354C22EE02}" type="pres">
      <dgm:prSet presAssocID="{346FE543-A49B-493B-862F-8EEF0EF5FF7F}" presName="linNode" presStyleCnt="0"/>
      <dgm:spPr/>
    </dgm:pt>
    <dgm:pt modelId="{DA68BE01-35BE-4668-B267-45A0AC1E30F1}" type="pres">
      <dgm:prSet presAssocID="{346FE543-A49B-493B-862F-8EEF0EF5FF7F}" presName="parentShp" presStyleLbl="node1" presStyleIdx="2" presStyleCnt="3">
        <dgm:presLayoutVars>
          <dgm:bulletEnabled val="1"/>
        </dgm:presLayoutVars>
      </dgm:prSet>
      <dgm:spPr/>
    </dgm:pt>
    <dgm:pt modelId="{EEFB2D0C-665B-4EEC-9C23-80CFFBE993F1}" type="pres">
      <dgm:prSet presAssocID="{346FE543-A49B-493B-862F-8EEF0EF5FF7F}" presName="childShp" presStyleLbl="bgAccFollowNode1" presStyleIdx="2" presStyleCnt="3" custScaleX="165918">
        <dgm:presLayoutVars>
          <dgm:bulletEnabled val="1"/>
        </dgm:presLayoutVars>
      </dgm:prSet>
      <dgm:spPr/>
    </dgm:pt>
  </dgm:ptLst>
  <dgm:cxnLst>
    <dgm:cxn modelId="{C392B606-6102-4AF8-8F1D-F35E90470A8F}" srcId="{DB6FEE51-797F-4973-A12E-1FD02CB81685}" destId="{951D7715-0478-4498-B208-9AE5C123F70B}" srcOrd="0" destOrd="0" parTransId="{962EA39A-6DE2-41FA-ADD4-DA4D7CC7C40C}" sibTransId="{AEF248B1-30B1-41B3-91D3-AE8255794E54}"/>
    <dgm:cxn modelId="{45B51C0B-CDC9-4B40-AB77-06C77B50BF25}" type="presOf" srcId="{346FE543-A49B-493B-862F-8EEF0EF5FF7F}" destId="{DA68BE01-35BE-4668-B267-45A0AC1E30F1}" srcOrd="0" destOrd="0" presId="urn:microsoft.com/office/officeart/2005/8/layout/vList6"/>
    <dgm:cxn modelId="{74E9BA20-496B-4864-B492-5D354547D123}" type="presOf" srcId="{DB6FEE51-797F-4973-A12E-1FD02CB81685}" destId="{633B588D-78AF-452F-8C45-3A841C207A30}" srcOrd="0" destOrd="0" presId="urn:microsoft.com/office/officeart/2005/8/layout/vList6"/>
    <dgm:cxn modelId="{82141239-F984-4DC7-AB0C-3DAE7031B724}" type="presOf" srcId="{3B700AF0-0CA0-458D-923D-FC0E89F77EC8}" destId="{D33188A6-69FA-4A1C-8E81-1341F57D1CD7}" srcOrd="0" destOrd="0" presId="urn:microsoft.com/office/officeart/2005/8/layout/vList6"/>
    <dgm:cxn modelId="{8ED3923A-3CA6-44AB-85F9-8988C05706EE}" type="presOf" srcId="{B814D659-6BF2-43CA-90F2-071140CDA226}" destId="{644EEED7-0273-4084-948F-89B43E9EE78F}" srcOrd="0" destOrd="1" presId="urn:microsoft.com/office/officeart/2005/8/layout/vList6"/>
    <dgm:cxn modelId="{35233F3C-2D72-45B9-A0BD-81176AADD3ED}" srcId="{6CBC0B58-FE9F-411C-8B8E-4911E1F419C9}" destId="{099A7523-D48F-4EDF-9C84-AC0A78ED36FA}" srcOrd="0" destOrd="0" parTransId="{DD24ED26-B0FA-4BCF-B3F8-716B999FBD16}" sibTransId="{6181A931-811B-4F6E-B099-E11137118365}"/>
    <dgm:cxn modelId="{E317045D-29BF-4B5B-86FB-EE893E5824F2}" srcId="{3B700AF0-0CA0-458D-923D-FC0E89F77EC8}" destId="{BFB78310-7370-46F8-A397-827C84675A8C}" srcOrd="0" destOrd="0" parTransId="{9893C591-14D4-4F2B-838C-6ECDFE678A89}" sibTransId="{1F3D6BC1-3099-4F3C-8230-176640C97968}"/>
    <dgm:cxn modelId="{A5ABF464-8FA9-462E-BFF3-D95B4E98EEA5}" srcId="{3B700AF0-0CA0-458D-923D-FC0E89F77EC8}" destId="{346FE543-A49B-493B-862F-8EEF0EF5FF7F}" srcOrd="2" destOrd="0" parTransId="{643FDD61-587F-429E-8709-4AABA3BA6CA4}" sibTransId="{EB3C4D91-6ECB-4882-87CE-0D277CDC674E}"/>
    <dgm:cxn modelId="{4D222A6A-7CCA-4DFB-8EC2-FC30A8E84C02}" srcId="{0F0BEC6C-2279-4318-8CEB-95596837FA45}" destId="{6216D6CD-91AB-49DC-A268-989BCCA843A5}" srcOrd="0" destOrd="0" parTransId="{163358E9-B357-4A41-A141-8B6A70C67D59}" sibTransId="{A8B40FB4-086D-4FF9-AB7B-C872F6929B82}"/>
    <dgm:cxn modelId="{538D154B-1DF7-4738-AA95-3DFDDDB1D990}" type="presOf" srcId="{BFB78310-7370-46F8-A397-827C84675A8C}" destId="{33A0023B-F966-4F9A-8BA5-364AD5F1712D}" srcOrd="0" destOrd="0" presId="urn:microsoft.com/office/officeart/2005/8/layout/vList6"/>
    <dgm:cxn modelId="{F0A52676-158D-41A1-80CC-75AA7A2A8D65}" srcId="{346FE543-A49B-493B-862F-8EEF0EF5FF7F}" destId="{DCE16DFE-E90D-43E7-A051-42FD215E35C2}" srcOrd="1" destOrd="0" parTransId="{4A60736E-ECFE-4DC1-837E-BD06E9EC12D5}" sibTransId="{BE2F2D0A-3D68-411C-BA84-0261EB1BA5FC}"/>
    <dgm:cxn modelId="{F888199B-2076-49B1-B67B-0082B2BB7C43}" type="presOf" srcId="{951D7715-0478-4498-B208-9AE5C123F70B}" destId="{633B588D-78AF-452F-8C45-3A841C207A30}" srcOrd="0" destOrd="1" presId="urn:microsoft.com/office/officeart/2005/8/layout/vList6"/>
    <dgm:cxn modelId="{B613E99C-8B94-4ADD-B3DC-4076599532C8}" type="presOf" srcId="{6216D6CD-91AB-49DC-A268-989BCCA843A5}" destId="{EEFB2D0C-665B-4EEC-9C23-80CFFBE993F1}" srcOrd="0" destOrd="1" presId="urn:microsoft.com/office/officeart/2005/8/layout/vList6"/>
    <dgm:cxn modelId="{77D90CA9-E297-4813-B8E7-AE8763D9F2C2}" srcId="{3B700AF0-0CA0-458D-923D-FC0E89F77EC8}" destId="{6CBC0B58-FE9F-411C-8B8E-4911E1F419C9}" srcOrd="1" destOrd="0" parTransId="{9FC8E857-FC93-4329-AB02-BB335739EDB9}" sibTransId="{5153CF4D-F362-4692-AE32-4B574E5AAC0F}"/>
    <dgm:cxn modelId="{51C7F6C4-0402-4811-8EB0-8A79D0B030FF}" srcId="{099A7523-D48F-4EDF-9C84-AC0A78ED36FA}" destId="{B814D659-6BF2-43CA-90F2-071140CDA226}" srcOrd="0" destOrd="0" parTransId="{2D586211-D468-44F0-A9BF-C7D148B91BED}" sibTransId="{D35AF54D-AEBF-433B-835D-753A21F9ED9F}"/>
    <dgm:cxn modelId="{686E1ED8-B83F-4D21-8C8C-C7F3021CA950}" type="presOf" srcId="{099A7523-D48F-4EDF-9C84-AC0A78ED36FA}" destId="{644EEED7-0273-4084-948F-89B43E9EE78F}" srcOrd="0" destOrd="0" presId="urn:microsoft.com/office/officeart/2005/8/layout/vList6"/>
    <dgm:cxn modelId="{C63390DD-7E92-4D03-B55B-13A88D18F48D}" type="presOf" srcId="{0F0BEC6C-2279-4318-8CEB-95596837FA45}" destId="{EEFB2D0C-665B-4EEC-9C23-80CFFBE993F1}" srcOrd="0" destOrd="0" presId="urn:microsoft.com/office/officeart/2005/8/layout/vList6"/>
    <dgm:cxn modelId="{1F9B33E2-5359-41CA-81DD-012ADDDDD696}" srcId="{BFB78310-7370-46F8-A397-827C84675A8C}" destId="{DB6FEE51-797F-4973-A12E-1FD02CB81685}" srcOrd="0" destOrd="0" parTransId="{C144CEAB-2EA4-4FB9-9B79-666E9606292F}" sibTransId="{86B5C326-387D-47BA-8013-785A57CCF3BC}"/>
    <dgm:cxn modelId="{2C9CBEFC-0417-4D31-8866-97D54C57B157}" type="presOf" srcId="{6CBC0B58-FE9F-411C-8B8E-4911E1F419C9}" destId="{D5A9879F-A7F7-4885-8599-56969A096845}" srcOrd="0" destOrd="0" presId="urn:microsoft.com/office/officeart/2005/8/layout/vList6"/>
    <dgm:cxn modelId="{A23335FD-E4F2-4BAB-B2BF-6B5E631625F1}" srcId="{346FE543-A49B-493B-862F-8EEF0EF5FF7F}" destId="{0F0BEC6C-2279-4318-8CEB-95596837FA45}" srcOrd="0" destOrd="0" parTransId="{A3908BFC-E995-4CE8-84D7-4BBB1EF60F28}" sibTransId="{79BD6D2E-0360-476E-ACD4-837B33864FFD}"/>
    <dgm:cxn modelId="{5AF3F8FD-4E42-45C3-9F35-C2ECD445D3BA}" type="presOf" srcId="{DCE16DFE-E90D-43E7-A051-42FD215E35C2}" destId="{EEFB2D0C-665B-4EEC-9C23-80CFFBE993F1}" srcOrd="0" destOrd="2" presId="urn:microsoft.com/office/officeart/2005/8/layout/vList6"/>
    <dgm:cxn modelId="{413C9300-5530-49EC-8E16-428EBF82EF6A}" type="presParOf" srcId="{D33188A6-69FA-4A1C-8E81-1341F57D1CD7}" destId="{E581704E-BD36-4185-86F7-CBCBFF289987}" srcOrd="0" destOrd="0" presId="urn:microsoft.com/office/officeart/2005/8/layout/vList6"/>
    <dgm:cxn modelId="{9FED922D-E88C-46E3-8BE9-07CB0837DA9F}" type="presParOf" srcId="{E581704E-BD36-4185-86F7-CBCBFF289987}" destId="{33A0023B-F966-4F9A-8BA5-364AD5F1712D}" srcOrd="0" destOrd="0" presId="urn:microsoft.com/office/officeart/2005/8/layout/vList6"/>
    <dgm:cxn modelId="{453169A6-32E0-4815-A4CD-BC3E03FE8E15}" type="presParOf" srcId="{E581704E-BD36-4185-86F7-CBCBFF289987}" destId="{633B588D-78AF-452F-8C45-3A841C207A30}" srcOrd="1" destOrd="0" presId="urn:microsoft.com/office/officeart/2005/8/layout/vList6"/>
    <dgm:cxn modelId="{467E23A6-3A30-4541-B11B-F5AC9AB3DE0A}" type="presParOf" srcId="{D33188A6-69FA-4A1C-8E81-1341F57D1CD7}" destId="{847E8867-06AF-495F-B318-517513F63CC4}" srcOrd="1" destOrd="0" presId="urn:microsoft.com/office/officeart/2005/8/layout/vList6"/>
    <dgm:cxn modelId="{1F50BBB1-8C30-45D5-966D-6739C37BCDFD}" type="presParOf" srcId="{D33188A6-69FA-4A1C-8E81-1341F57D1CD7}" destId="{D8B4CF05-F765-44D8-9A17-D645DD07F151}" srcOrd="2" destOrd="0" presId="urn:microsoft.com/office/officeart/2005/8/layout/vList6"/>
    <dgm:cxn modelId="{5639F479-0FB0-48BB-8CC8-F9D073F7235B}" type="presParOf" srcId="{D8B4CF05-F765-44D8-9A17-D645DD07F151}" destId="{D5A9879F-A7F7-4885-8599-56969A096845}" srcOrd="0" destOrd="0" presId="urn:microsoft.com/office/officeart/2005/8/layout/vList6"/>
    <dgm:cxn modelId="{4EFAEE29-0699-44C7-9A5B-09BB81574914}" type="presParOf" srcId="{D8B4CF05-F765-44D8-9A17-D645DD07F151}" destId="{644EEED7-0273-4084-948F-89B43E9EE78F}" srcOrd="1" destOrd="0" presId="urn:microsoft.com/office/officeart/2005/8/layout/vList6"/>
    <dgm:cxn modelId="{F2C2BC23-6ADA-4E18-8FA1-40C1A9CABB95}" type="presParOf" srcId="{D33188A6-69FA-4A1C-8E81-1341F57D1CD7}" destId="{35F63EAC-9105-4CC6-8711-3E7925DCE210}" srcOrd="3" destOrd="0" presId="urn:microsoft.com/office/officeart/2005/8/layout/vList6"/>
    <dgm:cxn modelId="{EDF5200F-2C3D-486A-9F58-A873452770D9}" type="presParOf" srcId="{D33188A6-69FA-4A1C-8E81-1341F57D1CD7}" destId="{8B7EF90F-39A9-4819-AB15-8D354C22EE02}" srcOrd="4" destOrd="0" presId="urn:microsoft.com/office/officeart/2005/8/layout/vList6"/>
    <dgm:cxn modelId="{C34FB6B5-D1D6-40FF-82F8-2A7E2334486A}" type="presParOf" srcId="{8B7EF90F-39A9-4819-AB15-8D354C22EE02}" destId="{DA68BE01-35BE-4668-B267-45A0AC1E30F1}" srcOrd="0" destOrd="0" presId="urn:microsoft.com/office/officeart/2005/8/layout/vList6"/>
    <dgm:cxn modelId="{2654421F-D78A-41AC-BCF6-04FBDF0C770F}" type="presParOf" srcId="{8B7EF90F-39A9-4819-AB15-8D354C22EE02}" destId="{EEFB2D0C-665B-4EEC-9C23-80CFFBE993F1}"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7143772-DA66-49DA-BC50-BF64F6C87AA3}" type="doc">
      <dgm:prSet loTypeId="urn:microsoft.com/office/officeart/2005/8/layout/hProcess9" loCatId="process" qsTypeId="urn:microsoft.com/office/officeart/2005/8/quickstyle/simple1" qsCatId="simple" csTypeId="urn:microsoft.com/office/officeart/2005/8/colors/accent4_3" csCatId="accent4" phldr="1"/>
      <dgm:spPr/>
    </dgm:pt>
    <dgm:pt modelId="{86A7AF73-E51E-441D-B1AB-C87DABE313D3}">
      <dgm:prSet phldrT="[Text]" custT="1"/>
      <dgm:spPr/>
      <dgm:t>
        <a:bodyPr/>
        <a:lstStyle/>
        <a:p>
          <a:pPr>
            <a:buNone/>
          </a:pPr>
          <a:r>
            <a:rPr lang="en-US" sz="1400" dirty="0">
              <a:solidFill>
                <a:schemeClr val="tx1"/>
              </a:solidFill>
            </a:rPr>
            <a:t>Ensure Data Quality &amp; Governance – Regularly audit and certify data accuracy using Data Certification and Health Dashboards.</a:t>
          </a:r>
        </a:p>
      </dgm:t>
    </dgm:pt>
    <dgm:pt modelId="{0EDCA417-1793-4376-9F62-D1DB174ABE22}" type="parTrans" cxnId="{0547E156-7E63-4768-9A3C-969894F1C688}">
      <dgm:prSet/>
      <dgm:spPr/>
      <dgm:t>
        <a:bodyPr/>
        <a:lstStyle/>
        <a:p>
          <a:endParaRPr lang="en-US"/>
        </a:p>
      </dgm:t>
    </dgm:pt>
    <dgm:pt modelId="{CB7F4F91-B1F0-40AD-BDB3-BBFD58024E43}" type="sibTrans" cxnId="{0547E156-7E63-4768-9A3C-969894F1C688}">
      <dgm:prSet/>
      <dgm:spPr/>
      <dgm:t>
        <a:bodyPr/>
        <a:lstStyle/>
        <a:p>
          <a:endParaRPr lang="en-US"/>
        </a:p>
      </dgm:t>
    </dgm:pt>
    <dgm:pt modelId="{A685F357-B360-40D6-A90C-CD74C9995E59}">
      <dgm:prSet phldrT="[Text]" custT="1"/>
      <dgm:spPr/>
      <dgm:t>
        <a:bodyPr/>
        <a:lstStyle/>
        <a:p>
          <a:pPr>
            <a:buNone/>
          </a:pPr>
          <a:r>
            <a:rPr lang="en-US" sz="1400" dirty="0">
              <a:solidFill>
                <a:schemeClr val="tx1"/>
              </a:solidFill>
            </a:rPr>
            <a:t>Integrate with ITSM</a:t>
          </a:r>
        </a:p>
      </dgm:t>
    </dgm:pt>
    <dgm:pt modelId="{0E1E22E3-42A9-49BD-96A9-0D4AA0A132DA}" type="parTrans" cxnId="{46164EB3-156A-4185-B17A-2B15BFF9E208}">
      <dgm:prSet/>
      <dgm:spPr/>
      <dgm:t>
        <a:bodyPr/>
        <a:lstStyle/>
        <a:p>
          <a:endParaRPr lang="en-US"/>
        </a:p>
      </dgm:t>
    </dgm:pt>
    <dgm:pt modelId="{17644FC0-654F-4431-B542-40089BE50D55}" type="sibTrans" cxnId="{46164EB3-156A-4185-B17A-2B15BFF9E208}">
      <dgm:prSet/>
      <dgm:spPr/>
      <dgm:t>
        <a:bodyPr/>
        <a:lstStyle/>
        <a:p>
          <a:endParaRPr lang="en-US"/>
        </a:p>
      </dgm:t>
    </dgm:pt>
    <dgm:pt modelId="{96C171E2-2B38-4C96-B392-6C5FE088E9DF}">
      <dgm:prSet phldrT="[Text]" custT="1"/>
      <dgm:spPr/>
      <dgm:t>
        <a:bodyPr/>
        <a:lstStyle/>
        <a:p>
          <a:pPr>
            <a:buNone/>
          </a:pPr>
          <a:r>
            <a:rPr lang="en-US" sz="1400" dirty="0">
              <a:solidFill>
                <a:schemeClr val="tx1"/>
              </a:solidFill>
            </a:rPr>
            <a:t>Plan a phased rollout</a:t>
          </a:r>
        </a:p>
      </dgm:t>
    </dgm:pt>
    <dgm:pt modelId="{3ACD7211-6CE9-41AE-8BF7-AC016CC1A450}" type="parTrans" cxnId="{35DFB69E-4CC5-48F8-ACBF-5E153ACD3B96}">
      <dgm:prSet/>
      <dgm:spPr/>
      <dgm:t>
        <a:bodyPr/>
        <a:lstStyle/>
        <a:p>
          <a:endParaRPr lang="en-US"/>
        </a:p>
      </dgm:t>
    </dgm:pt>
    <dgm:pt modelId="{0EF0923C-3C0F-40AB-A0AF-7A7BEC093E95}" type="sibTrans" cxnId="{35DFB69E-4CC5-48F8-ACBF-5E153ACD3B96}">
      <dgm:prSet/>
      <dgm:spPr/>
      <dgm:t>
        <a:bodyPr/>
        <a:lstStyle/>
        <a:p>
          <a:endParaRPr lang="en-US"/>
        </a:p>
      </dgm:t>
    </dgm:pt>
    <dgm:pt modelId="{F0657349-C1C9-42B3-BADB-F98D460905CC}">
      <dgm:prSet phldrT="[Text]" custT="1"/>
      <dgm:spPr/>
      <dgm:t>
        <a:bodyPr/>
        <a:lstStyle/>
        <a:p>
          <a:pPr>
            <a:buNone/>
          </a:pPr>
          <a:endParaRPr lang="en-US" sz="1400" dirty="0">
            <a:solidFill>
              <a:schemeClr val="tx1"/>
            </a:solidFill>
          </a:endParaRPr>
        </a:p>
        <a:p>
          <a:pPr>
            <a:buNone/>
          </a:pPr>
          <a:r>
            <a:rPr lang="en-US" sz="1400" dirty="0">
              <a:solidFill>
                <a:schemeClr val="tx1"/>
              </a:solidFill>
            </a:rPr>
            <a:t>ServiceNow recommendation :</a:t>
          </a:r>
        </a:p>
      </dgm:t>
    </dgm:pt>
    <dgm:pt modelId="{873D092F-9016-467F-9F16-F5C57BE594AB}" type="parTrans" cxnId="{7A9E4678-ECA7-4F58-A83F-636293D1AAC8}">
      <dgm:prSet/>
      <dgm:spPr/>
      <dgm:t>
        <a:bodyPr/>
        <a:lstStyle/>
        <a:p>
          <a:endParaRPr lang="en-US"/>
        </a:p>
      </dgm:t>
    </dgm:pt>
    <dgm:pt modelId="{0781CCEB-E934-4068-A4C0-4EB8A8C98A71}" type="sibTrans" cxnId="{7A9E4678-ECA7-4F58-A83F-636293D1AAC8}">
      <dgm:prSet/>
      <dgm:spPr/>
      <dgm:t>
        <a:bodyPr/>
        <a:lstStyle/>
        <a:p>
          <a:endParaRPr lang="en-US"/>
        </a:p>
      </dgm:t>
    </dgm:pt>
    <dgm:pt modelId="{DEBB70A6-DE93-4E82-86BB-F149C6F4A1BE}">
      <dgm:prSet phldrT="[Text]" custT="1"/>
      <dgm:spPr/>
      <dgm:t>
        <a:bodyPr/>
        <a:lstStyle/>
        <a:p>
          <a:pPr>
            <a:buNone/>
          </a:pPr>
          <a:r>
            <a:rPr lang="en-US" sz="1400">
              <a:solidFill>
                <a:schemeClr val="tx1"/>
              </a:solidFill>
              <a:hlinkClick xmlns:r="http://schemas.openxmlformats.org/officeDocument/2006/relationships" r:id="rId1">
                <a:extLst>
                  <a:ext uri="{A12FA001-AC4F-418D-AE19-62706E023703}">
                    <ahyp:hlinkClr xmlns:ahyp="http://schemas.microsoft.com/office/drawing/2018/hyperlinkcolor" val="tx"/>
                  </a:ext>
                </a:extLst>
              </a:hlinkClick>
            </a:rPr>
            <a:t>How to configure incident management to align with CSDM</a:t>
          </a:r>
          <a:endParaRPr lang="en-US" sz="1400" dirty="0">
            <a:solidFill>
              <a:schemeClr val="tx1"/>
            </a:solidFill>
          </a:endParaRPr>
        </a:p>
      </dgm:t>
    </dgm:pt>
    <dgm:pt modelId="{B1E0408F-1594-404B-B310-B966A08D6C40}" type="parTrans" cxnId="{AD60ACBC-772D-4A8D-AD93-C6E68F74C488}">
      <dgm:prSet/>
      <dgm:spPr/>
      <dgm:t>
        <a:bodyPr/>
        <a:lstStyle/>
        <a:p>
          <a:endParaRPr lang="en-US"/>
        </a:p>
      </dgm:t>
    </dgm:pt>
    <dgm:pt modelId="{2F2F119D-A572-4F3E-A9E5-675A7A90E890}" type="sibTrans" cxnId="{AD60ACBC-772D-4A8D-AD93-C6E68F74C488}">
      <dgm:prSet/>
      <dgm:spPr/>
      <dgm:t>
        <a:bodyPr/>
        <a:lstStyle/>
        <a:p>
          <a:endParaRPr lang="en-US"/>
        </a:p>
      </dgm:t>
    </dgm:pt>
    <dgm:pt modelId="{EC5A55E2-C980-4970-BB37-DCD1120CE681}" type="pres">
      <dgm:prSet presAssocID="{B7143772-DA66-49DA-BC50-BF64F6C87AA3}" presName="CompostProcess" presStyleCnt="0">
        <dgm:presLayoutVars>
          <dgm:dir/>
          <dgm:resizeHandles val="exact"/>
        </dgm:presLayoutVars>
      </dgm:prSet>
      <dgm:spPr/>
    </dgm:pt>
    <dgm:pt modelId="{9589CE18-8210-47AA-8C6E-2B426B21D3A7}" type="pres">
      <dgm:prSet presAssocID="{B7143772-DA66-49DA-BC50-BF64F6C87AA3}" presName="arrow" presStyleLbl="bgShp" presStyleIdx="0" presStyleCnt="1"/>
      <dgm:spPr/>
    </dgm:pt>
    <dgm:pt modelId="{CD710607-54C4-4AD7-9A4C-1A3EFFC6FA2E}" type="pres">
      <dgm:prSet presAssocID="{B7143772-DA66-49DA-BC50-BF64F6C87AA3}" presName="linearProcess" presStyleCnt="0"/>
      <dgm:spPr/>
    </dgm:pt>
    <dgm:pt modelId="{502CA430-6874-4DAB-8216-887C17B20D3E}" type="pres">
      <dgm:prSet presAssocID="{86A7AF73-E51E-441D-B1AB-C87DABE313D3}" presName="textNode" presStyleLbl="node1" presStyleIdx="0" presStyleCnt="4">
        <dgm:presLayoutVars>
          <dgm:bulletEnabled val="1"/>
        </dgm:presLayoutVars>
      </dgm:prSet>
      <dgm:spPr/>
    </dgm:pt>
    <dgm:pt modelId="{7297642F-6195-4DF3-9FEB-470B236388BB}" type="pres">
      <dgm:prSet presAssocID="{CB7F4F91-B1F0-40AD-BDB3-BBFD58024E43}" presName="sibTrans" presStyleCnt="0"/>
      <dgm:spPr/>
    </dgm:pt>
    <dgm:pt modelId="{857A9FD0-597C-4CE0-8893-52C0A182B689}" type="pres">
      <dgm:prSet presAssocID="{A685F357-B360-40D6-A90C-CD74C9995E59}" presName="textNode" presStyleLbl="node1" presStyleIdx="1" presStyleCnt="4">
        <dgm:presLayoutVars>
          <dgm:bulletEnabled val="1"/>
        </dgm:presLayoutVars>
      </dgm:prSet>
      <dgm:spPr/>
    </dgm:pt>
    <dgm:pt modelId="{4B4131E4-BF4A-46C4-8AB3-DB25EC5BA18F}" type="pres">
      <dgm:prSet presAssocID="{17644FC0-654F-4431-B542-40089BE50D55}" presName="sibTrans" presStyleCnt="0"/>
      <dgm:spPr/>
    </dgm:pt>
    <dgm:pt modelId="{6CB910EE-CF91-4977-8156-D5F475FB39B0}" type="pres">
      <dgm:prSet presAssocID="{96C171E2-2B38-4C96-B392-6C5FE088E9DF}" presName="textNode" presStyleLbl="node1" presStyleIdx="2" presStyleCnt="4">
        <dgm:presLayoutVars>
          <dgm:bulletEnabled val="1"/>
        </dgm:presLayoutVars>
      </dgm:prSet>
      <dgm:spPr/>
    </dgm:pt>
    <dgm:pt modelId="{FB440F60-B21B-46C4-915D-AEBAA72A24D5}" type="pres">
      <dgm:prSet presAssocID="{0EF0923C-3C0F-40AB-A0AF-7A7BEC093E95}" presName="sibTrans" presStyleCnt="0"/>
      <dgm:spPr/>
    </dgm:pt>
    <dgm:pt modelId="{ECF531F6-0C18-42BB-BB16-81E89C9A6044}" type="pres">
      <dgm:prSet presAssocID="{F0657349-C1C9-42B3-BADB-F98D460905CC}" presName="textNode" presStyleLbl="node1" presStyleIdx="3" presStyleCnt="4">
        <dgm:presLayoutVars>
          <dgm:bulletEnabled val="1"/>
        </dgm:presLayoutVars>
      </dgm:prSet>
      <dgm:spPr/>
    </dgm:pt>
  </dgm:ptLst>
  <dgm:cxnLst>
    <dgm:cxn modelId="{0883C138-88CB-418E-BDF8-77F8B603334A}" type="presOf" srcId="{96C171E2-2B38-4C96-B392-6C5FE088E9DF}" destId="{6CB910EE-CF91-4977-8156-D5F475FB39B0}" srcOrd="0" destOrd="0" presId="urn:microsoft.com/office/officeart/2005/8/layout/hProcess9"/>
    <dgm:cxn modelId="{0CFC2D4A-2D98-46CF-A9F5-4C8A07452157}" type="presOf" srcId="{DEBB70A6-DE93-4E82-86BB-F149C6F4A1BE}" destId="{ECF531F6-0C18-42BB-BB16-81E89C9A6044}" srcOrd="0" destOrd="1" presId="urn:microsoft.com/office/officeart/2005/8/layout/hProcess9"/>
    <dgm:cxn modelId="{2D940970-3D82-4C1D-85FD-F1388440D954}" type="presOf" srcId="{86A7AF73-E51E-441D-B1AB-C87DABE313D3}" destId="{502CA430-6874-4DAB-8216-887C17B20D3E}" srcOrd="0" destOrd="0" presId="urn:microsoft.com/office/officeart/2005/8/layout/hProcess9"/>
    <dgm:cxn modelId="{0547E156-7E63-4768-9A3C-969894F1C688}" srcId="{B7143772-DA66-49DA-BC50-BF64F6C87AA3}" destId="{86A7AF73-E51E-441D-B1AB-C87DABE313D3}" srcOrd="0" destOrd="0" parTransId="{0EDCA417-1793-4376-9F62-D1DB174ABE22}" sibTransId="{CB7F4F91-B1F0-40AD-BDB3-BBFD58024E43}"/>
    <dgm:cxn modelId="{7A9E4678-ECA7-4F58-A83F-636293D1AAC8}" srcId="{B7143772-DA66-49DA-BC50-BF64F6C87AA3}" destId="{F0657349-C1C9-42B3-BADB-F98D460905CC}" srcOrd="3" destOrd="0" parTransId="{873D092F-9016-467F-9F16-F5C57BE594AB}" sibTransId="{0781CCEB-E934-4068-A4C0-4EB8A8C98A71}"/>
    <dgm:cxn modelId="{B4067979-10F2-4E0A-B20A-775DA22DA775}" type="presOf" srcId="{A685F357-B360-40D6-A90C-CD74C9995E59}" destId="{857A9FD0-597C-4CE0-8893-52C0A182B689}" srcOrd="0" destOrd="0" presId="urn:microsoft.com/office/officeart/2005/8/layout/hProcess9"/>
    <dgm:cxn modelId="{5585D39B-689C-41F4-9027-BCC0B5E6C67E}" type="presOf" srcId="{B7143772-DA66-49DA-BC50-BF64F6C87AA3}" destId="{EC5A55E2-C980-4970-BB37-DCD1120CE681}" srcOrd="0" destOrd="0" presId="urn:microsoft.com/office/officeart/2005/8/layout/hProcess9"/>
    <dgm:cxn modelId="{7329589D-DE4A-4F5D-ACCD-B4069B7264F2}" type="presOf" srcId="{F0657349-C1C9-42B3-BADB-F98D460905CC}" destId="{ECF531F6-0C18-42BB-BB16-81E89C9A6044}" srcOrd="0" destOrd="0" presId="urn:microsoft.com/office/officeart/2005/8/layout/hProcess9"/>
    <dgm:cxn modelId="{35DFB69E-4CC5-48F8-ACBF-5E153ACD3B96}" srcId="{B7143772-DA66-49DA-BC50-BF64F6C87AA3}" destId="{96C171E2-2B38-4C96-B392-6C5FE088E9DF}" srcOrd="2" destOrd="0" parTransId="{3ACD7211-6CE9-41AE-8BF7-AC016CC1A450}" sibTransId="{0EF0923C-3C0F-40AB-A0AF-7A7BEC093E95}"/>
    <dgm:cxn modelId="{46164EB3-156A-4185-B17A-2B15BFF9E208}" srcId="{B7143772-DA66-49DA-BC50-BF64F6C87AA3}" destId="{A685F357-B360-40D6-A90C-CD74C9995E59}" srcOrd="1" destOrd="0" parTransId="{0E1E22E3-42A9-49BD-96A9-0D4AA0A132DA}" sibTransId="{17644FC0-654F-4431-B542-40089BE50D55}"/>
    <dgm:cxn modelId="{AD60ACBC-772D-4A8D-AD93-C6E68F74C488}" srcId="{F0657349-C1C9-42B3-BADB-F98D460905CC}" destId="{DEBB70A6-DE93-4E82-86BB-F149C6F4A1BE}" srcOrd="0" destOrd="0" parTransId="{B1E0408F-1594-404B-B310-B966A08D6C40}" sibTransId="{2F2F119D-A572-4F3E-A9E5-675A7A90E890}"/>
    <dgm:cxn modelId="{C25060C8-37C2-41E6-83AE-DA29F1CB58CA}" type="presParOf" srcId="{EC5A55E2-C980-4970-BB37-DCD1120CE681}" destId="{9589CE18-8210-47AA-8C6E-2B426B21D3A7}" srcOrd="0" destOrd="0" presId="urn:microsoft.com/office/officeart/2005/8/layout/hProcess9"/>
    <dgm:cxn modelId="{77DE7A36-5882-475E-8E78-5E56445358D8}" type="presParOf" srcId="{EC5A55E2-C980-4970-BB37-DCD1120CE681}" destId="{CD710607-54C4-4AD7-9A4C-1A3EFFC6FA2E}" srcOrd="1" destOrd="0" presId="urn:microsoft.com/office/officeart/2005/8/layout/hProcess9"/>
    <dgm:cxn modelId="{EEF64F4E-F597-4A42-BC5D-6028F98260BD}" type="presParOf" srcId="{CD710607-54C4-4AD7-9A4C-1A3EFFC6FA2E}" destId="{502CA430-6874-4DAB-8216-887C17B20D3E}" srcOrd="0" destOrd="0" presId="urn:microsoft.com/office/officeart/2005/8/layout/hProcess9"/>
    <dgm:cxn modelId="{A2E18FF6-057E-4956-9BEE-A35FA4BAF74A}" type="presParOf" srcId="{CD710607-54C4-4AD7-9A4C-1A3EFFC6FA2E}" destId="{7297642F-6195-4DF3-9FEB-470B236388BB}" srcOrd="1" destOrd="0" presId="urn:microsoft.com/office/officeart/2005/8/layout/hProcess9"/>
    <dgm:cxn modelId="{06156251-3747-4024-B517-997538D1EA42}" type="presParOf" srcId="{CD710607-54C4-4AD7-9A4C-1A3EFFC6FA2E}" destId="{857A9FD0-597C-4CE0-8893-52C0A182B689}" srcOrd="2" destOrd="0" presId="urn:microsoft.com/office/officeart/2005/8/layout/hProcess9"/>
    <dgm:cxn modelId="{19E8F1AA-E88D-429D-9859-72A5AEBA4F86}" type="presParOf" srcId="{CD710607-54C4-4AD7-9A4C-1A3EFFC6FA2E}" destId="{4B4131E4-BF4A-46C4-8AB3-DB25EC5BA18F}" srcOrd="3" destOrd="0" presId="urn:microsoft.com/office/officeart/2005/8/layout/hProcess9"/>
    <dgm:cxn modelId="{7FC09F6D-EE45-4854-9C49-6A0958129D8B}" type="presParOf" srcId="{CD710607-54C4-4AD7-9A4C-1A3EFFC6FA2E}" destId="{6CB910EE-CF91-4977-8156-D5F475FB39B0}" srcOrd="4" destOrd="0" presId="urn:microsoft.com/office/officeart/2005/8/layout/hProcess9"/>
    <dgm:cxn modelId="{E56936E7-A7D0-448E-81C1-7AE48319C760}" type="presParOf" srcId="{CD710607-54C4-4AD7-9A4C-1A3EFFC6FA2E}" destId="{FB440F60-B21B-46C4-915D-AEBAA72A24D5}" srcOrd="5" destOrd="0" presId="urn:microsoft.com/office/officeart/2005/8/layout/hProcess9"/>
    <dgm:cxn modelId="{30922658-35F8-45E2-9D97-49DA78366FDD}" type="presParOf" srcId="{CD710607-54C4-4AD7-9A4C-1A3EFFC6FA2E}" destId="{ECF531F6-0C18-42BB-BB16-81E89C9A6044}" srcOrd="6"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D08A7B-E7B8-48EE-92AA-133588F54716}">
      <dsp:nvSpPr>
        <dsp:cNvPr id="0" name=""/>
        <dsp:cNvSpPr/>
      </dsp:nvSpPr>
      <dsp:spPr>
        <a:xfrm rot="5400000">
          <a:off x="-176410" y="178091"/>
          <a:ext cx="1176072" cy="823251"/>
        </a:xfrm>
        <a:prstGeom prst="chevron">
          <a:avLst/>
        </a:prstGeom>
        <a:solidFill>
          <a:srgbClr val="FABE79"/>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 </a:t>
          </a:r>
        </a:p>
      </dsp:txBody>
      <dsp:txXfrm rot="-5400000">
        <a:off x="1" y="413307"/>
        <a:ext cx="823251" cy="352821"/>
      </dsp:txXfrm>
    </dsp:sp>
    <dsp:sp modelId="{6968B71D-9E5A-4D77-9E7D-44801EBFA580}">
      <dsp:nvSpPr>
        <dsp:cNvPr id="0" name=""/>
        <dsp:cNvSpPr/>
      </dsp:nvSpPr>
      <dsp:spPr>
        <a:xfrm rot="5400000">
          <a:off x="4093401" y="-3268470"/>
          <a:ext cx="764447" cy="7304748"/>
        </a:xfrm>
        <a:prstGeom prst="round2SameRect">
          <a:avLst/>
        </a:prstGeom>
        <a:solidFill>
          <a:srgbClr val="F8F6F5">
            <a:alpha val="90000"/>
          </a:srgb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None/>
          </a:pPr>
          <a:r>
            <a:rPr lang="en-US" sz="2800" kern="1200" dirty="0"/>
            <a:t>Problem Statement</a:t>
          </a:r>
        </a:p>
      </dsp:txBody>
      <dsp:txXfrm rot="-5400000">
        <a:off x="823251" y="38997"/>
        <a:ext cx="7267431" cy="689813"/>
      </dsp:txXfrm>
    </dsp:sp>
    <dsp:sp modelId="{C45BF5B3-609D-4837-ABC0-66A563300A85}">
      <dsp:nvSpPr>
        <dsp:cNvPr id="0" name=""/>
        <dsp:cNvSpPr/>
      </dsp:nvSpPr>
      <dsp:spPr>
        <a:xfrm rot="5400000">
          <a:off x="-176410" y="1237899"/>
          <a:ext cx="1176072" cy="823251"/>
        </a:xfrm>
        <a:prstGeom prst="chevron">
          <a:avLst/>
        </a:prstGeom>
        <a:solidFill>
          <a:srgbClr val="FABE79"/>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endParaRPr lang="en-US" sz="2400" kern="1200" dirty="0"/>
        </a:p>
      </dsp:txBody>
      <dsp:txXfrm rot="-5400000">
        <a:off x="1" y="1473115"/>
        <a:ext cx="823251" cy="352821"/>
      </dsp:txXfrm>
    </dsp:sp>
    <dsp:sp modelId="{62FEFAA4-6E81-4B0B-BB15-AD3BF0225D3B}">
      <dsp:nvSpPr>
        <dsp:cNvPr id="0" name=""/>
        <dsp:cNvSpPr/>
      </dsp:nvSpPr>
      <dsp:spPr>
        <a:xfrm rot="5400000">
          <a:off x="4093401" y="-2208662"/>
          <a:ext cx="764447" cy="7304748"/>
        </a:xfrm>
        <a:prstGeom prst="round2SameRect">
          <a:avLst/>
        </a:prstGeom>
        <a:solidFill>
          <a:srgbClr val="F8F6F5"/>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None/>
          </a:pPr>
          <a:r>
            <a:rPr lang="en-US" sz="2800" kern="1200" dirty="0"/>
            <a:t>Data Model</a:t>
          </a:r>
        </a:p>
      </dsp:txBody>
      <dsp:txXfrm rot="-5400000">
        <a:off x="823251" y="1098805"/>
        <a:ext cx="7267431" cy="689813"/>
      </dsp:txXfrm>
    </dsp:sp>
    <dsp:sp modelId="{8C88581C-287D-487E-9DFD-39607283B344}">
      <dsp:nvSpPr>
        <dsp:cNvPr id="0" name=""/>
        <dsp:cNvSpPr/>
      </dsp:nvSpPr>
      <dsp:spPr>
        <a:xfrm rot="5400000">
          <a:off x="-176410" y="2297707"/>
          <a:ext cx="1176072" cy="823251"/>
        </a:xfrm>
        <a:prstGeom prst="chevron">
          <a:avLst/>
        </a:prstGeom>
        <a:solidFill>
          <a:srgbClr val="FABE79"/>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endParaRPr lang="en-US" sz="2400" kern="1200" dirty="0"/>
        </a:p>
      </dsp:txBody>
      <dsp:txXfrm rot="-5400000">
        <a:off x="1" y="2532923"/>
        <a:ext cx="823251" cy="352821"/>
      </dsp:txXfrm>
    </dsp:sp>
    <dsp:sp modelId="{8CBF965F-6684-426B-8470-B03937F03E0A}">
      <dsp:nvSpPr>
        <dsp:cNvPr id="0" name=""/>
        <dsp:cNvSpPr/>
      </dsp:nvSpPr>
      <dsp:spPr>
        <a:xfrm rot="5400000">
          <a:off x="4093401" y="-1148853"/>
          <a:ext cx="764447" cy="7304748"/>
        </a:xfrm>
        <a:prstGeom prst="round2SameRect">
          <a:avLst/>
        </a:prstGeom>
        <a:solidFill>
          <a:srgbClr val="F8F6F5"/>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None/>
          </a:pPr>
          <a:r>
            <a:rPr lang="en-US" sz="2800" kern="1200" dirty="0"/>
            <a:t>ServiceNow capabilities</a:t>
          </a:r>
        </a:p>
      </dsp:txBody>
      <dsp:txXfrm rot="-5400000">
        <a:off x="823251" y="2158614"/>
        <a:ext cx="7267431" cy="689813"/>
      </dsp:txXfrm>
    </dsp:sp>
    <dsp:sp modelId="{ABD9712A-D768-4CEF-ABBE-6B9E997AD5DE}">
      <dsp:nvSpPr>
        <dsp:cNvPr id="0" name=""/>
        <dsp:cNvSpPr/>
      </dsp:nvSpPr>
      <dsp:spPr>
        <a:xfrm rot="5400000">
          <a:off x="-176410" y="3357516"/>
          <a:ext cx="1176072" cy="823251"/>
        </a:xfrm>
        <a:prstGeom prst="chevron">
          <a:avLst/>
        </a:prstGeom>
        <a:solidFill>
          <a:srgbClr val="FABE79"/>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endParaRPr lang="en-US" sz="2400" kern="1200" dirty="0"/>
        </a:p>
      </dsp:txBody>
      <dsp:txXfrm rot="-5400000">
        <a:off x="1" y="3592732"/>
        <a:ext cx="823251" cy="352821"/>
      </dsp:txXfrm>
    </dsp:sp>
    <dsp:sp modelId="{8F794FC6-34CC-493C-9E47-BD0265BF2FA7}">
      <dsp:nvSpPr>
        <dsp:cNvPr id="0" name=""/>
        <dsp:cNvSpPr/>
      </dsp:nvSpPr>
      <dsp:spPr>
        <a:xfrm rot="5400000">
          <a:off x="4093401" y="-89045"/>
          <a:ext cx="764447" cy="7304748"/>
        </a:xfrm>
        <a:prstGeom prst="round2SameRect">
          <a:avLst/>
        </a:prstGeom>
        <a:solidFill>
          <a:srgbClr val="F8F6F5"/>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None/>
          </a:pPr>
          <a:r>
            <a:rPr lang="en-US" sz="2800" kern="1200" dirty="0"/>
            <a:t>CMDB Project Overview</a:t>
          </a:r>
        </a:p>
      </dsp:txBody>
      <dsp:txXfrm rot="-5400000">
        <a:off x="823251" y="3218422"/>
        <a:ext cx="7267431" cy="689813"/>
      </dsp:txXfrm>
    </dsp:sp>
    <dsp:sp modelId="{21F0AE12-A139-4BA1-962E-59D9C400382B}">
      <dsp:nvSpPr>
        <dsp:cNvPr id="0" name=""/>
        <dsp:cNvSpPr/>
      </dsp:nvSpPr>
      <dsp:spPr>
        <a:xfrm rot="5400000">
          <a:off x="-176410" y="4417324"/>
          <a:ext cx="1176072" cy="823251"/>
        </a:xfrm>
        <a:prstGeom prst="chevron">
          <a:avLst/>
        </a:prstGeom>
        <a:solidFill>
          <a:srgbClr val="FABE79"/>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endParaRPr lang="en-US" sz="2400" kern="1200" dirty="0"/>
        </a:p>
      </dsp:txBody>
      <dsp:txXfrm rot="-5400000">
        <a:off x="1" y="4652540"/>
        <a:ext cx="823251" cy="352821"/>
      </dsp:txXfrm>
    </dsp:sp>
    <dsp:sp modelId="{C04C1AD1-3B1E-45E0-85BC-DDDA007C4F51}">
      <dsp:nvSpPr>
        <dsp:cNvPr id="0" name=""/>
        <dsp:cNvSpPr/>
      </dsp:nvSpPr>
      <dsp:spPr>
        <a:xfrm rot="5400000">
          <a:off x="4093401" y="970763"/>
          <a:ext cx="764447" cy="7304748"/>
        </a:xfrm>
        <a:prstGeom prst="round2SameRect">
          <a:avLst/>
        </a:prstGeom>
        <a:solidFill>
          <a:srgbClr val="F8F6F5"/>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136" tIns="17780" rIns="17780" bIns="17780" numCol="1" spcCol="1270" anchor="ctr" anchorCtr="0">
          <a:noAutofit/>
        </a:bodyPr>
        <a:lstStyle/>
        <a:p>
          <a:pPr marL="285750" lvl="1" indent="-285750" algn="l" defTabSz="1244600">
            <a:lnSpc>
              <a:spcPct val="90000"/>
            </a:lnSpc>
            <a:spcBef>
              <a:spcPct val="0"/>
            </a:spcBef>
            <a:spcAft>
              <a:spcPct val="15000"/>
            </a:spcAft>
            <a:buNone/>
          </a:pPr>
          <a:r>
            <a:rPr lang="en-US" sz="2800" kern="1200" dirty="0"/>
            <a:t>Key takeaways</a:t>
          </a:r>
        </a:p>
      </dsp:txBody>
      <dsp:txXfrm rot="-5400000">
        <a:off x="823251" y="4278231"/>
        <a:ext cx="7267431" cy="6898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492471-173D-41EB-A4FD-30BF7CEC812D}">
      <dsp:nvSpPr>
        <dsp:cNvPr id="0" name=""/>
        <dsp:cNvSpPr/>
      </dsp:nvSpPr>
      <dsp:spPr>
        <a:xfrm rot="5400000">
          <a:off x="1896495" y="112116"/>
          <a:ext cx="1724865" cy="1500633"/>
        </a:xfrm>
        <a:prstGeom prst="hexagon">
          <a:avLst>
            <a:gd name="adj" fmla="val 25000"/>
            <a:gd name="vf" fmla="val 115470"/>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t-PT" sz="1400" b="1" kern="1200" dirty="0">
              <a:solidFill>
                <a:schemeClr val="tx1"/>
              </a:solidFill>
            </a:rPr>
            <a:t>Remedy is highly customized </a:t>
          </a:r>
          <a:endParaRPr lang="en-US" sz="1400" b="1" kern="1200" dirty="0">
            <a:solidFill>
              <a:schemeClr val="tx1"/>
            </a:solidFill>
          </a:endParaRPr>
        </a:p>
      </dsp:txBody>
      <dsp:txXfrm rot="-5400000">
        <a:off x="2242460" y="268793"/>
        <a:ext cx="1032935" cy="1187282"/>
      </dsp:txXfrm>
    </dsp:sp>
    <dsp:sp modelId="{D0489D8C-E526-470A-901F-5035A7CD84B4}">
      <dsp:nvSpPr>
        <dsp:cNvPr id="0" name=""/>
        <dsp:cNvSpPr/>
      </dsp:nvSpPr>
      <dsp:spPr>
        <a:xfrm>
          <a:off x="5760892" y="349095"/>
          <a:ext cx="1924950" cy="1034919"/>
        </a:xfrm>
        <a:prstGeom prst="rect">
          <a:avLst/>
        </a:prstGeom>
        <a:noFill/>
        <a:ln>
          <a:noFill/>
        </a:ln>
        <a:effectLst/>
      </dsp:spPr>
      <dsp:style>
        <a:lnRef idx="0">
          <a:scrgbClr r="0" g="0" b="0"/>
        </a:lnRef>
        <a:fillRef idx="0">
          <a:scrgbClr r="0" g="0" b="0"/>
        </a:fillRef>
        <a:effectRef idx="0">
          <a:scrgbClr r="0" g="0" b="0"/>
        </a:effectRef>
        <a:fontRef idx="minor"/>
      </dsp:style>
    </dsp:sp>
    <dsp:sp modelId="{CBE6BC7C-17A2-4517-837C-3FC34AB1ECE6}">
      <dsp:nvSpPr>
        <dsp:cNvPr id="0" name=""/>
        <dsp:cNvSpPr/>
      </dsp:nvSpPr>
      <dsp:spPr>
        <a:xfrm rot="5400000">
          <a:off x="275811" y="112116"/>
          <a:ext cx="1724865" cy="1500633"/>
        </a:xfrm>
        <a:prstGeom prst="hexagon">
          <a:avLst>
            <a:gd name="adj" fmla="val 25000"/>
            <a:gd name="vf" fmla="val 115470"/>
          </a:avLst>
        </a:prstGeom>
        <a:solidFill>
          <a:schemeClr val="accent4">
            <a:alpha val="90000"/>
            <a:hueOff val="0"/>
            <a:satOff val="0"/>
            <a:lumOff val="0"/>
            <a:alphaOff val="-5714"/>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621776" y="268793"/>
        <a:ext cx="1032935" cy="1187282"/>
      </dsp:txXfrm>
    </dsp:sp>
    <dsp:sp modelId="{05F9AB36-DC54-45B1-B632-926191F921C8}">
      <dsp:nvSpPr>
        <dsp:cNvPr id="0" name=""/>
        <dsp:cNvSpPr/>
      </dsp:nvSpPr>
      <dsp:spPr>
        <a:xfrm rot="5400000">
          <a:off x="1083049" y="1583288"/>
          <a:ext cx="1724865" cy="1500633"/>
        </a:xfrm>
        <a:prstGeom prst="hexagon">
          <a:avLst>
            <a:gd name="adj" fmla="val 25000"/>
            <a:gd name="vf" fmla="val 115470"/>
          </a:avLst>
        </a:prstGeom>
        <a:solidFill>
          <a:schemeClr val="accent4">
            <a:alpha val="90000"/>
            <a:hueOff val="0"/>
            <a:satOff val="0"/>
            <a:lumOff val="0"/>
            <a:alphaOff val="-11429"/>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1"/>
              </a:solidFill>
            </a:rPr>
            <a:t>Data is inconsistent and scattered</a:t>
          </a:r>
        </a:p>
      </dsp:txBody>
      <dsp:txXfrm rot="-5400000">
        <a:off x="1429014" y="1739965"/>
        <a:ext cx="1032935" cy="1187282"/>
      </dsp:txXfrm>
    </dsp:sp>
    <dsp:sp modelId="{9C713879-E9BC-4D8B-B1E7-6A6DCDE66F65}">
      <dsp:nvSpPr>
        <dsp:cNvPr id="0" name=""/>
        <dsp:cNvSpPr/>
      </dsp:nvSpPr>
      <dsp:spPr>
        <a:xfrm>
          <a:off x="1476326" y="1813161"/>
          <a:ext cx="1862855" cy="1034919"/>
        </a:xfrm>
        <a:prstGeom prst="rect">
          <a:avLst/>
        </a:prstGeom>
        <a:noFill/>
        <a:ln>
          <a:noFill/>
        </a:ln>
        <a:effectLst/>
      </dsp:spPr>
      <dsp:style>
        <a:lnRef idx="0">
          <a:scrgbClr r="0" g="0" b="0"/>
        </a:lnRef>
        <a:fillRef idx="0">
          <a:scrgbClr r="0" g="0" b="0"/>
        </a:fillRef>
        <a:effectRef idx="0">
          <a:scrgbClr r="0" g="0" b="0"/>
        </a:effectRef>
        <a:fontRef idx="minor"/>
      </dsp:style>
    </dsp:sp>
    <dsp:sp modelId="{8CF6EC75-F09C-45D1-85A4-C49E420D6AFD}">
      <dsp:nvSpPr>
        <dsp:cNvPr id="0" name=""/>
        <dsp:cNvSpPr/>
      </dsp:nvSpPr>
      <dsp:spPr>
        <a:xfrm rot="5400000">
          <a:off x="2703717" y="1583288"/>
          <a:ext cx="1724865" cy="1500633"/>
        </a:xfrm>
        <a:prstGeom prst="hexagon">
          <a:avLst>
            <a:gd name="adj" fmla="val 25000"/>
            <a:gd name="vf" fmla="val 115470"/>
          </a:avLst>
        </a:prstGeom>
        <a:solidFill>
          <a:schemeClr val="accent4">
            <a:alpha val="90000"/>
            <a:hueOff val="0"/>
            <a:satOff val="0"/>
            <a:lumOff val="0"/>
            <a:alphaOff val="-17143"/>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3049682" y="1739965"/>
        <a:ext cx="1032935" cy="1187282"/>
      </dsp:txXfrm>
    </dsp:sp>
    <dsp:sp modelId="{4B4F0509-C074-4593-9483-5A2BB1FCB86D}">
      <dsp:nvSpPr>
        <dsp:cNvPr id="0" name=""/>
        <dsp:cNvSpPr/>
      </dsp:nvSpPr>
      <dsp:spPr>
        <a:xfrm rot="5400000">
          <a:off x="4354743" y="1583288"/>
          <a:ext cx="1724865" cy="1500633"/>
        </a:xfrm>
        <a:prstGeom prst="hexagon">
          <a:avLst>
            <a:gd name="adj" fmla="val 25000"/>
            <a:gd name="vf" fmla="val 115470"/>
          </a:avLst>
        </a:prstGeom>
        <a:solidFill>
          <a:schemeClr val="accent4">
            <a:alpha val="90000"/>
            <a:hueOff val="0"/>
            <a:satOff val="0"/>
            <a:lumOff val="0"/>
            <a:alphaOff val="-22857"/>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t-PT" sz="1400" b="1" kern="1200">
              <a:solidFill>
                <a:schemeClr val="tx1"/>
              </a:solidFill>
            </a:rPr>
            <a:t>Resistance to change</a:t>
          </a:r>
          <a:endParaRPr lang="en-US" sz="1400" b="1" kern="1200" dirty="0">
            <a:solidFill>
              <a:schemeClr val="tx1"/>
            </a:solidFill>
          </a:endParaRPr>
        </a:p>
      </dsp:txBody>
      <dsp:txXfrm rot="-5400000">
        <a:off x="4700708" y="1739965"/>
        <a:ext cx="1032935" cy="1187282"/>
      </dsp:txXfrm>
    </dsp:sp>
    <dsp:sp modelId="{D274630C-A056-474E-9A2A-62AC085D10B7}">
      <dsp:nvSpPr>
        <dsp:cNvPr id="0" name=""/>
        <dsp:cNvSpPr/>
      </dsp:nvSpPr>
      <dsp:spPr>
        <a:xfrm>
          <a:off x="5760892" y="3277227"/>
          <a:ext cx="1924950" cy="1034919"/>
        </a:xfrm>
        <a:prstGeom prst="rect">
          <a:avLst/>
        </a:prstGeom>
        <a:noFill/>
        <a:ln>
          <a:noFill/>
        </a:ln>
        <a:effectLst/>
      </dsp:spPr>
      <dsp:style>
        <a:lnRef idx="0">
          <a:scrgbClr r="0" g="0" b="0"/>
        </a:lnRef>
        <a:fillRef idx="0">
          <a:scrgbClr r="0" g="0" b="0"/>
        </a:fillRef>
        <a:effectRef idx="0">
          <a:scrgbClr r="0" g="0" b="0"/>
        </a:effectRef>
        <a:fontRef idx="minor"/>
      </dsp:style>
    </dsp:sp>
    <dsp:sp modelId="{321C8E2A-7086-480B-A9A9-1B719CB48CE7}">
      <dsp:nvSpPr>
        <dsp:cNvPr id="0" name=""/>
        <dsp:cNvSpPr/>
      </dsp:nvSpPr>
      <dsp:spPr>
        <a:xfrm rot="5400000">
          <a:off x="3540859" y="112116"/>
          <a:ext cx="1724865" cy="1500633"/>
        </a:xfrm>
        <a:prstGeom prst="hexagon">
          <a:avLst>
            <a:gd name="adj" fmla="val 25000"/>
            <a:gd name="vf" fmla="val 115470"/>
          </a:avLst>
        </a:prstGeom>
        <a:solidFill>
          <a:schemeClr val="accent4">
            <a:alpha val="90000"/>
            <a:hueOff val="0"/>
            <a:satOff val="0"/>
            <a:lumOff val="0"/>
            <a:alphaOff val="-28571"/>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3886824" y="268793"/>
        <a:ext cx="1032935" cy="1187282"/>
      </dsp:txXfrm>
    </dsp:sp>
    <dsp:sp modelId="{99EC8039-BD76-48CF-B543-BFC5736D5706}">
      <dsp:nvSpPr>
        <dsp:cNvPr id="0" name=""/>
        <dsp:cNvSpPr/>
      </dsp:nvSpPr>
      <dsp:spPr>
        <a:xfrm rot="5400000">
          <a:off x="5230544" y="112116"/>
          <a:ext cx="1724865" cy="1500633"/>
        </a:xfrm>
        <a:prstGeom prst="hexagon">
          <a:avLst>
            <a:gd name="adj" fmla="val 25000"/>
            <a:gd name="vf" fmla="val 115470"/>
          </a:avLst>
        </a:prstGeom>
        <a:solidFill>
          <a:schemeClr val="accent4">
            <a:alpha val="90000"/>
            <a:hueOff val="0"/>
            <a:satOff val="0"/>
            <a:lumOff val="0"/>
            <a:alphaOff val="-34286"/>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pt-PT" sz="1400" b="1" kern="1200" dirty="0">
              <a:solidFill>
                <a:schemeClr val="tx1"/>
              </a:solidFill>
            </a:rPr>
            <a:t>Business Impact</a:t>
          </a:r>
          <a:endParaRPr lang="en-US" sz="1400" b="1" kern="1200" dirty="0">
            <a:solidFill>
              <a:schemeClr val="tx1"/>
            </a:solidFill>
          </a:endParaRPr>
        </a:p>
      </dsp:txBody>
      <dsp:txXfrm rot="-5400000">
        <a:off x="5576509" y="268793"/>
        <a:ext cx="1032935" cy="1187282"/>
      </dsp:txXfrm>
    </dsp:sp>
    <dsp:sp modelId="{336B0932-9167-49A0-9460-2A55ED3F8374}">
      <dsp:nvSpPr>
        <dsp:cNvPr id="0" name=""/>
        <dsp:cNvSpPr/>
      </dsp:nvSpPr>
      <dsp:spPr>
        <a:xfrm>
          <a:off x="1476326" y="4741293"/>
          <a:ext cx="1862855" cy="1034919"/>
        </a:xfrm>
        <a:prstGeom prst="rect">
          <a:avLst/>
        </a:prstGeom>
        <a:noFill/>
        <a:ln>
          <a:noFill/>
        </a:ln>
        <a:effectLst/>
      </dsp:spPr>
      <dsp:style>
        <a:lnRef idx="0">
          <a:scrgbClr r="0" g="0" b="0"/>
        </a:lnRef>
        <a:fillRef idx="0">
          <a:scrgbClr r="0" g="0" b="0"/>
        </a:fillRef>
        <a:effectRef idx="0">
          <a:scrgbClr r="0" g="0" b="0"/>
        </a:effectRef>
        <a:fontRef idx="minor"/>
      </dsp:style>
    </dsp:sp>
    <dsp:sp modelId="{24FBBEDC-3623-439C-AA44-FBE1111A8012}">
      <dsp:nvSpPr>
        <dsp:cNvPr id="0" name=""/>
        <dsp:cNvSpPr/>
      </dsp:nvSpPr>
      <dsp:spPr>
        <a:xfrm rot="5400000">
          <a:off x="6005651" y="1623495"/>
          <a:ext cx="1724865" cy="1500633"/>
        </a:xfrm>
        <a:prstGeom prst="hexagon">
          <a:avLst>
            <a:gd name="adj" fmla="val 25000"/>
            <a:gd name="vf" fmla="val 115470"/>
          </a:avLst>
        </a:prstGeom>
        <a:solidFill>
          <a:schemeClr val="accent4">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6351616" y="1780172"/>
        <a:ext cx="1032935" cy="11872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A1AE63-3E8D-42E4-AA25-4E1F09610206}">
      <dsp:nvSpPr>
        <dsp:cNvPr id="0" name=""/>
        <dsp:cNvSpPr/>
      </dsp:nvSpPr>
      <dsp:spPr>
        <a:xfrm>
          <a:off x="0" y="0"/>
          <a:ext cx="5701494" cy="106317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b="0" kern="1200" dirty="0">
              <a:solidFill>
                <a:schemeClr val="tx1"/>
              </a:solidFill>
              <a:effectLst/>
            </a:rPr>
            <a:t>CSDM standardizes data across ITSM, ITOM, and HR</a:t>
          </a:r>
          <a:endParaRPr lang="en-US" sz="2000" kern="1200" dirty="0">
            <a:solidFill>
              <a:schemeClr val="tx1"/>
            </a:solidFill>
          </a:endParaRPr>
        </a:p>
      </dsp:txBody>
      <dsp:txXfrm>
        <a:off x="31139" y="31139"/>
        <a:ext cx="4464404" cy="1000899"/>
      </dsp:txXfrm>
    </dsp:sp>
    <dsp:sp modelId="{A871FF4B-B48F-4DF6-BC87-E5C712F7F27D}">
      <dsp:nvSpPr>
        <dsp:cNvPr id="0" name=""/>
        <dsp:cNvSpPr/>
      </dsp:nvSpPr>
      <dsp:spPr>
        <a:xfrm>
          <a:off x="477500" y="1256483"/>
          <a:ext cx="5701494" cy="1063177"/>
        </a:xfrm>
        <a:prstGeom prst="roundRect">
          <a:avLst>
            <a:gd name="adj" fmla="val 10000"/>
          </a:avLst>
        </a:prstGeom>
        <a:solidFill>
          <a:schemeClr val="accent3">
            <a:hueOff val="116828"/>
            <a:satOff val="24823"/>
            <a:lumOff val="-94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b="0" kern="1200" dirty="0">
              <a:solidFill>
                <a:schemeClr val="tx1"/>
              </a:solidFill>
              <a:effectLst/>
            </a:rPr>
            <a:t>Aligns application and service portfolios</a:t>
          </a:r>
          <a:endParaRPr lang="en-US" sz="2000" kern="1200" dirty="0">
            <a:solidFill>
              <a:schemeClr val="tx1"/>
            </a:solidFill>
          </a:endParaRPr>
        </a:p>
      </dsp:txBody>
      <dsp:txXfrm>
        <a:off x="508639" y="1287622"/>
        <a:ext cx="4470650" cy="1000899"/>
      </dsp:txXfrm>
    </dsp:sp>
    <dsp:sp modelId="{EAFF977C-6B30-4F04-98CB-50194C8C8551}">
      <dsp:nvSpPr>
        <dsp:cNvPr id="0" name=""/>
        <dsp:cNvSpPr/>
      </dsp:nvSpPr>
      <dsp:spPr>
        <a:xfrm>
          <a:off x="947873" y="2512966"/>
          <a:ext cx="5701494" cy="1063177"/>
        </a:xfrm>
        <a:prstGeom prst="roundRect">
          <a:avLst>
            <a:gd name="adj" fmla="val 10000"/>
          </a:avLst>
        </a:prstGeom>
        <a:solidFill>
          <a:schemeClr val="accent3">
            <a:hueOff val="233655"/>
            <a:satOff val="49647"/>
            <a:lumOff val="-189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b="0" kern="1200" dirty="0">
              <a:solidFill>
                <a:schemeClr val="tx1"/>
              </a:solidFill>
              <a:effectLst/>
            </a:rPr>
            <a:t>Automated discovery &amp; data certification</a:t>
          </a:r>
          <a:endParaRPr lang="en-US" sz="2000" kern="1200" dirty="0">
            <a:solidFill>
              <a:schemeClr val="tx1"/>
            </a:solidFill>
          </a:endParaRPr>
        </a:p>
      </dsp:txBody>
      <dsp:txXfrm>
        <a:off x="979012" y="2544105"/>
        <a:ext cx="4477777" cy="1000899"/>
      </dsp:txXfrm>
    </dsp:sp>
    <dsp:sp modelId="{F55498FF-D35A-4EEB-917B-9965E1BAE1B3}">
      <dsp:nvSpPr>
        <dsp:cNvPr id="0" name=""/>
        <dsp:cNvSpPr/>
      </dsp:nvSpPr>
      <dsp:spPr>
        <a:xfrm>
          <a:off x="1425373" y="3769449"/>
          <a:ext cx="5701494" cy="1063177"/>
        </a:xfrm>
        <a:prstGeom prst="roundRect">
          <a:avLst>
            <a:gd name="adj" fmla="val 10000"/>
          </a:avLst>
        </a:prstGeom>
        <a:solidFill>
          <a:schemeClr val="accent3">
            <a:hueOff val="350483"/>
            <a:satOff val="74470"/>
            <a:lumOff val="-2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b="0" kern="1200" dirty="0">
              <a:solidFill>
                <a:schemeClr val="tx1"/>
              </a:solidFill>
              <a:effectLst/>
            </a:rPr>
            <a:t>Supports scalability across Sovereign Bank Group</a:t>
          </a:r>
          <a:endParaRPr lang="en-US" sz="2000" kern="1200" dirty="0">
            <a:solidFill>
              <a:schemeClr val="tx1"/>
            </a:solidFill>
          </a:endParaRPr>
        </a:p>
      </dsp:txBody>
      <dsp:txXfrm>
        <a:off x="1456512" y="3800588"/>
        <a:ext cx="4470650" cy="1000899"/>
      </dsp:txXfrm>
    </dsp:sp>
    <dsp:sp modelId="{3177719D-01CD-48F5-A610-19E5C87D5CBB}">
      <dsp:nvSpPr>
        <dsp:cNvPr id="0" name=""/>
        <dsp:cNvSpPr/>
      </dsp:nvSpPr>
      <dsp:spPr>
        <a:xfrm>
          <a:off x="5010428" y="814297"/>
          <a:ext cx="691065" cy="691065"/>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165918" y="814297"/>
        <a:ext cx="380085" cy="520026"/>
      </dsp:txXfrm>
    </dsp:sp>
    <dsp:sp modelId="{503C8B51-D19C-4018-B624-3B3B85B7B600}">
      <dsp:nvSpPr>
        <dsp:cNvPr id="0" name=""/>
        <dsp:cNvSpPr/>
      </dsp:nvSpPr>
      <dsp:spPr>
        <a:xfrm>
          <a:off x="5487928" y="2070780"/>
          <a:ext cx="691065" cy="691065"/>
        </a:xfrm>
        <a:prstGeom prst="downArrow">
          <a:avLst>
            <a:gd name="adj1" fmla="val 55000"/>
            <a:gd name="adj2" fmla="val 45000"/>
          </a:avLst>
        </a:prstGeom>
        <a:solidFill>
          <a:schemeClr val="accent3">
            <a:tint val="40000"/>
            <a:alpha val="90000"/>
            <a:hueOff val="-172262"/>
            <a:satOff val="35558"/>
            <a:lumOff val="-2158"/>
            <a:alphaOff val="0"/>
          </a:schemeClr>
        </a:solidFill>
        <a:ln w="12700" cap="flat" cmpd="sng" algn="ctr">
          <a:solidFill>
            <a:schemeClr val="accent3">
              <a:tint val="40000"/>
              <a:alpha val="90000"/>
              <a:hueOff val="-172262"/>
              <a:satOff val="35558"/>
              <a:lumOff val="-215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643418" y="2070780"/>
        <a:ext cx="380085" cy="520026"/>
      </dsp:txXfrm>
    </dsp:sp>
    <dsp:sp modelId="{DD248879-577A-456F-990A-BE891BC893C1}">
      <dsp:nvSpPr>
        <dsp:cNvPr id="0" name=""/>
        <dsp:cNvSpPr/>
      </dsp:nvSpPr>
      <dsp:spPr>
        <a:xfrm>
          <a:off x="5958302" y="3327263"/>
          <a:ext cx="691065" cy="691065"/>
        </a:xfrm>
        <a:prstGeom prst="downArrow">
          <a:avLst>
            <a:gd name="adj1" fmla="val 55000"/>
            <a:gd name="adj2" fmla="val 45000"/>
          </a:avLst>
        </a:prstGeom>
        <a:solidFill>
          <a:schemeClr val="accent3">
            <a:tint val="40000"/>
            <a:alpha val="90000"/>
            <a:hueOff val="-344525"/>
            <a:satOff val="71117"/>
            <a:lumOff val="-4315"/>
            <a:alphaOff val="0"/>
          </a:schemeClr>
        </a:solidFill>
        <a:ln w="12700" cap="flat" cmpd="sng" algn="ctr">
          <a:solidFill>
            <a:schemeClr val="accent3">
              <a:tint val="40000"/>
              <a:alpha val="90000"/>
              <a:hueOff val="-344525"/>
              <a:satOff val="71117"/>
              <a:lumOff val="-43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6113792" y="3327263"/>
        <a:ext cx="380085" cy="5200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2DB223-6C4B-45F9-9EFC-F3D05DD22907}">
      <dsp:nvSpPr>
        <dsp:cNvPr id="0" name=""/>
        <dsp:cNvSpPr/>
      </dsp:nvSpPr>
      <dsp:spPr>
        <a:xfrm>
          <a:off x="2170966" y="-503339"/>
          <a:ext cx="2394642" cy="2149694"/>
        </a:xfrm>
        <a:prstGeom prst="roundRect">
          <a:avLst>
            <a:gd name="adj" fmla="val 10000"/>
          </a:avLst>
        </a:prstGeom>
        <a:blipFill rotWithShape="0">
          <a:blip xmlns:r="http://schemas.openxmlformats.org/officeDocument/2006/relationships" r:embed="rId1"/>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dirty="0"/>
            <a:t> </a:t>
          </a:r>
        </a:p>
      </dsp:txBody>
      <dsp:txXfrm>
        <a:off x="2233928" y="-440377"/>
        <a:ext cx="2268718" cy="2023770"/>
      </dsp:txXfrm>
    </dsp:sp>
    <dsp:sp modelId="{73CB6F09-0BC7-4BCE-BC4E-D6526D64DE29}">
      <dsp:nvSpPr>
        <dsp:cNvPr id="0" name=""/>
        <dsp:cNvSpPr/>
      </dsp:nvSpPr>
      <dsp:spPr>
        <a:xfrm rot="3600000">
          <a:off x="3778135" y="2045108"/>
          <a:ext cx="1123818" cy="419062"/>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3903854" y="2128920"/>
        <a:ext cx="872380" cy="251438"/>
      </dsp:txXfrm>
    </dsp:sp>
    <dsp:sp modelId="{3112D08D-5E26-420C-9012-93156B765772}">
      <dsp:nvSpPr>
        <dsp:cNvPr id="0" name=""/>
        <dsp:cNvSpPr/>
      </dsp:nvSpPr>
      <dsp:spPr>
        <a:xfrm>
          <a:off x="4146952" y="2862923"/>
          <a:ext cx="2394642" cy="2262182"/>
        </a:xfrm>
        <a:prstGeom prst="roundRect">
          <a:avLst>
            <a:gd name="adj" fmla="val 10000"/>
          </a:avLst>
        </a:prstGeom>
        <a:blipFill rotWithShape="0">
          <a:blip xmlns:r="http://schemas.openxmlformats.org/officeDocument/2006/relationships" r:embed="rId2"/>
          <a:srcRect/>
          <a:stretch>
            <a:fillRect t="-27000" b="-2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US" sz="6000" kern="1200" dirty="0"/>
            <a:t> </a:t>
          </a:r>
        </a:p>
      </dsp:txBody>
      <dsp:txXfrm>
        <a:off x="4213209" y="2929180"/>
        <a:ext cx="2262128" cy="2129668"/>
      </dsp:txXfrm>
    </dsp:sp>
    <dsp:sp modelId="{966D7D65-0909-4D05-8FB4-5D244A791482}">
      <dsp:nvSpPr>
        <dsp:cNvPr id="0" name=""/>
        <dsp:cNvSpPr/>
      </dsp:nvSpPr>
      <dsp:spPr>
        <a:xfrm rot="10800000">
          <a:off x="2806378" y="3784483"/>
          <a:ext cx="1123818" cy="419062"/>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2932097" y="3868295"/>
        <a:ext cx="872380" cy="251438"/>
      </dsp:txXfrm>
    </dsp:sp>
    <dsp:sp modelId="{8A00EA9C-C5E6-44F5-B80D-1070AADCC929}">
      <dsp:nvSpPr>
        <dsp:cNvPr id="0" name=""/>
        <dsp:cNvSpPr/>
      </dsp:nvSpPr>
      <dsp:spPr>
        <a:xfrm>
          <a:off x="194981" y="3066474"/>
          <a:ext cx="2394642" cy="1855081"/>
        </a:xfrm>
        <a:prstGeom prst="roundRect">
          <a:avLst>
            <a:gd name="adj" fmla="val 10000"/>
          </a:avLst>
        </a:prstGeom>
        <a:blipFill rotWithShape="0">
          <a:blip xmlns:r="http://schemas.openxmlformats.org/officeDocument/2006/relationships" r:embed="rId3"/>
          <a:srcRect/>
          <a:stretch>
            <a:fillRect l="-3000" r="-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US" sz="6000" kern="1200" dirty="0"/>
            <a:t> </a:t>
          </a:r>
        </a:p>
      </dsp:txBody>
      <dsp:txXfrm>
        <a:off x="249314" y="3120807"/>
        <a:ext cx="2285976" cy="1746415"/>
      </dsp:txXfrm>
    </dsp:sp>
    <dsp:sp modelId="{FBC03B4B-BFC5-4A5A-9EDD-F37C651451E1}">
      <dsp:nvSpPr>
        <dsp:cNvPr id="0" name=""/>
        <dsp:cNvSpPr/>
      </dsp:nvSpPr>
      <dsp:spPr>
        <a:xfrm rot="18000000">
          <a:off x="1775862" y="2146883"/>
          <a:ext cx="1123818" cy="419062"/>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1901581" y="2230695"/>
        <a:ext cx="872380" cy="2514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3B588D-78AF-452F-8C45-3A841C207A30}">
      <dsp:nvSpPr>
        <dsp:cNvPr id="0" name=""/>
        <dsp:cNvSpPr/>
      </dsp:nvSpPr>
      <dsp:spPr>
        <a:xfrm>
          <a:off x="1875875" y="32613"/>
          <a:ext cx="4684902" cy="1522971"/>
        </a:xfrm>
        <a:prstGeom prst="rightArrow">
          <a:avLst>
            <a:gd name="adj1" fmla="val 75000"/>
            <a:gd name="adj2" fmla="val 50000"/>
          </a:avLst>
        </a:prstGeom>
        <a:solidFill>
          <a:schemeClr val="accent4">
            <a:alpha val="90000"/>
            <a:tint val="40000"/>
            <a:hueOff val="0"/>
            <a:satOff val="0"/>
            <a:lumOff val="0"/>
            <a:alphaOff val="0"/>
          </a:schemeClr>
        </a:solidFill>
        <a:ln w="12700" cap="flat" cmpd="sng" algn="ctr">
          <a:solidFill>
            <a:schemeClr val="accent4">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None/>
          </a:pPr>
          <a:r>
            <a:rPr lang="en-US" sz="1600" kern="1200" dirty="0"/>
            <a:t>	</a:t>
          </a:r>
        </a:p>
        <a:p>
          <a:pPr marL="342900" lvl="2" indent="-171450" algn="l" defTabSz="711200">
            <a:lnSpc>
              <a:spcPct val="90000"/>
            </a:lnSpc>
            <a:spcBef>
              <a:spcPct val="0"/>
            </a:spcBef>
            <a:spcAft>
              <a:spcPct val="15000"/>
            </a:spcAft>
            <a:buFont typeface="Arial" panose="020B0604020202020204" pitchFamily="34" charset="0"/>
            <a:buNone/>
          </a:pPr>
          <a:r>
            <a:rPr lang="en-US" sz="1600" kern="1200" dirty="0"/>
            <a:t>   Regulatory or procedure reason requires a check for accuracy and certification</a:t>
          </a:r>
        </a:p>
      </dsp:txBody>
      <dsp:txXfrm>
        <a:off x="1875875" y="222984"/>
        <a:ext cx="4113788" cy="1142229"/>
      </dsp:txXfrm>
    </dsp:sp>
    <dsp:sp modelId="{33A0023B-F966-4F9A-8BA5-364AD5F1712D}">
      <dsp:nvSpPr>
        <dsp:cNvPr id="0" name=""/>
        <dsp:cNvSpPr/>
      </dsp:nvSpPr>
      <dsp:spPr>
        <a:xfrm>
          <a:off x="1917" y="0"/>
          <a:ext cx="1873957" cy="1588198"/>
        </a:xfrm>
        <a:prstGeom prst="roundRect">
          <a:avLst/>
        </a:prstGeom>
        <a:blipFill rotWithShape="0">
          <a:blip xmlns:r="http://schemas.openxmlformats.org/officeDocument/2006/relationships" r:embed="rId1"/>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 </a:t>
          </a:r>
        </a:p>
      </dsp:txBody>
      <dsp:txXfrm>
        <a:off x="79446" y="77529"/>
        <a:ext cx="1718899" cy="1433140"/>
      </dsp:txXfrm>
    </dsp:sp>
    <dsp:sp modelId="{644EEED7-0273-4084-948F-89B43E9EE78F}">
      <dsp:nvSpPr>
        <dsp:cNvPr id="0" name=""/>
        <dsp:cNvSpPr/>
      </dsp:nvSpPr>
      <dsp:spPr>
        <a:xfrm>
          <a:off x="1903364" y="1747018"/>
          <a:ext cx="4655560" cy="1588198"/>
        </a:xfrm>
        <a:prstGeom prst="rightArrow">
          <a:avLst>
            <a:gd name="adj1" fmla="val 75000"/>
            <a:gd name="adj2" fmla="val 50000"/>
          </a:avLst>
        </a:prstGeom>
        <a:solidFill>
          <a:schemeClr val="accent4">
            <a:alpha val="90000"/>
            <a:tint val="40000"/>
            <a:hueOff val="0"/>
            <a:satOff val="0"/>
            <a:lumOff val="0"/>
            <a:alphaOff val="0"/>
          </a:schemeClr>
        </a:solidFill>
        <a:ln w="12700" cap="flat" cmpd="sng" algn="ctr">
          <a:solidFill>
            <a:schemeClr val="accent4">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None/>
          </a:pPr>
          <a:r>
            <a:rPr lang="en-US" sz="1600" kern="1200" dirty="0"/>
            <a:t>	</a:t>
          </a:r>
        </a:p>
        <a:p>
          <a:pPr marL="342900" lvl="2" indent="-171450" algn="l" defTabSz="711200">
            <a:lnSpc>
              <a:spcPct val="90000"/>
            </a:lnSpc>
            <a:spcBef>
              <a:spcPct val="0"/>
            </a:spcBef>
            <a:spcAft>
              <a:spcPct val="15000"/>
            </a:spcAft>
            <a:buFont typeface="Arial" panose="020B0604020202020204" pitchFamily="34" charset="0"/>
            <a:buNone/>
          </a:pPr>
          <a:r>
            <a:rPr lang="en-US" sz="1600" kern="1200" dirty="0"/>
            <a:t>   Consumers of the data, for instance a service desk or support team member can trust they are using accurate information</a:t>
          </a:r>
        </a:p>
      </dsp:txBody>
      <dsp:txXfrm>
        <a:off x="1903364" y="1945543"/>
        <a:ext cx="4059986" cy="1191148"/>
      </dsp:txXfrm>
    </dsp:sp>
    <dsp:sp modelId="{D5A9879F-A7F7-4885-8599-56969A096845}">
      <dsp:nvSpPr>
        <dsp:cNvPr id="0" name=""/>
        <dsp:cNvSpPr/>
      </dsp:nvSpPr>
      <dsp:spPr>
        <a:xfrm>
          <a:off x="3771" y="1747018"/>
          <a:ext cx="1899592" cy="1588198"/>
        </a:xfrm>
        <a:prstGeom prst="roundRect">
          <a:avLst/>
        </a:prstGeom>
        <a:blipFill rotWithShape="0">
          <a:blip xmlns:r="http://schemas.openxmlformats.org/officeDocument/2006/relationships" r:embed="rId2"/>
          <a:srcRect/>
          <a:stretch>
            <a:fillRect l="-3000" r="-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 </a:t>
          </a:r>
        </a:p>
      </dsp:txBody>
      <dsp:txXfrm>
        <a:off x="81300" y="1824547"/>
        <a:ext cx="1744534" cy="1433140"/>
      </dsp:txXfrm>
    </dsp:sp>
    <dsp:sp modelId="{EEFB2D0C-665B-4EEC-9C23-80CFFBE993F1}">
      <dsp:nvSpPr>
        <dsp:cNvPr id="0" name=""/>
        <dsp:cNvSpPr/>
      </dsp:nvSpPr>
      <dsp:spPr>
        <a:xfrm>
          <a:off x="1882585" y="3494036"/>
          <a:ext cx="4676608" cy="1588198"/>
        </a:xfrm>
        <a:prstGeom prst="rightArrow">
          <a:avLst>
            <a:gd name="adj1" fmla="val 75000"/>
            <a:gd name="adj2" fmla="val 50000"/>
          </a:avLst>
        </a:prstGeom>
        <a:solidFill>
          <a:schemeClr val="accent4">
            <a:alpha val="90000"/>
            <a:tint val="40000"/>
            <a:hueOff val="0"/>
            <a:satOff val="0"/>
            <a:lumOff val="0"/>
            <a:alphaOff val="0"/>
          </a:schemeClr>
        </a:solidFill>
        <a:ln w="12700" cap="flat" cmpd="sng" algn="ctr">
          <a:solidFill>
            <a:schemeClr val="accent4">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None/>
          </a:pPr>
          <a:endParaRPr lang="en-US" sz="1600" kern="1200" dirty="0"/>
        </a:p>
        <a:p>
          <a:pPr marL="342900" lvl="2" indent="-171450" algn="l" defTabSz="711200">
            <a:lnSpc>
              <a:spcPct val="90000"/>
            </a:lnSpc>
            <a:spcBef>
              <a:spcPct val="0"/>
            </a:spcBef>
            <a:spcAft>
              <a:spcPct val="15000"/>
            </a:spcAft>
            <a:buNone/>
          </a:pPr>
          <a:r>
            <a:rPr lang="en-US" sz="1600" kern="1200" dirty="0"/>
            <a:t>   Certify specific fields on specific tables, inspect what you expect</a:t>
          </a:r>
        </a:p>
        <a:p>
          <a:pPr marL="171450" lvl="1" indent="-171450" algn="l" defTabSz="711200">
            <a:lnSpc>
              <a:spcPct val="90000"/>
            </a:lnSpc>
            <a:spcBef>
              <a:spcPct val="0"/>
            </a:spcBef>
            <a:spcAft>
              <a:spcPct val="15000"/>
            </a:spcAft>
            <a:buChar char="•"/>
          </a:pPr>
          <a:endParaRPr lang="en-US" sz="1600" kern="1200" dirty="0">
            <a:solidFill>
              <a:schemeClr val="accent6"/>
            </a:solidFill>
          </a:endParaRPr>
        </a:p>
      </dsp:txBody>
      <dsp:txXfrm>
        <a:off x="1882585" y="3692561"/>
        <a:ext cx="4081034" cy="1191148"/>
      </dsp:txXfrm>
    </dsp:sp>
    <dsp:sp modelId="{DA68BE01-35BE-4668-B267-45A0AC1E30F1}">
      <dsp:nvSpPr>
        <dsp:cNvPr id="0" name=""/>
        <dsp:cNvSpPr/>
      </dsp:nvSpPr>
      <dsp:spPr>
        <a:xfrm>
          <a:off x="3501" y="3494036"/>
          <a:ext cx="1879084" cy="1588198"/>
        </a:xfrm>
        <a:prstGeom prst="roundRect">
          <a:avLst/>
        </a:prstGeom>
        <a:blipFill rotWithShape="0">
          <a:blip xmlns:r="http://schemas.openxmlformats.org/officeDocument/2006/relationships" r:embed="rId3"/>
          <a:srcRect/>
          <a:stretch>
            <a:fillRect t="-27000" b="-2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 </a:t>
          </a:r>
        </a:p>
      </dsp:txBody>
      <dsp:txXfrm>
        <a:off x="81030" y="3571565"/>
        <a:ext cx="1724026" cy="14331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89CE18-8210-47AA-8C6E-2B426B21D3A7}">
      <dsp:nvSpPr>
        <dsp:cNvPr id="0" name=""/>
        <dsp:cNvSpPr/>
      </dsp:nvSpPr>
      <dsp:spPr>
        <a:xfrm>
          <a:off x="740008" y="0"/>
          <a:ext cx="8386758" cy="4841968"/>
        </a:xfrm>
        <a:prstGeom prst="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2CA430-6874-4DAB-8216-887C17B20D3E}">
      <dsp:nvSpPr>
        <dsp:cNvPr id="0" name=""/>
        <dsp:cNvSpPr/>
      </dsp:nvSpPr>
      <dsp:spPr>
        <a:xfrm>
          <a:off x="3372" y="1452590"/>
          <a:ext cx="2191117" cy="1936787"/>
        </a:xfrm>
        <a:prstGeom prst="roundRect">
          <a:avLst/>
        </a:prstGeom>
        <a:solidFill>
          <a:schemeClr val="accent4">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Ensure Data Quality &amp; Governance – Regularly audit and certify data accuracy using Data Certification and Health Dashboards.</a:t>
          </a:r>
        </a:p>
      </dsp:txBody>
      <dsp:txXfrm>
        <a:off x="97918" y="1547136"/>
        <a:ext cx="2002025" cy="1747695"/>
      </dsp:txXfrm>
    </dsp:sp>
    <dsp:sp modelId="{857A9FD0-597C-4CE0-8893-52C0A182B689}">
      <dsp:nvSpPr>
        <dsp:cNvPr id="0" name=""/>
        <dsp:cNvSpPr/>
      </dsp:nvSpPr>
      <dsp:spPr>
        <a:xfrm>
          <a:off x="2559676" y="1452590"/>
          <a:ext cx="2191117" cy="1936787"/>
        </a:xfrm>
        <a:prstGeom prst="roundRect">
          <a:avLst/>
        </a:prstGeom>
        <a:solidFill>
          <a:schemeClr val="accent4">
            <a:shade val="80000"/>
            <a:hueOff val="-189154"/>
            <a:satOff val="4000"/>
            <a:lumOff val="97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Integrate with ITSM</a:t>
          </a:r>
        </a:p>
      </dsp:txBody>
      <dsp:txXfrm>
        <a:off x="2654222" y="1547136"/>
        <a:ext cx="2002025" cy="1747695"/>
      </dsp:txXfrm>
    </dsp:sp>
    <dsp:sp modelId="{6CB910EE-CF91-4977-8156-D5F475FB39B0}">
      <dsp:nvSpPr>
        <dsp:cNvPr id="0" name=""/>
        <dsp:cNvSpPr/>
      </dsp:nvSpPr>
      <dsp:spPr>
        <a:xfrm>
          <a:off x="5115980" y="1452590"/>
          <a:ext cx="2191117" cy="1936787"/>
        </a:xfrm>
        <a:prstGeom prst="roundRect">
          <a:avLst/>
        </a:prstGeom>
        <a:solidFill>
          <a:schemeClr val="accent4">
            <a:shade val="80000"/>
            <a:hueOff val="-378308"/>
            <a:satOff val="8001"/>
            <a:lumOff val="1945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rPr>
            <a:t>Plan a phased rollout</a:t>
          </a:r>
        </a:p>
      </dsp:txBody>
      <dsp:txXfrm>
        <a:off x="5210526" y="1547136"/>
        <a:ext cx="2002025" cy="1747695"/>
      </dsp:txXfrm>
    </dsp:sp>
    <dsp:sp modelId="{ECF531F6-0C18-42BB-BB16-81E89C9A6044}">
      <dsp:nvSpPr>
        <dsp:cNvPr id="0" name=""/>
        <dsp:cNvSpPr/>
      </dsp:nvSpPr>
      <dsp:spPr>
        <a:xfrm>
          <a:off x="7672284" y="1452590"/>
          <a:ext cx="2191117" cy="1936787"/>
        </a:xfrm>
        <a:prstGeom prst="roundRect">
          <a:avLst/>
        </a:prstGeom>
        <a:solidFill>
          <a:schemeClr val="accent4">
            <a:shade val="80000"/>
            <a:hueOff val="-567462"/>
            <a:satOff val="12001"/>
            <a:lumOff val="291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endParaRPr lang="en-US" sz="1400" kern="1200" dirty="0">
            <a:solidFill>
              <a:schemeClr val="tx1"/>
            </a:solidFill>
          </a:endParaRPr>
        </a:p>
        <a:p>
          <a:pPr marL="0" lvl="0" indent="0" algn="l" defTabSz="622300">
            <a:lnSpc>
              <a:spcPct val="90000"/>
            </a:lnSpc>
            <a:spcBef>
              <a:spcPct val="0"/>
            </a:spcBef>
            <a:spcAft>
              <a:spcPct val="35000"/>
            </a:spcAft>
            <a:buNone/>
          </a:pPr>
          <a:r>
            <a:rPr lang="en-US" sz="1400" kern="1200" dirty="0">
              <a:solidFill>
                <a:schemeClr val="tx1"/>
              </a:solidFill>
            </a:rPr>
            <a:t>ServiceNow recommendation :</a:t>
          </a:r>
        </a:p>
        <a:p>
          <a:pPr marL="114300" lvl="1" indent="-114300" algn="l" defTabSz="622300">
            <a:lnSpc>
              <a:spcPct val="90000"/>
            </a:lnSpc>
            <a:spcBef>
              <a:spcPct val="0"/>
            </a:spcBef>
            <a:spcAft>
              <a:spcPct val="15000"/>
            </a:spcAft>
            <a:buNone/>
          </a:pPr>
          <a:r>
            <a:rPr lang="en-US" sz="1400" kern="1200">
              <a:solidFill>
                <a:schemeClr val="tx1"/>
              </a:solidFill>
              <a:hlinkClick xmlns:r="http://schemas.openxmlformats.org/officeDocument/2006/relationships" r:id="rId1">
                <a:extLst>
                  <a:ext uri="{A12FA001-AC4F-418D-AE19-62706E023703}">
                    <ahyp:hlinkClr xmlns:ahyp="http://schemas.microsoft.com/office/drawing/2018/hyperlinkcolor" val="tx"/>
                  </a:ext>
                </a:extLst>
              </a:hlinkClick>
            </a:rPr>
            <a:t>How to configure incident management to align with CSDM</a:t>
          </a:r>
          <a:endParaRPr lang="en-US" sz="1400" kern="1200" dirty="0">
            <a:solidFill>
              <a:schemeClr val="tx1"/>
            </a:solidFill>
          </a:endParaRPr>
        </a:p>
      </dsp:txBody>
      <dsp:txXfrm>
        <a:off x="7766830" y="1547136"/>
        <a:ext cx="2002025" cy="174769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2/18/2025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ED2950FC-64C0-50D7-5101-884A13ED2F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CEA88831-A930-596B-0685-672024BE271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2A3FD0A0-F4FB-BC20-358F-C4F179AA898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2D389891-233D-6282-224F-6B8EC0182D2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D61DD8-56E8-44DB-8D68-9188DEA50502}" type="datetimeFigureOut">
              <a:rPr lang="en-US" smtClean="0"/>
              <a:t>2/18/2025</a:t>
            </a:fld>
            <a:endParaRPr lang="en-US"/>
          </a:p>
        </p:txBody>
      </p:sp>
      <p:sp>
        <p:nvSpPr>
          <p:cNvPr id="12" name="Notes Placeholder 11">
            <a:extLst>
              <a:ext uri="{FF2B5EF4-FFF2-40B4-BE49-F238E27FC236}">
                <a16:creationId xmlns:a16="http://schemas.microsoft.com/office/drawing/2014/main" id="{F2A2D99A-04B6-3AD9-B6DA-EEE29FB0DDF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EF4F81C-C1F0-7738-A271-96AF417D7F89}"/>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4C781-2765-427A-A960-385CE0D0CAB9}"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sz="2400" dirty="0"/>
              <a:t>Hello, my name is Eric Jehl, and I have nine years of experience in ServiceNow with a focus on IT Service Management. Today, this workshop will help you understand how to leverage the Configuration Management Database (CMDB) and the Common Service Data Model (CSDM) to maximize, during your project, the benefits of ServiceNow.</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2014797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182B-1D98-8ADB-95B8-66A113AE3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595D9-F1DB-F24B-0156-F11771CD0555}"/>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1B3D2E37-B5C4-6AB8-F248-3E32D20394A5}"/>
              </a:ext>
            </a:extLst>
          </p:cNvPr>
          <p:cNvSpPr>
            <a:spLocks noGrp="1"/>
          </p:cNvSpPr>
          <p:nvPr>
            <p:ph type="body" idx="1"/>
          </p:nvPr>
        </p:nvSpPr>
        <p:spPr>
          <a:xfrm>
            <a:off x="685800" y="4400550"/>
            <a:ext cx="5486400" cy="3600450"/>
          </a:xfrm>
          <a:prstGeom prst="rect">
            <a:avLst/>
          </a:prstGeom>
        </p:spPr>
        <p:txBody>
          <a:bodyPr/>
          <a:lstStyle/>
          <a:p>
            <a:r>
              <a:rPr lang="en-US" dirty="0"/>
              <a:t>The first part will help you </a:t>
            </a:r>
            <a:r>
              <a:rPr lang="en-US" b="1" dirty="0"/>
              <a:t>understand the key concepts of the CSDM Data Model</a:t>
            </a:r>
            <a:r>
              <a:rPr lang="en-US" dirty="0"/>
              <a:t>, and we will explore how to </a:t>
            </a:r>
            <a:r>
              <a:rPr lang="en-US" b="1" dirty="0"/>
              <a:t>apply them in a Change Management scenario</a:t>
            </a:r>
            <a:r>
              <a:rPr lang="en-US" dirty="0"/>
              <a:t>.</a:t>
            </a:r>
          </a:p>
          <a:p>
            <a:r>
              <a:rPr lang="en-US" dirty="0"/>
              <a:t>In the second part, I will introduce some </a:t>
            </a:r>
            <a:r>
              <a:rPr lang="en-US" b="1" dirty="0"/>
              <a:t>key elements of ServiceNow's capabilities</a:t>
            </a:r>
            <a:endParaRPr lang="en-US" dirty="0"/>
          </a:p>
          <a:p>
            <a:r>
              <a:rPr lang="en-US" dirty="0"/>
              <a:t>In the third part, I will present the </a:t>
            </a:r>
            <a:r>
              <a:rPr lang="en-US" b="1" dirty="0"/>
              <a:t>different steps for implementing your CMDB/CSDM project</a:t>
            </a:r>
            <a:r>
              <a:rPr lang="en-US" dirty="0"/>
              <a:t>, providing a clear roadmap for a successful deployment.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a conclusion, I will </a:t>
            </a:r>
            <a:r>
              <a:rPr lang="en-US" b="1" dirty="0"/>
              <a:t>recap the key points of the presentation</a:t>
            </a:r>
            <a:r>
              <a:rPr lang="en-US" dirty="0"/>
              <a:t>, reinforcing the essential concepts and takeaways.</a:t>
            </a:r>
          </a:p>
          <a:p>
            <a:endParaRPr lang="en-US" dirty="0"/>
          </a:p>
          <a:p>
            <a:r>
              <a:rPr lang="en-US" dirty="0"/>
              <a:t>Data Model</a:t>
            </a:r>
          </a:p>
          <a:p>
            <a:pPr lvl="1"/>
            <a:r>
              <a:rPr lang="en-US" dirty="0"/>
              <a:t>CSDM capabilities (3 notions of Application (BA, AS, Application CI), 3 notions of Services (BS, SO, TS, AS)</a:t>
            </a:r>
          </a:p>
          <a:p>
            <a:pPr lvl="1"/>
            <a:r>
              <a:rPr lang="en-US" dirty="0" err="1"/>
              <a:t>Exemple</a:t>
            </a:r>
            <a:r>
              <a:rPr lang="en-US" dirty="0"/>
              <a:t> with change Management Service Owner Approve a group</a:t>
            </a:r>
          </a:p>
          <a:p>
            <a:pPr lvl="1"/>
            <a:endParaRPr lang="en-US" dirty="0"/>
          </a:p>
          <a:p>
            <a:r>
              <a:rPr lang="en-US" dirty="0"/>
              <a:t>ServiceNow capabilities</a:t>
            </a:r>
          </a:p>
          <a:p>
            <a:pPr lvl="1"/>
            <a:r>
              <a:rPr lang="en-US" dirty="0"/>
              <a:t>CMDB Key elements </a:t>
            </a:r>
          </a:p>
          <a:p>
            <a:pPr lvl="1"/>
            <a:r>
              <a:rPr lang="en-US" dirty="0"/>
              <a:t>Health dashboard</a:t>
            </a:r>
          </a:p>
          <a:p>
            <a:pPr lvl="1"/>
            <a:r>
              <a:rPr lang="en-US" dirty="0"/>
              <a:t>Data certification</a:t>
            </a:r>
          </a:p>
          <a:p>
            <a:pPr lvl="1"/>
            <a:r>
              <a:rPr lang="en-US" dirty="0"/>
              <a:t>CSDM &amp; CMDB Automation </a:t>
            </a:r>
          </a:p>
          <a:p>
            <a:r>
              <a:rPr lang="en-US" dirty="0"/>
              <a:t>CMDB Project Overview</a:t>
            </a:r>
          </a:p>
          <a:p>
            <a:r>
              <a:rPr lang="en-US" dirty="0"/>
              <a:t>Next Steps</a:t>
            </a:r>
          </a:p>
          <a:p>
            <a:r>
              <a:rPr lang="en-US" dirty="0"/>
              <a:t>Conclusion</a:t>
            </a:r>
          </a:p>
          <a:p>
            <a:endParaRPr lang="en-US" dirty="0"/>
          </a:p>
          <a:p>
            <a:endParaRPr lang="en-US" sz="2000" dirty="0"/>
          </a:p>
        </p:txBody>
      </p:sp>
      <p:sp>
        <p:nvSpPr>
          <p:cNvPr id="4" name="Slide Number Placeholder 3">
            <a:extLst>
              <a:ext uri="{FF2B5EF4-FFF2-40B4-BE49-F238E27FC236}">
                <a16:creationId xmlns:a16="http://schemas.microsoft.com/office/drawing/2014/main" id="{3C0E7CF9-A6F4-7321-9BE0-B0C262BF93A0}"/>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2</a:t>
            </a:fld>
            <a:endParaRPr lang="en-US" altLang="zh-CN" dirty="0"/>
          </a:p>
        </p:txBody>
      </p:sp>
    </p:spTree>
    <p:extLst>
      <p:ext uri="{BB962C8B-B14F-4D97-AF65-F5344CB8AC3E}">
        <p14:creationId xmlns:p14="http://schemas.microsoft.com/office/powerpoint/2010/main" val="1766097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b="0" dirty="0"/>
              <a:t>Sovereign Bank's Remedy system is highly customized, making CMDB governance difficult.</a:t>
            </a:r>
          </a:p>
          <a:p>
            <a:r>
              <a:rPr lang="en-US" sz="2800" b="0" dirty="0"/>
              <a:t>Data is inconsistent and scattered across different tools with no unified model.</a:t>
            </a:r>
          </a:p>
          <a:p>
            <a:r>
              <a:rPr lang="en-US" sz="2800" b="0" dirty="0"/>
              <a:t>Resistance to change exists due to long-standing processes and fragmented ownership.</a:t>
            </a:r>
          </a:p>
          <a:p>
            <a:r>
              <a:rPr lang="en-US" sz="2800" b="0" dirty="0"/>
              <a:t>Business impact: Inefficiencies, difficulty in service ownership identification, and compliance risks.</a:t>
            </a:r>
          </a:p>
        </p:txBody>
      </p:sp>
      <p:sp>
        <p:nvSpPr>
          <p:cNvPr id="4" name="Slide Number Placeholder 3"/>
          <p:cNvSpPr>
            <a:spLocks noGrp="1"/>
          </p:cNvSpPr>
          <p:nvPr>
            <p:ph type="sldNum" sz="quarter" idx="5"/>
          </p:nvPr>
        </p:nvSpPr>
        <p:spPr/>
        <p:txBody>
          <a:bodyPr/>
          <a:lstStyle/>
          <a:p>
            <a:fld id="{C384C781-2765-427A-A960-385CE0D0CAB9}" type="slidenum">
              <a:rPr lang="en-US" smtClean="0"/>
              <a:t>3</a:t>
            </a:fld>
            <a:endParaRPr lang="en-US"/>
          </a:p>
        </p:txBody>
      </p:sp>
    </p:spTree>
    <p:extLst>
      <p:ext uri="{BB962C8B-B14F-4D97-AF65-F5344CB8AC3E}">
        <p14:creationId xmlns:p14="http://schemas.microsoft.com/office/powerpoint/2010/main" val="4216629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b="0" dirty="0"/>
              <a:t>Sovereign Bank's Remedy system is highly customized, making CMDB governance difficult.</a:t>
            </a:r>
          </a:p>
          <a:p>
            <a:r>
              <a:rPr lang="en-US" sz="2800" b="0" dirty="0"/>
              <a:t>Data is inconsistent and scattered across different tools with no unified model.</a:t>
            </a:r>
          </a:p>
          <a:p>
            <a:r>
              <a:rPr lang="en-US" sz="2800" b="0" dirty="0"/>
              <a:t>Resistance to change exists due to long-standing processes and fragmented ownership.</a:t>
            </a:r>
          </a:p>
          <a:p>
            <a:r>
              <a:rPr lang="en-US" sz="2800" b="0" dirty="0"/>
              <a:t>Business impact: Inefficiencies, difficulty in service ownership identification, and compliance risks.</a:t>
            </a:r>
          </a:p>
        </p:txBody>
      </p:sp>
      <p:sp>
        <p:nvSpPr>
          <p:cNvPr id="4" name="Slide Number Placeholder 3"/>
          <p:cNvSpPr>
            <a:spLocks noGrp="1"/>
          </p:cNvSpPr>
          <p:nvPr>
            <p:ph type="sldNum" sz="quarter" idx="5"/>
          </p:nvPr>
        </p:nvSpPr>
        <p:spPr/>
        <p:txBody>
          <a:bodyPr/>
          <a:lstStyle/>
          <a:p>
            <a:fld id="{C384C781-2765-427A-A960-385CE0D0CAB9}" type="slidenum">
              <a:rPr lang="en-US" smtClean="0"/>
              <a:t>4</a:t>
            </a:fld>
            <a:endParaRPr lang="en-US"/>
          </a:p>
        </p:txBody>
      </p:sp>
    </p:spTree>
    <p:extLst>
      <p:ext uri="{BB962C8B-B14F-4D97-AF65-F5344CB8AC3E}">
        <p14:creationId xmlns:p14="http://schemas.microsoft.com/office/powerpoint/2010/main" val="3535517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4BF78-2E6C-8B22-657E-1C77BC7FC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42938-8FBD-2F6A-28F5-576D9F92B6B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AA52D41-7DB0-41F3-F58D-C71B7D52CBBB}"/>
              </a:ext>
            </a:extLst>
          </p:cNvPr>
          <p:cNvSpPr>
            <a:spLocks noGrp="1"/>
          </p:cNvSpPr>
          <p:nvPr>
            <p:ph type="body" idx="1"/>
          </p:nvPr>
        </p:nvSpPr>
        <p:spPr>
          <a:xfrm>
            <a:off x="685800" y="4400550"/>
            <a:ext cx="5486400" cy="3600450"/>
          </a:xfrm>
          <a:prstGeom prst="rect">
            <a:avLst/>
          </a:prstGeom>
        </p:spPr>
        <p:txBody>
          <a:bodyPr/>
          <a:lstStyle/>
          <a:p>
            <a:pPr>
              <a:buFont typeface="Arial" panose="020B0604020202020204" pitchFamily="34" charset="0"/>
              <a:buNone/>
            </a:pPr>
            <a:r>
              <a:rPr lang="en-US" b="0" dirty="0"/>
              <a:t>CSDM standardizes data across ITSM, ITOM, and HR → Provides a single source of truth.</a:t>
            </a:r>
          </a:p>
          <a:p>
            <a:pPr>
              <a:buFont typeface="Arial" panose="020B0604020202020204" pitchFamily="34" charset="0"/>
              <a:buNone/>
            </a:pPr>
            <a:endParaRPr lang="en-US" b="0" dirty="0"/>
          </a:p>
          <a:p>
            <a:pPr>
              <a:buFont typeface="Arial" panose="020B0604020202020204" pitchFamily="34" charset="0"/>
              <a:buNone/>
            </a:pPr>
            <a:r>
              <a:rPr lang="en-US" b="0" dirty="0"/>
              <a:t>Aligns application and service portfolios → Enables clear service ownership in Change Management.</a:t>
            </a:r>
          </a:p>
          <a:p>
            <a:pPr>
              <a:buFont typeface="Arial" panose="020B0604020202020204" pitchFamily="34" charset="0"/>
              <a:buNone/>
            </a:pPr>
            <a:endParaRPr lang="en-US" b="0" dirty="0"/>
          </a:p>
          <a:p>
            <a:pPr>
              <a:buFont typeface="Arial" panose="020B0604020202020204" pitchFamily="34" charset="0"/>
              <a:buNone/>
            </a:pPr>
            <a:r>
              <a:rPr lang="en-US" b="0" dirty="0"/>
              <a:t>Automated discovery &amp; data certification → Reduces technical debt and ensures CMDB accuracy.</a:t>
            </a:r>
          </a:p>
          <a:p>
            <a:pPr>
              <a:buFont typeface="Arial" panose="020B0604020202020204" pitchFamily="34" charset="0"/>
              <a:buNone/>
            </a:pPr>
            <a:endParaRPr lang="en-US" b="0" dirty="0"/>
          </a:p>
          <a:p>
            <a:pPr>
              <a:buFont typeface="Arial" panose="020B0604020202020204" pitchFamily="34" charset="0"/>
              <a:buNone/>
            </a:pPr>
            <a:r>
              <a:rPr lang="en-US" b="0" dirty="0"/>
              <a:t>Supports scalability across Sovereign Bank Group → Future-proof and integrates with ITOM.</a:t>
            </a:r>
          </a:p>
        </p:txBody>
      </p:sp>
      <p:sp>
        <p:nvSpPr>
          <p:cNvPr id="4" name="Slide Number Placeholder 3">
            <a:extLst>
              <a:ext uri="{FF2B5EF4-FFF2-40B4-BE49-F238E27FC236}">
                <a16:creationId xmlns:a16="http://schemas.microsoft.com/office/drawing/2014/main" id="{D0BF5BE9-FF25-F562-EF8D-604200BA1EA6}"/>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5</a:t>
            </a:fld>
            <a:endParaRPr lang="en-US" altLang="zh-CN" dirty="0"/>
          </a:p>
        </p:txBody>
      </p:sp>
    </p:spTree>
    <p:extLst>
      <p:ext uri="{BB962C8B-B14F-4D97-AF65-F5344CB8AC3E}">
        <p14:creationId xmlns:p14="http://schemas.microsoft.com/office/powerpoint/2010/main" val="67873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4BF78-2E6C-8B22-657E-1C77BC7FC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42938-8FBD-2F6A-28F5-576D9F92B6B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AA52D41-7DB0-41F3-F58D-C71B7D52CBBB}"/>
              </a:ext>
            </a:extLst>
          </p:cNvPr>
          <p:cNvSpPr>
            <a:spLocks noGrp="1"/>
          </p:cNvSpPr>
          <p:nvPr>
            <p:ph type="body" idx="1"/>
          </p:nvPr>
        </p:nvSpPr>
        <p:spPr>
          <a:xfrm>
            <a:off x="685800" y="4400550"/>
            <a:ext cx="5486400" cy="3600450"/>
          </a:xfrm>
          <a:prstGeom prst="rect">
            <a:avLst/>
          </a:prstGeom>
        </p:spPr>
        <p:txBody>
          <a:bodyPr/>
          <a:lstStyle/>
          <a:p>
            <a:pPr>
              <a:buFont typeface="Arial" panose="020B0604020202020204" pitchFamily="34" charset="0"/>
              <a:buNone/>
            </a:pPr>
            <a:r>
              <a:rPr lang="en-US" b="0" dirty="0"/>
              <a:t>CSDM standardizes data across ITSM, ITOM, and HR → Provides a single source of truth.</a:t>
            </a:r>
          </a:p>
          <a:p>
            <a:pPr>
              <a:buFont typeface="Arial" panose="020B0604020202020204" pitchFamily="34" charset="0"/>
              <a:buNone/>
            </a:pPr>
            <a:endParaRPr lang="en-US" b="0" dirty="0"/>
          </a:p>
          <a:p>
            <a:pPr>
              <a:buFont typeface="Arial" panose="020B0604020202020204" pitchFamily="34" charset="0"/>
              <a:buNone/>
            </a:pPr>
            <a:r>
              <a:rPr lang="en-US" b="0" dirty="0"/>
              <a:t>Aligns application and service portfolios → Enables clear service ownership in Change Management.</a:t>
            </a:r>
          </a:p>
          <a:p>
            <a:pPr>
              <a:buFont typeface="Arial" panose="020B0604020202020204" pitchFamily="34" charset="0"/>
              <a:buNone/>
            </a:pPr>
            <a:endParaRPr lang="en-US" b="0" dirty="0"/>
          </a:p>
          <a:p>
            <a:pPr>
              <a:buFont typeface="Arial" panose="020B0604020202020204" pitchFamily="34" charset="0"/>
              <a:buNone/>
            </a:pPr>
            <a:r>
              <a:rPr lang="en-US" b="0" dirty="0"/>
              <a:t>Automated discovery &amp; data certification → Reduces technical debt and ensures CMDB accuracy.</a:t>
            </a:r>
          </a:p>
          <a:p>
            <a:pPr>
              <a:buFont typeface="Arial" panose="020B0604020202020204" pitchFamily="34" charset="0"/>
              <a:buNone/>
            </a:pPr>
            <a:endParaRPr lang="en-US" b="0" dirty="0"/>
          </a:p>
          <a:p>
            <a:pPr>
              <a:buFont typeface="Arial" panose="020B0604020202020204" pitchFamily="34" charset="0"/>
              <a:buNone/>
            </a:pPr>
            <a:r>
              <a:rPr lang="en-US" b="0" dirty="0"/>
              <a:t>Supports scalability across Sovereign Bank Group → Future-proof and integrates with ITOM.</a:t>
            </a:r>
          </a:p>
        </p:txBody>
      </p:sp>
      <p:sp>
        <p:nvSpPr>
          <p:cNvPr id="4" name="Slide Number Placeholder 3">
            <a:extLst>
              <a:ext uri="{FF2B5EF4-FFF2-40B4-BE49-F238E27FC236}">
                <a16:creationId xmlns:a16="http://schemas.microsoft.com/office/drawing/2014/main" id="{D0BF5BE9-FF25-F562-EF8D-604200BA1EA6}"/>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3876146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4BF78-2E6C-8B22-657E-1C77BC7FC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42938-8FBD-2F6A-28F5-576D9F92B6B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AA52D41-7DB0-41F3-F58D-C71B7D52CBBB}"/>
              </a:ext>
            </a:extLst>
          </p:cNvPr>
          <p:cNvSpPr>
            <a:spLocks noGrp="1"/>
          </p:cNvSpPr>
          <p:nvPr>
            <p:ph type="body" idx="1"/>
          </p:nvPr>
        </p:nvSpPr>
        <p:spPr>
          <a:xfrm>
            <a:off x="685800" y="4400550"/>
            <a:ext cx="5486400" cy="3600450"/>
          </a:xfrm>
          <a:prstGeom prst="rect">
            <a:avLst/>
          </a:prstGeom>
        </p:spPr>
        <p:txBody>
          <a:bodyPr/>
          <a:lstStyle/>
          <a:p>
            <a:r>
              <a:rPr lang="en-US" i="0" dirty="0"/>
              <a:t>Now that we understand why a well-structured CMDB and CSDM framework are essential for Sovereign Bank, the next step is ensuring that we correctly classify and structure our data. A key part of this is understanding how applications fit within the data model—what defines an application, how it relates to services, and why this classification is critical for governance, automation, and accurate reporting.</a:t>
            </a:r>
          </a:p>
          <a:p>
            <a:endParaRPr lang="en-US" dirty="0"/>
          </a:p>
          <a:p>
            <a:r>
              <a:rPr lang="en-US" dirty="0"/>
              <a:t>To start, when you're in a company and you ask three different people, </a:t>
            </a:r>
            <a:r>
              <a:rPr lang="en-US" b="1" dirty="0"/>
              <a:t>"What is an application?"</a:t>
            </a:r>
            <a:r>
              <a:rPr lang="en-US" dirty="0"/>
              <a:t>, you'll likely get three different answers.</a:t>
            </a:r>
          </a:p>
          <a:p>
            <a:r>
              <a:rPr lang="en-US" dirty="0"/>
              <a:t>These people are saying three different things, but everyone is right: what we need is a unified model to organize these elements, and this is where the CSDM comes in.</a:t>
            </a:r>
            <a:endParaRPr lang="en-US" b="0" i="0" dirty="0">
              <a:solidFill>
                <a:srgbClr val="D1D2D3"/>
              </a:solidFill>
              <a:effectLst/>
              <a:latin typeface="Slack-Lato"/>
            </a:endParaRPr>
          </a:p>
        </p:txBody>
      </p:sp>
      <p:sp>
        <p:nvSpPr>
          <p:cNvPr id="4" name="Slide Number Placeholder 3">
            <a:extLst>
              <a:ext uri="{FF2B5EF4-FFF2-40B4-BE49-F238E27FC236}">
                <a16:creationId xmlns:a16="http://schemas.microsoft.com/office/drawing/2014/main" id="{D0BF5BE9-FF25-F562-EF8D-604200BA1EA6}"/>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7</a:t>
            </a:fld>
            <a:endParaRPr lang="en-US" altLang="zh-CN" dirty="0"/>
          </a:p>
        </p:txBody>
      </p:sp>
    </p:spTree>
    <p:extLst>
      <p:ext uri="{BB962C8B-B14F-4D97-AF65-F5344CB8AC3E}">
        <p14:creationId xmlns:p14="http://schemas.microsoft.com/office/powerpoint/2010/main" val="1950384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these three different applications will be organized in three different places: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D1D2D3"/>
              </a:solidFill>
              <a:effectLst/>
              <a:latin typeface="Slack-Lato"/>
            </a:endParaRPr>
          </a:p>
          <a:p>
            <a:r>
              <a:rPr lang="en-US" b="0" i="0" dirty="0">
                <a:solidFill>
                  <a:srgbClr val="D1D2D3"/>
                </a:solidFill>
                <a:effectLst/>
                <a:latin typeface="Slack-Lato"/>
              </a:rPr>
              <a:t>And we can draw an Application Axis :</a:t>
            </a:r>
          </a:p>
          <a:p>
            <a:r>
              <a:rPr lang="en-US" dirty="0"/>
              <a:t>The </a:t>
            </a:r>
            <a:r>
              <a:rPr lang="en-US" b="1" dirty="0"/>
              <a:t>Blue Axis</a:t>
            </a:r>
            <a:r>
              <a:rPr lang="en-US" dirty="0"/>
              <a:t> allows navigation through CSDM from different Application perspectives:</a:t>
            </a:r>
          </a:p>
          <a:p>
            <a:pPr>
              <a:buFont typeface="Arial" panose="020B0604020202020204" pitchFamily="34" charset="0"/>
              <a:buChar char="•"/>
            </a:pPr>
            <a:r>
              <a:rPr lang="en-US" b="1" dirty="0"/>
              <a:t>Business Application</a:t>
            </a:r>
            <a:r>
              <a:rPr lang="en-US" dirty="0"/>
              <a:t> represents the </a:t>
            </a:r>
            <a:r>
              <a:rPr lang="en-US" b="1" dirty="0"/>
              <a:t>business view</a:t>
            </a:r>
            <a:r>
              <a:rPr lang="en-US" dirty="0"/>
              <a:t>, delivering value to the organization.</a:t>
            </a:r>
          </a:p>
          <a:p>
            <a:pPr>
              <a:buFont typeface="Arial" panose="020B0604020202020204" pitchFamily="34" charset="0"/>
              <a:buChar char="•"/>
            </a:pPr>
            <a:r>
              <a:rPr lang="en-US" b="1" dirty="0"/>
              <a:t>Application Service</a:t>
            </a:r>
            <a:r>
              <a:rPr lang="en-US" dirty="0"/>
              <a:t> is an </a:t>
            </a:r>
            <a:r>
              <a:rPr lang="en-US" b="1" dirty="0"/>
              <a:t>IT service</a:t>
            </a:r>
            <a:r>
              <a:rPr lang="en-US" dirty="0"/>
              <a:t> that supports and delivers a Business Application.</a:t>
            </a:r>
          </a:p>
          <a:p>
            <a:pPr>
              <a:buFont typeface="Arial" panose="020B0604020202020204" pitchFamily="34" charset="0"/>
              <a:buChar char="•"/>
            </a:pPr>
            <a:r>
              <a:rPr lang="en-US" b="1" dirty="0"/>
              <a:t>Application CI</a:t>
            </a:r>
            <a:r>
              <a:rPr lang="en-US" dirty="0"/>
              <a:t> consists of </a:t>
            </a:r>
            <a:r>
              <a:rPr lang="en-US" b="1" dirty="0"/>
              <a:t>technical components</a:t>
            </a:r>
            <a:r>
              <a:rPr lang="en-US" dirty="0"/>
              <a:t> managed in the CMDB.</a:t>
            </a:r>
          </a:p>
          <a:p>
            <a:endParaRPr lang="en-US" b="0" i="0" dirty="0">
              <a:solidFill>
                <a:srgbClr val="D1D2D3"/>
              </a:solidFill>
              <a:effectLst/>
              <a:latin typeface="Slack-Lato"/>
            </a:endParaRPr>
          </a:p>
        </p:txBody>
      </p:sp>
      <p:sp>
        <p:nvSpPr>
          <p:cNvPr id="4" name="Slide Number Placeholder 3"/>
          <p:cNvSpPr>
            <a:spLocks noGrp="1"/>
          </p:cNvSpPr>
          <p:nvPr>
            <p:ph type="sldNum" sz="quarter" idx="5"/>
          </p:nvPr>
        </p:nvSpPr>
        <p:spPr/>
        <p:txBody>
          <a:bodyPr/>
          <a:lstStyle/>
          <a:p>
            <a:fld id="{074299CD-3469-7241-AD37-C0E01E3A61D2}" type="slidenum">
              <a:rPr lang="en-US" smtClean="0"/>
              <a:pPr/>
              <a:t>8</a:t>
            </a:fld>
            <a:endParaRPr lang="en-US" dirty="0"/>
          </a:p>
        </p:txBody>
      </p:sp>
    </p:spTree>
    <p:extLst>
      <p:ext uri="{BB962C8B-B14F-4D97-AF65-F5344CB8AC3E}">
        <p14:creationId xmlns:p14="http://schemas.microsoft.com/office/powerpoint/2010/main" val="400538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diagram presented the CSDM from an application perspective, and now I will present it from a services perspective.</a:t>
            </a:r>
            <a:endParaRPr lang="en-US" b="1" i="0" dirty="0">
              <a:solidFill>
                <a:srgbClr val="D1D2D3"/>
              </a:solidFill>
              <a:effectLst/>
              <a:latin typeface="Slack-Lato"/>
            </a:endParaRPr>
          </a:p>
          <a:p>
            <a:endParaRPr lang="en-US" b="1" i="0" dirty="0">
              <a:solidFill>
                <a:srgbClr val="D1D2D3"/>
              </a:solidFill>
              <a:effectLst/>
              <a:latin typeface="Slack-Lato"/>
            </a:endParaRPr>
          </a:p>
          <a:p>
            <a:r>
              <a:rPr lang="en-US" b="1" i="0" dirty="0">
                <a:solidFill>
                  <a:srgbClr val="D1D2D3"/>
                </a:solidFill>
                <a:effectLst/>
                <a:latin typeface="Slack-Lato"/>
              </a:rPr>
              <a:t>Consumer view</a:t>
            </a:r>
          </a:p>
          <a:p>
            <a:r>
              <a:rPr lang="en-US" dirty="0"/>
              <a:t>From the client's perspective, the </a:t>
            </a:r>
            <a:r>
              <a:rPr lang="en-US" b="1" dirty="0"/>
              <a:t>Business Service</a:t>
            </a:r>
            <a:r>
              <a:rPr lang="en-US" dirty="0"/>
              <a:t> "Loan Money" is the service offered by the bank</a:t>
            </a:r>
          </a:p>
          <a:p>
            <a:r>
              <a:rPr lang="en-US" b="0" i="0" dirty="0">
                <a:solidFill>
                  <a:srgbClr val="D1D2D3"/>
                </a:solidFill>
                <a:effectLst/>
                <a:latin typeface="Slack-Lato"/>
              </a:rPr>
              <a:t>To load Money, the bank has different offers for its clients like Consumer loan or House Loan</a:t>
            </a:r>
          </a:p>
          <a:p>
            <a:endParaRPr lang="en-US" b="0" i="0" dirty="0">
              <a:solidFill>
                <a:srgbClr val="D1D2D3"/>
              </a:solidFill>
              <a:effectLst/>
              <a:latin typeface="Slack-Lato"/>
            </a:endParaRPr>
          </a:p>
          <a:p>
            <a:r>
              <a:rPr lang="en-US" b="1" i="0" dirty="0">
                <a:solidFill>
                  <a:srgbClr val="D1D2D3"/>
                </a:solidFill>
                <a:effectLst/>
                <a:latin typeface="Slack-Lato"/>
              </a:rPr>
              <a:t>IT Provider </a:t>
            </a:r>
            <a:r>
              <a:rPr lang="en-US" b="0" i="0" dirty="0">
                <a:solidFill>
                  <a:srgbClr val="D1D2D3"/>
                </a:solidFill>
                <a:effectLst/>
                <a:latin typeface="Slack-Lato"/>
              </a:rPr>
              <a:t>: </a:t>
            </a:r>
          </a:p>
          <a:p>
            <a:r>
              <a:rPr lang="en-US" dirty="0"/>
              <a:t>The </a:t>
            </a:r>
            <a:r>
              <a:rPr lang="en-US" b="1" dirty="0"/>
              <a:t>Technical Service</a:t>
            </a:r>
            <a:r>
              <a:rPr lang="en-US" dirty="0"/>
              <a:t> represents the overall </a:t>
            </a:r>
            <a:r>
              <a:rPr lang="en-US" b="1" dirty="0"/>
              <a:t>Credit Check processing</a:t>
            </a:r>
          </a:p>
          <a:p>
            <a:r>
              <a:rPr lang="en-US" dirty="0"/>
              <a:t>The </a:t>
            </a:r>
            <a:r>
              <a:rPr lang="en-US" b="1" dirty="0"/>
              <a:t>Technical Service Offering</a:t>
            </a:r>
            <a:r>
              <a:rPr lang="en-US" dirty="0"/>
              <a:t> defines its delivery options and also the support group and the approval group</a:t>
            </a:r>
            <a:endParaRPr lang="en-US" b="0" i="0" dirty="0">
              <a:solidFill>
                <a:srgbClr val="D1D2D3"/>
              </a:solidFill>
              <a:effectLst/>
              <a:latin typeface="Slack-Lato"/>
            </a:endParaRPr>
          </a:p>
          <a:p>
            <a:endParaRPr lang="en-US" b="1" i="0" dirty="0">
              <a:solidFill>
                <a:srgbClr val="D1D2D3"/>
              </a:solidFill>
              <a:effectLst/>
              <a:latin typeface="Slack-Lato"/>
            </a:endParaRPr>
          </a:p>
          <a:p>
            <a:r>
              <a:rPr lang="en-US" b="1" i="0" dirty="0">
                <a:solidFill>
                  <a:srgbClr val="D1D2D3"/>
                </a:solidFill>
                <a:effectLst/>
                <a:latin typeface="Slack-Lato"/>
              </a:rPr>
              <a:t>Deployment view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 already presented you the Application Service</a:t>
            </a:r>
            <a:r>
              <a:rPr lang="en-US" dirty="0"/>
              <a:t> is an </a:t>
            </a:r>
            <a:r>
              <a:rPr lang="en-US" b="1" dirty="0"/>
              <a:t>IT service</a:t>
            </a:r>
            <a:r>
              <a:rPr lang="en-US" dirty="0"/>
              <a:t> that supports and delivers a Business Application.</a:t>
            </a:r>
          </a:p>
          <a:p>
            <a:endParaRPr lang="en-US" b="0" i="0" dirty="0">
              <a:solidFill>
                <a:srgbClr val="D1D2D3"/>
              </a:solidFill>
              <a:effectLst/>
              <a:latin typeface="Slack-Lato"/>
            </a:endParaRPr>
          </a:p>
          <a:p>
            <a:endParaRPr lang="en-US" b="0" i="0" dirty="0">
              <a:solidFill>
                <a:srgbClr val="D1D2D3"/>
              </a:solidFill>
              <a:effectLst/>
              <a:latin typeface="Slack-Lato"/>
            </a:endParaRPr>
          </a:p>
          <a:p>
            <a:r>
              <a:rPr lang="en-US" b="1" i="0" dirty="0">
                <a:solidFill>
                  <a:srgbClr val="D1D2D3"/>
                </a:solidFill>
                <a:effectLst/>
                <a:latin typeface="Slack-Lato"/>
              </a:rPr>
              <a:t>The Service Axis </a:t>
            </a:r>
            <a:r>
              <a:rPr lang="en-US" b="0" i="0" dirty="0">
                <a:solidFill>
                  <a:srgbClr val="D1D2D3"/>
                </a:solidFill>
                <a:effectLst/>
                <a:latin typeface="Slack-Lato"/>
              </a:rPr>
              <a:t>represents who consumes an Application and how it is maintained</a:t>
            </a:r>
          </a:p>
          <a:p>
            <a:endParaRPr lang="en-US" dirty="0"/>
          </a:p>
        </p:txBody>
      </p:sp>
      <p:sp>
        <p:nvSpPr>
          <p:cNvPr id="4" name="Slide Number Placeholder 3"/>
          <p:cNvSpPr>
            <a:spLocks noGrp="1"/>
          </p:cNvSpPr>
          <p:nvPr>
            <p:ph type="sldNum" sz="quarter" idx="5"/>
          </p:nvPr>
        </p:nvSpPr>
        <p:spPr/>
        <p:txBody>
          <a:bodyPr/>
          <a:lstStyle/>
          <a:p>
            <a:fld id="{074299CD-3469-7241-AD37-C0E01E3A61D2}" type="slidenum">
              <a:rPr lang="en-US" smtClean="0"/>
              <a:pPr/>
              <a:t>9</a:t>
            </a:fld>
            <a:endParaRPr lang="en-US" dirty="0"/>
          </a:p>
        </p:txBody>
      </p:sp>
    </p:spTree>
    <p:extLst>
      <p:ext uri="{BB962C8B-B14F-4D97-AF65-F5344CB8AC3E}">
        <p14:creationId xmlns:p14="http://schemas.microsoft.com/office/powerpoint/2010/main" val="1461151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Application Service</a:t>
            </a:r>
            <a:r>
              <a:rPr lang="en-US" dirty="0"/>
              <a:t> acts as the bridge between a </a:t>
            </a:r>
            <a:r>
              <a:rPr lang="en-US" b="1" dirty="0"/>
              <a:t>Business Application, The Business Service and the Technical Services</a:t>
            </a:r>
            <a:r>
              <a:rPr lang="en-US" dirty="0"/>
              <a:t>, </a:t>
            </a:r>
          </a:p>
          <a:p>
            <a:r>
              <a:rPr lang="en-US" dirty="0"/>
              <a:t>And it ensures that the Customers can interact with it through there offering ,And the IT Services can continue to deliver and maintain it. </a:t>
            </a:r>
          </a:p>
          <a:p>
            <a:endParaRPr lang="en-US" dirty="0"/>
          </a:p>
        </p:txBody>
      </p:sp>
      <p:sp>
        <p:nvSpPr>
          <p:cNvPr id="4" name="Slide Number Placeholder 3"/>
          <p:cNvSpPr>
            <a:spLocks noGrp="1"/>
          </p:cNvSpPr>
          <p:nvPr>
            <p:ph type="sldNum" sz="quarter" idx="5"/>
          </p:nvPr>
        </p:nvSpPr>
        <p:spPr/>
        <p:txBody>
          <a:bodyPr/>
          <a:lstStyle/>
          <a:p>
            <a:fld id="{074299CD-3469-7241-AD37-C0E01E3A61D2}" type="slidenum">
              <a:rPr lang="en-US" smtClean="0"/>
              <a:pPr/>
              <a:t>10</a:t>
            </a:fld>
            <a:endParaRPr lang="en-US" dirty="0"/>
          </a:p>
        </p:txBody>
      </p:sp>
    </p:spTree>
    <p:extLst>
      <p:ext uri="{BB962C8B-B14F-4D97-AF65-F5344CB8AC3E}">
        <p14:creationId xmlns:p14="http://schemas.microsoft.com/office/powerpoint/2010/main" val="3669171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4299CD-3469-7241-AD37-C0E01E3A61D2}" type="slidenum">
              <a:rPr lang="en-US" smtClean="0"/>
              <a:pPr/>
              <a:t>11</a:t>
            </a:fld>
            <a:endParaRPr lang="en-US" dirty="0"/>
          </a:p>
        </p:txBody>
      </p:sp>
    </p:spTree>
    <p:extLst>
      <p:ext uri="{BB962C8B-B14F-4D97-AF65-F5344CB8AC3E}">
        <p14:creationId xmlns:p14="http://schemas.microsoft.com/office/powerpoint/2010/main" val="3816471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ServiceNow CMDB, the structuration is based on class and inheritance, allowing for a hierarchical organization of configuration items (CIs) where child classes inherit attributes and behaviors from parent classes</a:t>
            </a:r>
          </a:p>
          <a:p>
            <a:r>
              <a:rPr lang="en-US" dirty="0"/>
              <a:t>The Principal classes refers to the key classes in the CMDB that are of primary interest and are presented in IT processes, such as Incident or Change</a:t>
            </a:r>
          </a:p>
          <a:p>
            <a:r>
              <a:rPr lang="en-US" dirty="0"/>
              <a:t>The Identity and Reconciliation Engine will enable ServiceNow to interface with various data sources, and also weighting the trust level of each data source.</a:t>
            </a:r>
          </a:p>
        </p:txBody>
      </p:sp>
      <p:sp>
        <p:nvSpPr>
          <p:cNvPr id="4" name="Slide Number Placeholder 3"/>
          <p:cNvSpPr>
            <a:spLocks noGrp="1"/>
          </p:cNvSpPr>
          <p:nvPr>
            <p:ph type="sldNum" sz="quarter" idx="5"/>
          </p:nvPr>
        </p:nvSpPr>
        <p:spPr/>
        <p:txBody>
          <a:bodyPr/>
          <a:lstStyle/>
          <a:p>
            <a:fld id="{074299CD-3469-7241-AD37-C0E01E3A61D2}" type="slidenum">
              <a:rPr lang="en-US" smtClean="0"/>
              <a:pPr/>
              <a:t>12</a:t>
            </a:fld>
            <a:endParaRPr lang="en-US" dirty="0"/>
          </a:p>
        </p:txBody>
      </p:sp>
    </p:spTree>
    <p:extLst>
      <p:ext uri="{BB962C8B-B14F-4D97-AF65-F5344CB8AC3E}">
        <p14:creationId xmlns:p14="http://schemas.microsoft.com/office/powerpoint/2010/main" val="4010058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87A5E-9F2E-D164-8D30-AB8A17152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688DA-5E40-34EF-586D-6DF62A0BFF6A}"/>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1B27DE7-BFDF-B789-F85E-49D16170C144}"/>
              </a:ext>
            </a:extLst>
          </p:cNvPr>
          <p:cNvSpPr>
            <a:spLocks noGrp="1"/>
          </p:cNvSpPr>
          <p:nvPr>
            <p:ph type="body" idx="1"/>
          </p:nvPr>
        </p:nvSpPr>
        <p:spPr>
          <a:xfrm>
            <a:off x="685800" y="4400550"/>
            <a:ext cx="5486400" cy="3600450"/>
          </a:xfrm>
          <a:prstGeom prst="rect">
            <a:avLst/>
          </a:prstGeom>
        </p:spPr>
        <p:txBody>
          <a:bodyPr/>
          <a:lstStyle/>
          <a:p>
            <a:r>
              <a:rPr lang="en-US" dirty="0"/>
              <a:t>To ensure a high-quality CMDB, we will implement Discovery.</a:t>
            </a:r>
          </a:p>
          <a:p>
            <a:r>
              <a:rPr lang="en-US" dirty="0"/>
              <a:t>To establish the relationship between Application Services and the CMDB, we will deploy Service Mapping.</a:t>
            </a:r>
          </a:p>
        </p:txBody>
      </p:sp>
      <p:sp>
        <p:nvSpPr>
          <p:cNvPr id="4" name="Slide Number Placeholder 3">
            <a:extLst>
              <a:ext uri="{FF2B5EF4-FFF2-40B4-BE49-F238E27FC236}">
                <a16:creationId xmlns:a16="http://schemas.microsoft.com/office/drawing/2014/main" id="{9C0BF63D-AC2C-4F63-23B0-6715BBFFA94E}"/>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13</a:t>
            </a:fld>
            <a:endParaRPr lang="en-US" altLang="zh-CN" dirty="0"/>
          </a:p>
        </p:txBody>
      </p:sp>
    </p:spTree>
    <p:extLst>
      <p:ext uri="{BB962C8B-B14F-4D97-AF65-F5344CB8AC3E}">
        <p14:creationId xmlns:p14="http://schemas.microsoft.com/office/powerpoint/2010/main" val="2917231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None/>
            </a:pPr>
            <a:r>
              <a:rPr lang="en-GB" b="0" i="0" dirty="0">
                <a:solidFill>
                  <a:srgbClr val="000000"/>
                </a:solidFill>
                <a:effectLst/>
                <a:latin typeface="+mj-lt"/>
              </a:rPr>
              <a:t>The health of the CMDB data is monitored and reported for the following KPIs : </a:t>
            </a:r>
          </a:p>
          <a:p>
            <a:pPr marL="171450" indent="-171450" algn="l"/>
            <a:r>
              <a:rPr lang="en-GB" b="0" i="0" dirty="0">
                <a:solidFill>
                  <a:srgbClr val="000000"/>
                </a:solidFill>
                <a:effectLst/>
                <a:latin typeface="+mj-lt"/>
              </a:rPr>
              <a:t>Completeness: CIs are tested for required and recommended fields that are not populated. (Support Group, Serial Number for the Servers)</a:t>
            </a:r>
          </a:p>
          <a:p>
            <a:pPr marL="171450" indent="-171450" algn="l"/>
            <a:r>
              <a:rPr lang="en-GB" b="0" i="0" dirty="0">
                <a:solidFill>
                  <a:srgbClr val="000000"/>
                </a:solidFill>
                <a:effectLst/>
                <a:latin typeface="+mj-lt"/>
              </a:rPr>
              <a:t>Correctness: CIs are tested against pre-defined data integrity rules such as identification rules and we will detect duplicate CIs</a:t>
            </a:r>
          </a:p>
          <a:p>
            <a:pPr marL="171450" indent="-171450" algn="l"/>
            <a:r>
              <a:rPr lang="en-GB" b="0" i="0" dirty="0">
                <a:solidFill>
                  <a:srgbClr val="000000"/>
                </a:solidFill>
                <a:effectLst/>
                <a:latin typeface="+mj-lt"/>
              </a:rPr>
              <a:t>Compliance: The CMDB data is audited for adherence to pre-defined certificates.</a:t>
            </a:r>
          </a:p>
          <a:p>
            <a:pPr marL="171450" indent="-171450" algn="l"/>
            <a:r>
              <a:rPr lang="en-GB" b="0" i="0" dirty="0">
                <a:solidFill>
                  <a:srgbClr val="000000"/>
                </a:solidFill>
                <a:effectLst/>
                <a:latin typeface="+mj-lt"/>
              </a:rPr>
              <a:t>Relationships: The health of CI relationships is tested to check orphan or duplicate relationships</a:t>
            </a:r>
          </a:p>
          <a:p>
            <a:pPr marL="171450" indent="-171450" algn="l"/>
            <a:r>
              <a:rPr lang="en-GB" b="0" i="0" dirty="0">
                <a:solidFill>
                  <a:srgbClr val="000000"/>
                </a:solidFill>
                <a:effectLst/>
                <a:latin typeface="+mj-lt"/>
              </a:rPr>
              <a:t>Those KPI are reported in the Health Dashboard</a:t>
            </a:r>
          </a:p>
          <a:p>
            <a:pPr marL="171450" indent="-171450" algn="l"/>
            <a:endParaRPr lang="en-GB" b="0" i="0" dirty="0">
              <a:solidFill>
                <a:srgbClr val="000000"/>
              </a:solidFill>
              <a:effectLst/>
              <a:latin typeface="+mj-lt"/>
            </a:endParaRPr>
          </a:p>
          <a:p>
            <a:pPr marL="171450" indent="-171450" algn="l"/>
            <a:endParaRPr lang="en-GB" b="0" i="0" dirty="0">
              <a:solidFill>
                <a:srgbClr val="000000"/>
              </a:solidFill>
              <a:effectLst/>
              <a:latin typeface="+mj-lt"/>
            </a:endParaRPr>
          </a:p>
          <a:p>
            <a:pPr marL="171450" indent="-171450" algn="l"/>
            <a:r>
              <a:rPr lang="en-GB" b="0" i="0" dirty="0">
                <a:solidFill>
                  <a:srgbClr val="000000"/>
                </a:solidFill>
                <a:effectLst/>
                <a:latin typeface="+mj-lt"/>
              </a:rPr>
              <a:t> and for compliance with suggested relationships, hosting and containment rules.</a:t>
            </a:r>
          </a:p>
          <a:p>
            <a:pPr marL="171450" indent="-171450" algn="l"/>
            <a:r>
              <a:rPr lang="en-GB" b="0" i="0" dirty="0">
                <a:solidFill>
                  <a:srgbClr val="000000"/>
                </a:solidFill>
                <a:effectLst/>
                <a:latin typeface="+mj-lt"/>
              </a:rPr>
              <a:t>After CIs are tested for various health indicators (metrics), the results are aggregated at the class, health group, service, and relationship level, and appear on CMDB Health dashboards. For most metrics, you can configure the health tests themselves to determine how compliance and non-compliance of CIs are evaluated.</a:t>
            </a:r>
          </a:p>
          <a:p>
            <a:pPr marL="171450" indent="-171450" algn="l"/>
            <a:endParaRPr lang="en-GB" b="0" i="0" dirty="0">
              <a:solidFill>
                <a:srgbClr val="000000"/>
              </a:solidFill>
              <a:effectLst/>
              <a:latin typeface="+mj-lt"/>
            </a:endParaRPr>
          </a:p>
          <a:p>
            <a:pPr marL="171450" indent="-171450" algn="l"/>
            <a:endParaRPr lang="en-GB" b="0" i="0" dirty="0">
              <a:solidFill>
                <a:srgbClr val="000000"/>
              </a:solidFill>
              <a:effectLst/>
              <a:latin typeface="+mj-lt"/>
            </a:endParaRPr>
          </a:p>
          <a:p>
            <a:pPr marL="171450" indent="-171450" algn="l"/>
            <a:r>
              <a:rPr lang="en-GB" b="0" i="0" dirty="0">
                <a:solidFill>
                  <a:srgbClr val="000000"/>
                </a:solidFill>
                <a:effectLst/>
                <a:latin typeface="+mj-lt"/>
              </a:rPr>
              <a:t>--------------------------------------------------------</a:t>
            </a:r>
          </a:p>
          <a:p>
            <a:pPr marL="171450" indent="-171450" algn="l"/>
            <a:endParaRPr lang="en-GB" b="0" i="0" dirty="0">
              <a:solidFill>
                <a:srgbClr val="000000"/>
              </a:solidFill>
              <a:effectLst/>
              <a:latin typeface="+mj-lt"/>
            </a:endParaRPr>
          </a:p>
          <a:p>
            <a:r>
              <a:rPr lang="en-GB" sz="1400" dirty="0">
                <a:solidFill>
                  <a:schemeClr val="accent6"/>
                </a:solidFill>
              </a:rPr>
              <a:t>Monitors and reports the health of the CMDB through key performance indicators (KPIs) and their sub-metrics:</a:t>
            </a:r>
            <a:br>
              <a:rPr lang="en-GB" sz="1400" dirty="0">
                <a:solidFill>
                  <a:schemeClr val="accent6"/>
                </a:solidFill>
              </a:rPr>
            </a:br>
            <a:endParaRPr lang="en-GB" sz="1400" dirty="0">
              <a:solidFill>
                <a:schemeClr val="accent6"/>
              </a:solidFill>
            </a:endParaRPr>
          </a:p>
          <a:p>
            <a:pPr marL="285750" indent="-285750">
              <a:buFont typeface="Arial" panose="020B0604020202020204" pitchFamily="34" charset="0"/>
              <a:buChar char="•"/>
            </a:pPr>
            <a:r>
              <a:rPr lang="en-GB" sz="1400" dirty="0">
                <a:solidFill>
                  <a:schemeClr val="accent6"/>
                </a:solidFill>
              </a:rPr>
              <a:t>Completeness: Checks for required and recommended fields in Configuration Items (CIs) that are unfilled</a:t>
            </a:r>
            <a:br>
              <a:rPr lang="en-GB" sz="1400" dirty="0">
                <a:solidFill>
                  <a:schemeClr val="accent6"/>
                </a:solidFill>
              </a:rPr>
            </a:br>
            <a:endParaRPr lang="en-GB" sz="1400" dirty="0">
              <a:solidFill>
                <a:schemeClr val="accent6"/>
              </a:solidFill>
            </a:endParaRPr>
          </a:p>
          <a:p>
            <a:pPr marL="285750" indent="-285750">
              <a:buFont typeface="Arial" panose="020B0604020202020204" pitchFamily="34" charset="0"/>
              <a:buChar char="•"/>
            </a:pPr>
            <a:r>
              <a:rPr lang="en-GB" sz="1400" dirty="0">
                <a:solidFill>
                  <a:schemeClr val="accent6"/>
                </a:solidFill>
              </a:rPr>
              <a:t>Correctness: Evaluates CIs against data integrity rules, including:</a:t>
            </a:r>
          </a:p>
          <a:p>
            <a:pPr marL="742950" lvl="1" indent="-285750">
              <a:buFont typeface="System Font Regular"/>
              <a:buChar char="⎯"/>
            </a:pPr>
            <a:r>
              <a:rPr lang="en-GB" sz="1400" dirty="0">
                <a:solidFill>
                  <a:schemeClr val="accent6"/>
                </a:solidFill>
              </a:rPr>
              <a:t>Duplicate detection</a:t>
            </a:r>
          </a:p>
          <a:p>
            <a:pPr marL="742950" lvl="1" indent="-285750">
              <a:buFont typeface="System Font Regular"/>
              <a:buChar char="⎯"/>
            </a:pPr>
            <a:r>
              <a:rPr lang="en-GB" sz="1400" dirty="0">
                <a:solidFill>
                  <a:schemeClr val="accent6"/>
                </a:solidFill>
              </a:rPr>
              <a:t>Orphan CI identification</a:t>
            </a:r>
          </a:p>
          <a:p>
            <a:pPr marL="742950" lvl="1" indent="-285750">
              <a:buFont typeface="System Font Regular"/>
              <a:buChar char="⎯"/>
            </a:pPr>
            <a:r>
              <a:rPr lang="en-GB" sz="1400" dirty="0">
                <a:solidFill>
                  <a:schemeClr val="accent6"/>
                </a:solidFill>
              </a:rPr>
              <a:t>Stale CI monitoring</a:t>
            </a:r>
            <a:br>
              <a:rPr lang="en-GB" sz="1400" dirty="0">
                <a:solidFill>
                  <a:schemeClr val="accent6"/>
                </a:solidFill>
              </a:rPr>
            </a:br>
            <a:endParaRPr lang="en-GB" sz="1400" dirty="0">
              <a:solidFill>
                <a:schemeClr val="accent6"/>
              </a:solidFill>
            </a:endParaRPr>
          </a:p>
          <a:p>
            <a:pPr marL="285750" indent="-285750">
              <a:buFont typeface="Arial" panose="020B0604020202020204" pitchFamily="34" charset="0"/>
              <a:buChar char="•"/>
            </a:pPr>
            <a:r>
              <a:rPr lang="en-GB" sz="1400" dirty="0">
                <a:solidFill>
                  <a:schemeClr val="accent6"/>
                </a:solidFill>
              </a:rPr>
              <a:t>Compliance: Audits CMDB data for adherence to established standards and certificates</a:t>
            </a:r>
            <a:br>
              <a:rPr lang="en-GB" sz="1400" dirty="0">
                <a:solidFill>
                  <a:schemeClr val="accent6"/>
                </a:solidFill>
              </a:rPr>
            </a:br>
            <a:endParaRPr lang="en-GB" sz="1400" dirty="0">
              <a:solidFill>
                <a:schemeClr val="accent6"/>
              </a:solidFill>
            </a:endParaRPr>
          </a:p>
          <a:p>
            <a:pPr marL="285750" indent="-285750">
              <a:buFont typeface="Arial" panose="020B0604020202020204" pitchFamily="34" charset="0"/>
              <a:buChar char="•"/>
            </a:pPr>
            <a:r>
              <a:rPr lang="en-GB" sz="1400" dirty="0">
                <a:solidFill>
                  <a:schemeClr val="accent6"/>
                </a:solidFill>
              </a:rPr>
              <a:t>Relationships: Assesses the integrity of CI relationships by identifying:</a:t>
            </a:r>
          </a:p>
          <a:p>
            <a:pPr marL="742950" lvl="1" indent="-285750">
              <a:buFont typeface="System Font Regular"/>
              <a:buChar char="⎯"/>
            </a:pPr>
            <a:r>
              <a:rPr lang="en-GB" sz="1400" dirty="0">
                <a:solidFill>
                  <a:schemeClr val="accent6"/>
                </a:solidFill>
              </a:rPr>
              <a:t>Orphan and duplicate relationships</a:t>
            </a:r>
          </a:p>
          <a:p>
            <a:pPr marL="742950" lvl="1" indent="-285750">
              <a:buFont typeface="System Font Regular"/>
              <a:buChar char="⎯"/>
            </a:pPr>
            <a:r>
              <a:rPr lang="en-GB" sz="1400" dirty="0">
                <a:solidFill>
                  <a:schemeClr val="accent6"/>
                </a:solidFill>
              </a:rPr>
              <a:t>Compliance with suggested relationships and containment rules</a:t>
            </a:r>
          </a:p>
          <a:p>
            <a:endParaRPr lang="en-US" dirty="0"/>
          </a:p>
        </p:txBody>
      </p:sp>
      <p:sp>
        <p:nvSpPr>
          <p:cNvPr id="4" name="Slide Number Placeholder 3"/>
          <p:cNvSpPr>
            <a:spLocks noGrp="1"/>
          </p:cNvSpPr>
          <p:nvPr>
            <p:ph type="sldNum" sz="quarter" idx="5"/>
          </p:nvPr>
        </p:nvSpPr>
        <p:spPr/>
        <p:txBody>
          <a:bodyPr/>
          <a:lstStyle/>
          <a:p>
            <a:fld id="{074299CD-3469-7241-AD37-C0E01E3A61D2}" type="slidenum">
              <a:rPr lang="en-US" smtClean="0"/>
              <a:pPr/>
              <a:t>14</a:t>
            </a:fld>
            <a:endParaRPr lang="en-US" dirty="0"/>
          </a:p>
        </p:txBody>
      </p:sp>
    </p:spTree>
    <p:extLst>
      <p:ext uri="{BB962C8B-B14F-4D97-AF65-F5344CB8AC3E}">
        <p14:creationId xmlns:p14="http://schemas.microsoft.com/office/powerpoint/2010/main" val="896615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4B084-580E-D355-ACA2-AF0C44787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B20BC5-8D94-0687-23B3-69EB69F8B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38FF3-BDA0-46D9-2CB2-822D42877684}"/>
              </a:ext>
            </a:extLst>
          </p:cNvPr>
          <p:cNvSpPr>
            <a:spLocks noGrp="1"/>
          </p:cNvSpPr>
          <p:nvPr>
            <p:ph type="body" idx="1"/>
          </p:nvPr>
        </p:nvSpPr>
        <p:spPr/>
        <p:txBody>
          <a:bodyPr/>
          <a:lstStyle/>
          <a:p>
            <a:r>
              <a:rPr lang="en-US" dirty="0"/>
              <a:t>Data Certification in ServiceNow is a process where stakeholders validate the configuration item data to ensure the CMDB remains high-quality and aligned with business needs.</a:t>
            </a:r>
            <a:endParaRPr lang="pt-PT" dirty="0"/>
          </a:p>
          <a:p>
            <a:r>
              <a:rPr lang="pt-PT" dirty="0"/>
              <a:t>Data certification doesnt require a license</a:t>
            </a:r>
            <a:endParaRPr lang="en-US" dirty="0"/>
          </a:p>
        </p:txBody>
      </p:sp>
      <p:sp>
        <p:nvSpPr>
          <p:cNvPr id="4" name="Slide Number Placeholder 3">
            <a:extLst>
              <a:ext uri="{FF2B5EF4-FFF2-40B4-BE49-F238E27FC236}">
                <a16:creationId xmlns:a16="http://schemas.microsoft.com/office/drawing/2014/main" id="{853D4388-8C5C-FF68-14A4-AE2B62ED7083}"/>
              </a:ext>
            </a:extLst>
          </p:cNvPr>
          <p:cNvSpPr>
            <a:spLocks noGrp="1"/>
          </p:cNvSpPr>
          <p:nvPr>
            <p:ph type="sldNum" sz="quarter" idx="5"/>
          </p:nvPr>
        </p:nvSpPr>
        <p:spPr/>
        <p:txBody>
          <a:bodyPr/>
          <a:lstStyle/>
          <a:p>
            <a:fld id="{074299CD-3469-7241-AD37-C0E01E3A61D2}" type="slidenum">
              <a:rPr lang="en-US" smtClean="0"/>
              <a:pPr/>
              <a:t>15</a:t>
            </a:fld>
            <a:endParaRPr lang="en-US" dirty="0"/>
          </a:p>
        </p:txBody>
      </p:sp>
    </p:spTree>
    <p:extLst>
      <p:ext uri="{BB962C8B-B14F-4D97-AF65-F5344CB8AC3E}">
        <p14:creationId xmlns:p14="http://schemas.microsoft.com/office/powerpoint/2010/main" val="967513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4B084-580E-D355-ACA2-AF0C44787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B20BC5-8D94-0687-23B3-69EB69F8B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38FF3-BDA0-46D9-2CB2-822D42877684}"/>
              </a:ext>
            </a:extLst>
          </p:cNvPr>
          <p:cNvSpPr>
            <a:spLocks noGrp="1"/>
          </p:cNvSpPr>
          <p:nvPr>
            <p:ph type="body" idx="1"/>
          </p:nvPr>
        </p:nvSpPr>
        <p:spPr/>
        <p:txBody>
          <a:bodyPr/>
          <a:lstStyle/>
          <a:p>
            <a:r>
              <a:rPr lang="en-US" dirty="0"/>
              <a:t>Data Certification in ServiceNow is a process where stakeholders validate the configuration item data to ensure the CMDB remains high-quality and aligned with business needs.</a:t>
            </a:r>
            <a:endParaRPr lang="pt-PT" dirty="0"/>
          </a:p>
          <a:p>
            <a:r>
              <a:rPr lang="pt-PT" dirty="0"/>
              <a:t>Data certification doesnt require a license</a:t>
            </a:r>
            <a:endParaRPr lang="en-US" dirty="0"/>
          </a:p>
        </p:txBody>
      </p:sp>
      <p:sp>
        <p:nvSpPr>
          <p:cNvPr id="4" name="Slide Number Placeholder 3">
            <a:extLst>
              <a:ext uri="{FF2B5EF4-FFF2-40B4-BE49-F238E27FC236}">
                <a16:creationId xmlns:a16="http://schemas.microsoft.com/office/drawing/2014/main" id="{853D4388-8C5C-FF68-14A4-AE2B62ED7083}"/>
              </a:ext>
            </a:extLst>
          </p:cNvPr>
          <p:cNvSpPr>
            <a:spLocks noGrp="1"/>
          </p:cNvSpPr>
          <p:nvPr>
            <p:ph type="sldNum" sz="quarter" idx="5"/>
          </p:nvPr>
        </p:nvSpPr>
        <p:spPr/>
        <p:txBody>
          <a:bodyPr/>
          <a:lstStyle/>
          <a:p>
            <a:fld id="{074299CD-3469-7241-AD37-C0E01E3A61D2}" type="slidenum">
              <a:rPr lang="en-US" smtClean="0"/>
              <a:pPr/>
              <a:t>16</a:t>
            </a:fld>
            <a:endParaRPr lang="en-US" dirty="0"/>
          </a:p>
        </p:txBody>
      </p:sp>
    </p:spTree>
    <p:extLst>
      <p:ext uri="{BB962C8B-B14F-4D97-AF65-F5344CB8AC3E}">
        <p14:creationId xmlns:p14="http://schemas.microsoft.com/office/powerpoint/2010/main" val="12030228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4B084-580E-D355-ACA2-AF0C44787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B20BC5-8D94-0687-23B3-69EB69F8B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38FF3-BDA0-46D9-2CB2-822D42877684}"/>
              </a:ext>
            </a:extLst>
          </p:cNvPr>
          <p:cNvSpPr>
            <a:spLocks noGrp="1"/>
          </p:cNvSpPr>
          <p:nvPr>
            <p:ph type="body" idx="1"/>
          </p:nvPr>
        </p:nvSpPr>
        <p:spPr/>
        <p:txBody>
          <a:bodyPr/>
          <a:lstStyle/>
          <a:p>
            <a:r>
              <a:rPr lang="en-US" dirty="0"/>
              <a:t>Data Certification in ServiceNow is a process where stakeholders validate the configuration item data to ensure the CMDB remains high-quality and aligned with business needs.</a:t>
            </a:r>
            <a:endParaRPr lang="pt-PT" dirty="0"/>
          </a:p>
          <a:p>
            <a:r>
              <a:rPr lang="pt-PT" dirty="0"/>
              <a:t>Data certification doesnt require a license</a:t>
            </a:r>
            <a:endParaRPr lang="en-US" dirty="0"/>
          </a:p>
        </p:txBody>
      </p:sp>
      <p:sp>
        <p:nvSpPr>
          <p:cNvPr id="4" name="Slide Number Placeholder 3">
            <a:extLst>
              <a:ext uri="{FF2B5EF4-FFF2-40B4-BE49-F238E27FC236}">
                <a16:creationId xmlns:a16="http://schemas.microsoft.com/office/drawing/2014/main" id="{853D4388-8C5C-FF68-14A4-AE2B62ED7083}"/>
              </a:ext>
            </a:extLst>
          </p:cNvPr>
          <p:cNvSpPr>
            <a:spLocks noGrp="1"/>
          </p:cNvSpPr>
          <p:nvPr>
            <p:ph type="sldNum" sz="quarter" idx="5"/>
          </p:nvPr>
        </p:nvSpPr>
        <p:spPr/>
        <p:txBody>
          <a:bodyPr/>
          <a:lstStyle/>
          <a:p>
            <a:fld id="{074299CD-3469-7241-AD37-C0E01E3A61D2}" type="slidenum">
              <a:rPr lang="en-US" smtClean="0"/>
              <a:pPr/>
              <a:t>17</a:t>
            </a:fld>
            <a:endParaRPr lang="en-US" dirty="0"/>
          </a:p>
        </p:txBody>
      </p:sp>
    </p:spTree>
    <p:extLst>
      <p:ext uri="{BB962C8B-B14F-4D97-AF65-F5344CB8AC3E}">
        <p14:creationId xmlns:p14="http://schemas.microsoft.com/office/powerpoint/2010/main" val="1980796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1200" dirty="0">
                <a:latin typeface="+mn-lt"/>
                <a:ea typeface="+mn-ea"/>
                <a:cs typeface="+mn-cs"/>
              </a:rPr>
              <a:t>Prerequisites : The teams in charge of the CMDB is already defined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kern="1200" dirty="0">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Crawl – Establish CMDB baseline (data cleansing, CSDM alignment, stakeholder engagement).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Walk – Automate discovery &amp; enforce governance (role-based ownership, change approvals).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Run – Integrate ITOM, service mapping, and compliance monitoring.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Fly – Predictive insights, AI-driven automation, and full ITSM-ITOM maturity.</a:t>
            </a:r>
            <a:endParaRPr lang="en-US" altLang="zh-CN" sz="1200" b="0" kern="1200" dirty="0">
              <a:latin typeface="+mn-lt"/>
              <a:ea typeface="+mn-ea"/>
              <a:cs typeface="+mn-cs"/>
            </a:endParaRPr>
          </a:p>
        </p:txBody>
      </p:sp>
      <p:sp>
        <p:nvSpPr>
          <p:cNvPr id="4" name="Slide Number Placeholder 3"/>
          <p:cNvSpPr>
            <a:spLocks noGrp="1"/>
          </p:cNvSpPr>
          <p:nvPr>
            <p:ph type="sldNum" sz="quarter" idx="5"/>
          </p:nvPr>
        </p:nvSpPr>
        <p:spPr/>
        <p:txBody>
          <a:bodyPr/>
          <a:lstStyle/>
          <a:p>
            <a:fld id="{C384C781-2765-427A-A960-385CE0D0CAB9}" type="slidenum">
              <a:rPr lang="en-US" smtClean="0"/>
              <a:t>18</a:t>
            </a:fld>
            <a:endParaRPr lang="en-US"/>
          </a:p>
        </p:txBody>
      </p:sp>
    </p:spTree>
    <p:extLst>
      <p:ext uri="{BB962C8B-B14F-4D97-AF65-F5344CB8AC3E}">
        <p14:creationId xmlns:p14="http://schemas.microsoft.com/office/powerpoint/2010/main" val="36497896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Establish CMDB baseline by cleaning and normalizing existing CI data.</a:t>
            </a:r>
          </a:p>
          <a:p>
            <a:r>
              <a:rPr lang="en-US" b="0" dirty="0"/>
              <a:t>Align data structure with CSDM to ensure proper classification of applications and services.</a:t>
            </a:r>
          </a:p>
        </p:txBody>
      </p:sp>
      <p:sp>
        <p:nvSpPr>
          <p:cNvPr id="4" name="Slide Number Placeholder 3"/>
          <p:cNvSpPr>
            <a:spLocks noGrp="1"/>
          </p:cNvSpPr>
          <p:nvPr>
            <p:ph type="sldNum" sz="quarter" idx="5"/>
          </p:nvPr>
        </p:nvSpPr>
        <p:spPr/>
        <p:txBody>
          <a:bodyPr/>
          <a:lstStyle/>
          <a:p>
            <a:fld id="{C384C781-2765-427A-A960-385CE0D0CAB9}" type="slidenum">
              <a:rPr lang="en-US" smtClean="0"/>
              <a:t>19</a:t>
            </a:fld>
            <a:endParaRPr lang="en-US"/>
          </a:p>
        </p:txBody>
      </p:sp>
    </p:spTree>
    <p:extLst>
      <p:ext uri="{BB962C8B-B14F-4D97-AF65-F5344CB8AC3E}">
        <p14:creationId xmlns:p14="http://schemas.microsoft.com/office/powerpoint/2010/main" val="7126020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84C781-2765-427A-A960-385CE0D0CAB9}" type="slidenum">
              <a:rPr lang="en-US" smtClean="0"/>
              <a:t>20</a:t>
            </a:fld>
            <a:endParaRPr lang="en-US"/>
          </a:p>
        </p:txBody>
      </p:sp>
    </p:spTree>
    <p:extLst>
      <p:ext uri="{BB962C8B-B14F-4D97-AF65-F5344CB8AC3E}">
        <p14:creationId xmlns:p14="http://schemas.microsoft.com/office/powerpoint/2010/main" val="15814157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Integrate Service Mapping and ITOM Visibility for real-time dependency tracking.</a:t>
            </a:r>
          </a:p>
          <a:p>
            <a:r>
              <a:rPr lang="en-US" b="0" dirty="0"/>
              <a:t>Enforce data certification processes to maintain CMDB health and compliance.</a:t>
            </a:r>
          </a:p>
        </p:txBody>
      </p:sp>
      <p:sp>
        <p:nvSpPr>
          <p:cNvPr id="4" name="Slide Number Placeholder 3"/>
          <p:cNvSpPr>
            <a:spLocks noGrp="1"/>
          </p:cNvSpPr>
          <p:nvPr>
            <p:ph type="sldNum" sz="quarter" idx="5"/>
          </p:nvPr>
        </p:nvSpPr>
        <p:spPr/>
        <p:txBody>
          <a:bodyPr/>
          <a:lstStyle/>
          <a:p>
            <a:fld id="{C384C781-2765-427A-A960-385CE0D0CAB9}" type="slidenum">
              <a:rPr lang="en-US" smtClean="0"/>
              <a:t>21</a:t>
            </a:fld>
            <a:endParaRPr lang="en-US"/>
          </a:p>
        </p:txBody>
      </p:sp>
    </p:spTree>
    <p:extLst>
      <p:ext uri="{BB962C8B-B14F-4D97-AF65-F5344CB8AC3E}">
        <p14:creationId xmlns:p14="http://schemas.microsoft.com/office/powerpoint/2010/main" val="16361608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Enable predictive analytics and AI-driven automation for proactive IT management.</a:t>
            </a:r>
          </a:p>
          <a:p>
            <a:r>
              <a:rPr lang="en-US" b="0" dirty="0"/>
              <a:t>Extend CMDB insights to support enterprise-wide decision-making and risk reduction.</a:t>
            </a:r>
          </a:p>
        </p:txBody>
      </p:sp>
      <p:sp>
        <p:nvSpPr>
          <p:cNvPr id="4" name="Slide Number Placeholder 3"/>
          <p:cNvSpPr>
            <a:spLocks noGrp="1"/>
          </p:cNvSpPr>
          <p:nvPr>
            <p:ph type="sldNum" sz="quarter" idx="5"/>
          </p:nvPr>
        </p:nvSpPr>
        <p:spPr/>
        <p:txBody>
          <a:bodyPr/>
          <a:lstStyle/>
          <a:p>
            <a:fld id="{C384C781-2765-427A-A960-385CE0D0CAB9}" type="slidenum">
              <a:rPr lang="en-US" smtClean="0"/>
              <a:t>22</a:t>
            </a:fld>
            <a:endParaRPr lang="en-US"/>
          </a:p>
        </p:txBody>
      </p:sp>
    </p:spTree>
    <p:extLst>
      <p:ext uri="{BB962C8B-B14F-4D97-AF65-F5344CB8AC3E}">
        <p14:creationId xmlns:p14="http://schemas.microsoft.com/office/powerpoint/2010/main" val="2820108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84C781-2765-427A-A960-385CE0D0CAB9}" type="slidenum">
              <a:rPr lang="en-US" smtClean="0"/>
              <a:t>23</a:t>
            </a:fld>
            <a:endParaRPr lang="en-US"/>
          </a:p>
        </p:txBody>
      </p:sp>
    </p:spTree>
    <p:extLst>
      <p:ext uri="{BB962C8B-B14F-4D97-AF65-F5344CB8AC3E}">
        <p14:creationId xmlns:p14="http://schemas.microsoft.com/office/powerpoint/2010/main" val="1378408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kern="1200" dirty="0">
                <a:latin typeface="+mn-lt"/>
                <a:ea typeface="+mn-ea"/>
                <a:cs typeface="+mn-cs"/>
              </a:rPr>
              <a:t>Prerequisites : The teams in charge of the CMDB is already defined</a:t>
            </a:r>
          </a:p>
        </p:txBody>
      </p:sp>
      <p:sp>
        <p:nvSpPr>
          <p:cNvPr id="4" name="Slide Number Placeholder 3"/>
          <p:cNvSpPr>
            <a:spLocks noGrp="1"/>
          </p:cNvSpPr>
          <p:nvPr>
            <p:ph type="sldNum" sz="quarter" idx="5"/>
          </p:nvPr>
        </p:nvSpPr>
        <p:spPr/>
        <p:txBody>
          <a:bodyPr/>
          <a:lstStyle/>
          <a:p>
            <a:fld id="{C384C781-2765-427A-A960-385CE0D0CAB9}" type="slidenum">
              <a:rPr lang="en-US" smtClean="0"/>
              <a:t>24</a:t>
            </a:fld>
            <a:endParaRPr lang="en-US"/>
          </a:p>
        </p:txBody>
      </p:sp>
    </p:spTree>
    <p:extLst>
      <p:ext uri="{BB962C8B-B14F-4D97-AF65-F5344CB8AC3E}">
        <p14:creationId xmlns:p14="http://schemas.microsoft.com/office/powerpoint/2010/main" val="30902805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PT" dirty="0"/>
              <a:t>Clarify how we are going to use CSDM in the client platform</a:t>
            </a:r>
          </a:p>
          <a:p>
            <a:r>
              <a:rPr lang="pt-PT" dirty="0"/>
              <a:t>Each different table will define different sections</a:t>
            </a:r>
          </a:p>
          <a:p>
            <a:r>
              <a:rPr lang="pt-PT" dirty="0"/>
              <a:t>All the tables will be syncronized in a specific way to allow the ...... (?????)</a:t>
            </a:r>
          </a:p>
          <a:p>
            <a:r>
              <a:rPr lang="pt-PT" dirty="0"/>
              <a:t>Maybe explain what CSDM tables are</a:t>
            </a:r>
            <a:endParaRPr lang="en-US" dirty="0"/>
          </a:p>
        </p:txBody>
      </p:sp>
      <p:sp>
        <p:nvSpPr>
          <p:cNvPr id="4" name="Slide Number Placeholder 3"/>
          <p:cNvSpPr>
            <a:spLocks noGrp="1"/>
          </p:cNvSpPr>
          <p:nvPr>
            <p:ph type="sldNum" sz="quarter" idx="5"/>
          </p:nvPr>
        </p:nvSpPr>
        <p:spPr/>
        <p:txBody>
          <a:bodyPr/>
          <a:lstStyle/>
          <a:p>
            <a:fld id="{C384C781-2765-427A-A960-385CE0D0CAB9}" type="slidenum">
              <a:rPr lang="en-US" smtClean="0"/>
              <a:t>25</a:t>
            </a:fld>
            <a:endParaRPr lang="en-US"/>
          </a:p>
        </p:txBody>
      </p:sp>
    </p:spTree>
    <p:extLst>
      <p:ext uri="{BB962C8B-B14F-4D97-AF65-F5344CB8AC3E}">
        <p14:creationId xmlns:p14="http://schemas.microsoft.com/office/powerpoint/2010/main" val="21333565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84C781-2765-427A-A960-385CE0D0CAB9}" type="slidenum">
              <a:rPr lang="en-US" smtClean="0"/>
              <a:t>26</a:t>
            </a:fld>
            <a:endParaRPr lang="en-US"/>
          </a:p>
        </p:txBody>
      </p:sp>
    </p:spTree>
    <p:extLst>
      <p:ext uri="{BB962C8B-B14F-4D97-AF65-F5344CB8AC3E}">
        <p14:creationId xmlns:p14="http://schemas.microsoft.com/office/powerpoint/2010/main" val="34905108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84C781-2765-427A-A960-385CE0D0CAB9}" type="slidenum">
              <a:rPr lang="en-US" smtClean="0"/>
              <a:t>27</a:t>
            </a:fld>
            <a:endParaRPr lang="en-US"/>
          </a:p>
        </p:txBody>
      </p:sp>
    </p:spTree>
    <p:extLst>
      <p:ext uri="{BB962C8B-B14F-4D97-AF65-F5344CB8AC3E}">
        <p14:creationId xmlns:p14="http://schemas.microsoft.com/office/powerpoint/2010/main" val="4939465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84C781-2765-427A-A960-385CE0D0CAB9}" type="slidenum">
              <a:rPr lang="en-US" smtClean="0"/>
              <a:t>28</a:t>
            </a:fld>
            <a:endParaRPr lang="en-US"/>
          </a:p>
        </p:txBody>
      </p:sp>
    </p:spTree>
    <p:extLst>
      <p:ext uri="{BB962C8B-B14F-4D97-AF65-F5344CB8AC3E}">
        <p14:creationId xmlns:p14="http://schemas.microsoft.com/office/powerpoint/2010/main" val="22160848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In the ITSM Process, put the Service field as Read Only and fill it automatically</a:t>
            </a:r>
          </a:p>
          <a:p>
            <a:endParaRPr lang="en-US" sz="2000" dirty="0"/>
          </a:p>
          <a:p>
            <a:r>
              <a:rPr lang="fr-FR" sz="2000" dirty="0"/>
              <a:t>https://www.youtube.com/watch?v=pVW5QJzzBkE</a:t>
            </a:r>
          </a:p>
          <a:p>
            <a:endParaRPr lang="fr-FR" sz="2000" dirty="0"/>
          </a:p>
          <a:p>
            <a:r>
              <a:rPr lang="en-US" sz="3200" b="0" dirty="0"/>
              <a:t>Plan a phased rollout </a:t>
            </a:r>
            <a:r>
              <a:rPr lang="en-US" sz="3200" dirty="0"/>
              <a:t>→ Ensure adoption before expanding across Sovereign Bank Group.</a:t>
            </a:r>
            <a:endParaRPr lang="en-US" sz="2000"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29</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In the ITSM Process, put the Service field as Read Only and fill it automatically</a:t>
            </a:r>
          </a:p>
          <a:p>
            <a:endParaRPr lang="en-US" sz="2000" dirty="0"/>
          </a:p>
          <a:p>
            <a:r>
              <a:rPr lang="fr-FR" sz="2000" dirty="0"/>
              <a:t>https://www.youtube.com/watch?v=pVW5QJzzBkE</a:t>
            </a:r>
          </a:p>
          <a:p>
            <a:endParaRPr lang="fr-FR" sz="2000" dirty="0"/>
          </a:p>
          <a:p>
            <a:r>
              <a:rPr lang="en-US" sz="3200" b="0" dirty="0"/>
              <a:t>Plan a phased rollout </a:t>
            </a:r>
            <a:r>
              <a:rPr lang="en-US" sz="3200" dirty="0"/>
              <a:t>→ Ensure adoption before expanding across Sovereign Bank Group.</a:t>
            </a:r>
            <a:endParaRPr lang="en-US" sz="2000"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30</a:t>
            </a:fld>
            <a:endParaRPr lang="en-US" altLang="zh-CN" dirty="0"/>
          </a:p>
        </p:txBody>
      </p:sp>
    </p:spTree>
    <p:extLst>
      <p:ext uri="{BB962C8B-B14F-4D97-AF65-F5344CB8AC3E}">
        <p14:creationId xmlns:p14="http://schemas.microsoft.com/office/powerpoint/2010/main" val="12507880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F404A-1CCC-07B0-054F-D27619943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D82AD-BE55-E569-4234-73AD95F11E29}"/>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DD1EF2E-CE46-3B81-BAEA-570E98C85149}"/>
              </a:ext>
            </a:extLst>
          </p:cNvPr>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During this presentation we have seen : </a:t>
            </a:r>
          </a:p>
          <a:p>
            <a:r>
              <a:rPr lang="fr-FR" sz="2000" dirty="0" err="1"/>
              <a:t>Some</a:t>
            </a:r>
            <a:r>
              <a:rPr lang="fr-FR" sz="2000" dirty="0"/>
              <a:t> important ServiceNow </a:t>
            </a:r>
            <a:r>
              <a:rPr lang="fr-FR" sz="2000" dirty="0" err="1"/>
              <a:t>capabilities</a:t>
            </a:r>
            <a:r>
              <a:rPr lang="fr-FR" sz="2000" dirty="0"/>
              <a:t> </a:t>
            </a:r>
          </a:p>
          <a:p>
            <a:r>
              <a:rPr lang="fr-FR" sz="2000" dirty="0"/>
              <a:t>The </a:t>
            </a:r>
            <a:r>
              <a:rPr lang="fr-FR" sz="2000" dirty="0" err="1"/>
              <a:t>project</a:t>
            </a:r>
            <a:r>
              <a:rPr lang="fr-FR" sz="2000" dirty="0"/>
              <a:t> </a:t>
            </a:r>
            <a:r>
              <a:rPr lang="fr-FR" sz="2000" dirty="0" err="1"/>
              <a:t>overview</a:t>
            </a:r>
            <a:r>
              <a:rPr lang="fr-FR" sz="2000" dirty="0"/>
              <a:t> </a:t>
            </a: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endParaRPr lang="en-US" sz="2000" dirty="0"/>
          </a:p>
          <a:p>
            <a:r>
              <a:rPr lang="en-US" sz="3200" b="0" i="0" dirty="0">
                <a:solidFill>
                  <a:srgbClr val="D1D2D3"/>
                </a:solidFill>
                <a:effectLst/>
                <a:latin typeface="Slack-Lato"/>
              </a:rPr>
              <a:t> A centralized best-in-class CMDB. </a:t>
            </a:r>
          </a:p>
          <a:p>
            <a:r>
              <a:rPr lang="en-US" sz="3200" b="0" i="0" dirty="0">
                <a:solidFill>
                  <a:srgbClr val="D1D2D3"/>
                </a:solidFill>
                <a:effectLst/>
                <a:latin typeface="Slack-Lato"/>
              </a:rPr>
              <a:t>• Data certification, architectural standards, and a health dashboard. </a:t>
            </a:r>
          </a:p>
          <a:p>
            <a:r>
              <a:rPr lang="en-US" sz="3200" b="0" i="0" dirty="0">
                <a:solidFill>
                  <a:srgbClr val="D1D2D3"/>
                </a:solidFill>
                <a:effectLst/>
                <a:latin typeface="Slack-Lato"/>
              </a:rPr>
              <a:t>• Simplification and automation of processes across the enterprise. </a:t>
            </a:r>
          </a:p>
          <a:p>
            <a:r>
              <a:rPr lang="en-US" sz="3200" b="0" i="0" dirty="0">
                <a:solidFill>
                  <a:srgbClr val="D1D2D3"/>
                </a:solidFill>
                <a:effectLst/>
                <a:latin typeface="Slack-Lato"/>
              </a:rPr>
              <a:t>• Extendibility of the platform across the Sovereign Bank Group</a:t>
            </a:r>
            <a:endParaRPr lang="en-US" sz="2000" dirty="0"/>
          </a:p>
        </p:txBody>
      </p:sp>
      <p:sp>
        <p:nvSpPr>
          <p:cNvPr id="4" name="Slide Number Placeholder 3">
            <a:extLst>
              <a:ext uri="{FF2B5EF4-FFF2-40B4-BE49-F238E27FC236}">
                <a16:creationId xmlns:a16="http://schemas.microsoft.com/office/drawing/2014/main" id="{5E7B4F2B-7069-11F1-0B3A-576188D176B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31</a:t>
            </a:fld>
            <a:endParaRPr lang="en-US" altLang="zh-CN" dirty="0"/>
          </a:p>
        </p:txBody>
      </p:sp>
    </p:spTree>
    <p:extLst>
      <p:ext uri="{BB962C8B-B14F-4D97-AF65-F5344CB8AC3E}">
        <p14:creationId xmlns:p14="http://schemas.microsoft.com/office/powerpoint/2010/main" val="37364295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Thank you for choosing </a:t>
            </a:r>
            <a:r>
              <a:rPr lang="en-US" dirty="0" err="1"/>
              <a:t>ServiceWow</a:t>
            </a:r>
            <a:r>
              <a:rPr lang="en-US" dirty="0"/>
              <a:t> as your trusted partner in successfully implementing ServiceNow. We understand that transitioning to a new process can be challenging, especially with organizational changes. It's normal for users to face difficulties and resist change initially, but rest assured, this shift is for the betterment of your company. Our expertise and experience will guide you and your team through the transition, ensuring a smooth and seamless change in the way you work — from Remedy to ServiceNow. We’re here to help you every step of the way!</a:t>
            </a:r>
          </a:p>
          <a:p>
            <a:endParaRPr lang="en-US" dirty="0"/>
          </a:p>
          <a:p>
            <a:r>
              <a:rPr lang="en-US" i="1" dirty="0"/>
              <a:t>Ending sentence?</a:t>
            </a:r>
          </a:p>
          <a:p>
            <a:pPr algn="l" fontAlgn="base"/>
            <a:r>
              <a:rPr lang="en-US" b="0" i="1" dirty="0">
                <a:solidFill>
                  <a:srgbClr val="000000"/>
                </a:solidFill>
                <a:effectLst/>
                <a:latin typeface="inherit"/>
              </a:rPr>
              <a:t>Simply put, following the CSDM framework ensures that the data Sovereign Bank ServiceNow application requires maps correctly to the appropriate CMDB tables. </a:t>
            </a:r>
            <a:endParaRPr lang="en-US" b="0" i="1" dirty="0">
              <a:solidFill>
                <a:srgbClr val="000000"/>
              </a:solidFill>
              <a:effectLst/>
              <a:latin typeface="SN Century Gothic"/>
            </a:endParaRPr>
          </a:p>
          <a:p>
            <a:pPr algn="l" fontAlgn="base"/>
            <a:r>
              <a:rPr lang="en-US" b="0" i="1" dirty="0">
                <a:solidFill>
                  <a:srgbClr val="000000"/>
                </a:solidFill>
                <a:effectLst/>
                <a:latin typeface="inherit"/>
              </a:rPr>
              <a:t>If this this standard is not followed, Sovereign Bank may not receive the full benefit of the ServiceNow products on the Now Platform</a:t>
            </a:r>
            <a:r>
              <a:rPr lang="en-US" b="1" i="1" dirty="0">
                <a:solidFill>
                  <a:srgbClr val="000000"/>
                </a:solidFill>
                <a:effectLst/>
                <a:latin typeface="inherit"/>
              </a:rPr>
              <a:t>.</a:t>
            </a:r>
            <a:endParaRPr lang="en-US" b="0" i="1" dirty="0">
              <a:solidFill>
                <a:srgbClr val="000000"/>
              </a:solidFill>
              <a:effectLst/>
              <a:latin typeface="SN Century Gothic"/>
            </a:endParaRPr>
          </a:p>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32</a:t>
            </a:fld>
            <a:endParaRPr lang="en-US" altLang="zh-CN" noProof="0" dirty="0"/>
          </a:p>
        </p:txBody>
      </p:sp>
    </p:spTree>
    <p:extLst>
      <p:ext uri="{BB962C8B-B14F-4D97-AF65-F5344CB8AC3E}">
        <p14:creationId xmlns:p14="http://schemas.microsoft.com/office/powerpoint/2010/main" val="1439298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256DE-3DE5-7F36-933D-A1B33AA2A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88194-371F-A3DE-123D-0C2AD178005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316BBFD-4301-92B1-9016-4FBA85A14F40}"/>
              </a:ext>
            </a:extLst>
          </p:cNvPr>
          <p:cNvSpPr>
            <a:spLocks noGrp="1"/>
          </p:cNvSpPr>
          <p:nvPr>
            <p:ph type="body" idx="1"/>
          </p:nvPr>
        </p:nvSpPr>
        <p:spPr>
          <a:xfrm>
            <a:off x="685800" y="4400550"/>
            <a:ext cx="5486400" cy="3600450"/>
          </a:xfrm>
          <a:prstGeom prst="rect">
            <a:avLst/>
          </a:prstGeom>
        </p:spPr>
        <p:txBody>
          <a:bodyPr/>
          <a:lstStyle/>
          <a:p>
            <a:endParaRPr lang="en-US" sz="2000" dirty="0"/>
          </a:p>
        </p:txBody>
      </p:sp>
      <p:sp>
        <p:nvSpPr>
          <p:cNvPr id="4" name="Slide Number Placeholder 3">
            <a:extLst>
              <a:ext uri="{FF2B5EF4-FFF2-40B4-BE49-F238E27FC236}">
                <a16:creationId xmlns:a16="http://schemas.microsoft.com/office/drawing/2014/main" id="{C8B9E6B2-5AB0-FC7A-E268-3D144EFC92B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33</a:t>
            </a:fld>
            <a:endParaRPr lang="en-US" altLang="zh-CN" dirty="0"/>
          </a:p>
        </p:txBody>
      </p:sp>
    </p:spTree>
    <p:extLst>
      <p:ext uri="{BB962C8B-B14F-4D97-AF65-F5344CB8AC3E}">
        <p14:creationId xmlns:p14="http://schemas.microsoft.com/office/powerpoint/2010/main" val="4196956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dirty="0"/>
              <a:t>Click to edit Master title style</a:t>
            </a:r>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Only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B5E1B-6C34-E548-8A2A-4AD3FA689AF1}"/>
              </a:ext>
            </a:extLst>
          </p:cNvPr>
          <p:cNvSpPr>
            <a:spLocks noGrp="1"/>
          </p:cNvSpPr>
          <p:nvPr>
            <p:ph type="title"/>
          </p:nvPr>
        </p:nvSpPr>
        <p:spPr/>
        <p:txBody>
          <a:bodyPr>
            <a:noAutofit/>
          </a:bodyPr>
          <a:lstStyle/>
          <a:p>
            <a:r>
              <a:rPr lang="en-US"/>
              <a:t>Click to edit Master title style</a:t>
            </a:r>
          </a:p>
        </p:txBody>
      </p:sp>
      <p:sp>
        <p:nvSpPr>
          <p:cNvPr id="8" name="Text Placeholder 7">
            <a:extLst>
              <a:ext uri="{FF2B5EF4-FFF2-40B4-BE49-F238E27FC236}">
                <a16:creationId xmlns:a16="http://schemas.microsoft.com/office/drawing/2014/main" id="{F66B335E-8E1C-B946-807F-18A2F641A8B9}"/>
              </a:ext>
            </a:extLst>
          </p:cNvPr>
          <p:cNvSpPr>
            <a:spLocks noGrp="1"/>
          </p:cNvSpPr>
          <p:nvPr>
            <p:ph type="body" sz="quarter" idx="12"/>
          </p:nvPr>
        </p:nvSpPr>
        <p:spPr>
          <a:xfrm>
            <a:off x="448173" y="842118"/>
            <a:ext cx="11195171" cy="361154"/>
          </a:xfrm>
        </p:spPr>
        <p:txBody>
          <a:bodyPr>
            <a:noAutofit/>
          </a:bodyPr>
          <a:lstStyle>
            <a:lvl1pPr marL="0" indent="0">
              <a:buFontTx/>
              <a:buNone/>
              <a:defRPr sz="2000"/>
            </a:lvl1pPr>
          </a:lstStyle>
          <a:p>
            <a:pPr lvl="0"/>
            <a:r>
              <a:rPr lang="en-US"/>
              <a:t>Click to edit Master text styles</a:t>
            </a:r>
          </a:p>
        </p:txBody>
      </p:sp>
    </p:spTree>
    <p:extLst>
      <p:ext uri="{BB962C8B-B14F-4D97-AF65-F5344CB8AC3E}">
        <p14:creationId xmlns:p14="http://schemas.microsoft.com/office/powerpoint/2010/main" val="160174461"/>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 id="2147483669" r:id="rId17"/>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7.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0.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6.sv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18.sv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20.sv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2.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0.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16.sv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18.sv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20.sv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22.svg"/></Relationships>
</file>

<file path=ppt/slides/_rels/slide29.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4.png"/><Relationship Id="rId7" Type="http://schemas.openxmlformats.org/officeDocument/2006/relationships/diagramColors" Target="../diagrams/colors6.xml"/><Relationship Id="rId2" Type="http://schemas.openxmlformats.org/officeDocument/2006/relationships/notesSlide" Target="../notesSlides/notesSlide29.xml"/><Relationship Id="rId1" Type="http://schemas.openxmlformats.org/officeDocument/2006/relationships/slideLayout" Target="../slideLayouts/slideLayout14.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30.xml.rels><?xml version="1.0" encoding="UTF-8" standalone="yes"?>
<Relationships xmlns="http://schemas.openxmlformats.org/package/2006/relationships"><Relationship Id="rId3" Type="http://schemas.openxmlformats.org/officeDocument/2006/relationships/hyperlink" Target="https://www.youtube.com/watch?v=pVW5QJzzBkE" TargetMode="External"/><Relationship Id="rId2" Type="http://schemas.openxmlformats.org/officeDocument/2006/relationships/notesSlide" Target="../notesSlides/notesSlide30.xml"/><Relationship Id="rId1" Type="http://schemas.openxmlformats.org/officeDocument/2006/relationships/slideLayout" Target="../slideLayouts/slideLayout14.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2.xml"/><Relationship Id="rId1" Type="http://schemas.openxmlformats.org/officeDocument/2006/relationships/slideLayout" Target="../slideLayouts/slideLayout16.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535622" y="2134360"/>
            <a:ext cx="5257793" cy="2057441"/>
          </a:xfrm>
        </p:spPr>
        <p:txBody>
          <a:bodyPr/>
          <a:lstStyle/>
          <a:p>
            <a:r>
              <a:rPr lang="en-US" altLang="zh-CN" dirty="0"/>
              <a:t>Sovereign Bank</a:t>
            </a:r>
            <a:br>
              <a:rPr lang="en-US" altLang="zh-CN" dirty="0"/>
            </a:br>
            <a:r>
              <a:rPr lang="en-US" altLang="zh-CN" sz="2800" dirty="0"/>
              <a:t>Workshop CMDB &amp; CSDM</a:t>
            </a:r>
            <a:endParaRPr lang="en-US" sz="2800"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601366" y="4172084"/>
            <a:ext cx="3635652" cy="760288"/>
          </a:xfrm>
        </p:spPr>
        <p:txBody>
          <a:bodyPr/>
          <a:lstStyle/>
          <a:p>
            <a:r>
              <a:rPr lang="en-US" dirty="0"/>
              <a:t>Group 7 – Now Architects</a:t>
            </a:r>
          </a:p>
          <a:p>
            <a:r>
              <a:rPr lang="en-US" dirty="0" err="1"/>
              <a:t>ServiceWow</a:t>
            </a:r>
            <a:endParaRPr lang="en-US" dirty="0"/>
          </a:p>
        </p:txBody>
      </p:sp>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pic>
        <p:nvPicPr>
          <p:cNvPr id="17" name="Picture 16">
            <a:extLst>
              <a:ext uri="{FF2B5EF4-FFF2-40B4-BE49-F238E27FC236}">
                <a16:creationId xmlns:a16="http://schemas.microsoft.com/office/drawing/2014/main" id="{EA5154D8-7BE0-193E-6A16-58AC389A7F16}"/>
              </a:ext>
            </a:extLst>
          </p:cNvPr>
          <p:cNvPicPr>
            <a:picLocks noChangeAspect="1"/>
          </p:cNvPicPr>
          <p:nvPr/>
        </p:nvPicPr>
        <p:blipFill>
          <a:blip r:embed="rId3"/>
          <a:srcRect l="14958" t="35240" r="14622" b="40478"/>
          <a:stretch/>
        </p:blipFill>
        <p:spPr>
          <a:xfrm>
            <a:off x="6878448" y="2742419"/>
            <a:ext cx="4353781" cy="971550"/>
          </a:xfrm>
          <a:prstGeom prst="rect">
            <a:avLst/>
          </a:prstGeo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68C59-FFD5-69D8-7901-2229819DBA8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BB9DC9B-E9A9-B14B-DC6D-807E32F3A53A}"/>
              </a:ext>
            </a:extLst>
          </p:cNvPr>
          <p:cNvSpPr>
            <a:spLocks noGrp="1"/>
          </p:cNvSpPr>
          <p:nvPr>
            <p:ph type="title"/>
          </p:nvPr>
        </p:nvSpPr>
        <p:spPr/>
        <p:txBody>
          <a:bodyPr/>
          <a:lstStyle/>
          <a:p>
            <a:r>
              <a:rPr lang="fr-FR" dirty="0">
                <a:solidFill>
                  <a:srgbClr val="FABE79"/>
                </a:solidFill>
              </a:rPr>
              <a:t>Agenda</a:t>
            </a:r>
            <a:endParaRPr lang="en-US" dirty="0">
              <a:solidFill>
                <a:srgbClr val="FABE79"/>
              </a:solidFill>
            </a:endParaRPr>
          </a:p>
        </p:txBody>
      </p:sp>
      <p:sp>
        <p:nvSpPr>
          <p:cNvPr id="5" name="Slide Number Placeholder 4">
            <a:extLst>
              <a:ext uri="{FF2B5EF4-FFF2-40B4-BE49-F238E27FC236}">
                <a16:creationId xmlns:a16="http://schemas.microsoft.com/office/drawing/2014/main" id="{96C3D55D-2239-3450-4A62-9E1A0138DAFF}"/>
              </a:ext>
            </a:extLst>
          </p:cNvPr>
          <p:cNvSpPr>
            <a:spLocks noGrp="1"/>
          </p:cNvSpPr>
          <p:nvPr>
            <p:ph type="sldNum" sz="quarter" idx="40"/>
          </p:nvPr>
        </p:nvSpPr>
        <p:spPr/>
        <p:txBody>
          <a:bodyPr/>
          <a:lstStyle/>
          <a:p>
            <a:fld id="{47FEACEE-25B4-4A2D-B147-27296E36371D}" type="slidenum">
              <a:rPr lang="en-US" altLang="zh-CN" smtClean="0"/>
              <a:pPr/>
              <a:t>2</a:t>
            </a:fld>
            <a:endParaRPr lang="en-US" altLang="zh-CN" dirty="0"/>
          </a:p>
        </p:txBody>
      </p:sp>
      <p:graphicFrame>
        <p:nvGraphicFramePr>
          <p:cNvPr id="4" name="Diagram 3">
            <a:extLst>
              <a:ext uri="{FF2B5EF4-FFF2-40B4-BE49-F238E27FC236}">
                <a16:creationId xmlns:a16="http://schemas.microsoft.com/office/drawing/2014/main" id="{F20F535D-068C-71BC-5489-95DEFB5E73F1}"/>
              </a:ext>
            </a:extLst>
          </p:cNvPr>
          <p:cNvGraphicFramePr/>
          <p:nvPr>
            <p:extLst>
              <p:ext uri="{D42A27DB-BD31-4B8C-83A1-F6EECF244321}">
                <p14:modId xmlns:p14="http://schemas.microsoft.com/office/powerpoint/2010/main" val="2598315403"/>
              </p:ext>
            </p:extLst>
          </p:nvPr>
        </p:nvGraphicFramePr>
        <p:xfrm>
          <a:off x="3524761" y="707105"/>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6717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
            <a:extLst>
              <a:ext uri="{FF2B5EF4-FFF2-40B4-BE49-F238E27FC236}">
                <a16:creationId xmlns:a16="http://schemas.microsoft.com/office/drawing/2014/main" id="{83496272-35AE-CA99-9212-F26DEC16B042}"/>
              </a:ext>
            </a:extLst>
          </p:cNvPr>
          <p:cNvSpPr>
            <a:spLocks noGrp="1"/>
          </p:cNvSpPr>
          <p:nvPr>
            <p:ph type="body" sz="quarter" idx="27"/>
          </p:nvPr>
        </p:nvSpPr>
        <p:spPr>
          <a:xfrm>
            <a:off x="1535150" y="4215881"/>
            <a:ext cx="1877575" cy="506399"/>
          </a:xfrm>
        </p:spPr>
        <p:txBody>
          <a:bodyPr/>
          <a:lstStyle/>
          <a:p>
            <a:r>
              <a:rPr lang="pt-PT" dirty="0"/>
              <a:t>Remedy is highly customized </a:t>
            </a:r>
            <a:endParaRPr lang="en-US" dirty="0"/>
          </a:p>
        </p:txBody>
      </p:sp>
      <p:sp>
        <p:nvSpPr>
          <p:cNvPr id="21" name="Text Placeholder 3">
            <a:extLst>
              <a:ext uri="{FF2B5EF4-FFF2-40B4-BE49-F238E27FC236}">
                <a16:creationId xmlns:a16="http://schemas.microsoft.com/office/drawing/2014/main" id="{A001B16B-FAAA-A9B6-A8CB-EBC1FB29D7E9}"/>
              </a:ext>
            </a:extLst>
          </p:cNvPr>
          <p:cNvSpPr>
            <a:spLocks noGrp="1"/>
          </p:cNvSpPr>
          <p:nvPr>
            <p:ph type="body" sz="quarter" idx="38"/>
          </p:nvPr>
        </p:nvSpPr>
        <p:spPr>
          <a:xfrm>
            <a:off x="3959139" y="2873880"/>
            <a:ext cx="1877575" cy="506399"/>
          </a:xfrm>
        </p:spPr>
        <p:txBody>
          <a:bodyPr/>
          <a:lstStyle/>
          <a:p>
            <a:r>
              <a:rPr lang="en-US" dirty="0"/>
              <a:t>Data is </a:t>
            </a:r>
            <a:r>
              <a:rPr lang="en-US" b="1" dirty="0"/>
              <a:t>inconsistent and scattered</a:t>
            </a:r>
            <a:endParaRPr lang="en-US" dirty="0"/>
          </a:p>
        </p:txBody>
      </p:sp>
      <p:sp>
        <p:nvSpPr>
          <p:cNvPr id="25" name="Text Placeholder 5">
            <a:extLst>
              <a:ext uri="{FF2B5EF4-FFF2-40B4-BE49-F238E27FC236}">
                <a16:creationId xmlns:a16="http://schemas.microsoft.com/office/drawing/2014/main" id="{4E80DB18-3898-D237-2A48-26C3D76CF8BF}"/>
              </a:ext>
            </a:extLst>
          </p:cNvPr>
          <p:cNvSpPr>
            <a:spLocks noGrp="1"/>
          </p:cNvSpPr>
          <p:nvPr>
            <p:ph type="body" sz="quarter" idx="40"/>
          </p:nvPr>
        </p:nvSpPr>
        <p:spPr>
          <a:xfrm>
            <a:off x="5157212" y="4838732"/>
            <a:ext cx="1877575" cy="506399"/>
          </a:xfrm>
        </p:spPr>
        <p:txBody>
          <a:bodyPr/>
          <a:lstStyle/>
          <a:p>
            <a:r>
              <a:rPr lang="pt-PT" dirty="0"/>
              <a:t>Resistance to change</a:t>
            </a:r>
            <a:endParaRPr lang="en-US" dirty="0"/>
          </a:p>
        </p:txBody>
      </p:sp>
      <p:sp>
        <p:nvSpPr>
          <p:cNvPr id="29" name="Text Placeholder 7">
            <a:extLst>
              <a:ext uri="{FF2B5EF4-FFF2-40B4-BE49-F238E27FC236}">
                <a16:creationId xmlns:a16="http://schemas.microsoft.com/office/drawing/2014/main" id="{86AB9FAE-59BD-91C9-E9B5-618E155C7686}"/>
              </a:ext>
            </a:extLst>
          </p:cNvPr>
          <p:cNvSpPr>
            <a:spLocks noGrp="1"/>
          </p:cNvSpPr>
          <p:nvPr>
            <p:ph type="body" sz="quarter" idx="42"/>
          </p:nvPr>
        </p:nvSpPr>
        <p:spPr>
          <a:xfrm>
            <a:off x="7511669" y="4726364"/>
            <a:ext cx="1877575" cy="506399"/>
          </a:xfrm>
        </p:spPr>
        <p:txBody>
          <a:bodyPr/>
          <a:lstStyle/>
          <a:p>
            <a:r>
              <a:rPr lang="pt-PT" dirty="0"/>
              <a:t>Business Impact</a:t>
            </a:r>
            <a:endParaRPr lang="en-US" dirty="0"/>
          </a:p>
        </p:txBody>
      </p:sp>
      <p:sp>
        <p:nvSpPr>
          <p:cNvPr id="33" name="Text Placeholder 9">
            <a:extLst>
              <a:ext uri="{FF2B5EF4-FFF2-40B4-BE49-F238E27FC236}">
                <a16:creationId xmlns:a16="http://schemas.microsoft.com/office/drawing/2014/main" id="{99A1F9E5-A514-EA66-B574-FFFC1B2B9139}"/>
              </a:ext>
            </a:extLst>
          </p:cNvPr>
          <p:cNvSpPr>
            <a:spLocks noGrp="1"/>
          </p:cNvSpPr>
          <p:nvPr>
            <p:ph type="body" sz="quarter" idx="44"/>
          </p:nvPr>
        </p:nvSpPr>
        <p:spPr>
          <a:xfrm>
            <a:off x="8686080" y="2715567"/>
            <a:ext cx="1877575" cy="506399"/>
          </a:xfrm>
        </p:spPr>
        <p:txBody>
          <a:bodyPr/>
          <a:lstStyle/>
          <a:p>
            <a:r>
              <a:rPr lang="pt-PT" dirty="0"/>
              <a:t>Lack of structure</a:t>
            </a:r>
            <a:endParaRPr lang="en-US" dirty="0"/>
          </a:p>
        </p:txBody>
      </p:sp>
      <p:sp>
        <p:nvSpPr>
          <p:cNvPr id="37" name="Title 11">
            <a:extLst>
              <a:ext uri="{FF2B5EF4-FFF2-40B4-BE49-F238E27FC236}">
                <a16:creationId xmlns:a16="http://schemas.microsoft.com/office/drawing/2014/main" id="{B22BCDDC-BA62-6B54-8AE1-C721DCEDA1B2}"/>
              </a:ext>
            </a:extLst>
          </p:cNvPr>
          <p:cNvSpPr>
            <a:spLocks noGrp="1"/>
          </p:cNvSpPr>
          <p:nvPr>
            <p:ph type="title"/>
          </p:nvPr>
        </p:nvSpPr>
        <p:spPr>
          <a:xfrm>
            <a:off x="578914" y="726705"/>
            <a:ext cx="10515600" cy="1205058"/>
          </a:xfrm>
        </p:spPr>
        <p:txBody>
          <a:bodyPr/>
          <a:lstStyle/>
          <a:p>
            <a:r>
              <a:rPr lang="pt-PT">
                <a:solidFill>
                  <a:srgbClr val="FABE79"/>
                </a:solidFill>
              </a:rPr>
              <a:t>Problem Statement</a:t>
            </a:r>
            <a:endParaRPr lang="en-US" dirty="0">
              <a:solidFill>
                <a:srgbClr val="FABE79"/>
              </a:solidFill>
            </a:endParaRPr>
          </a:p>
        </p:txBody>
      </p:sp>
      <p:sp>
        <p:nvSpPr>
          <p:cNvPr id="12" name="Slide Number Placeholder 11">
            <a:extLst>
              <a:ext uri="{FF2B5EF4-FFF2-40B4-BE49-F238E27FC236}">
                <a16:creationId xmlns:a16="http://schemas.microsoft.com/office/drawing/2014/main" id="{14CD4B3D-E47B-E22E-87F1-7C57412ED9A8}"/>
              </a:ext>
            </a:extLst>
          </p:cNvPr>
          <p:cNvSpPr>
            <a:spLocks noGrp="1"/>
          </p:cNvSpPr>
          <p:nvPr>
            <p:ph type="sldNum" sz="quarter" idx="47"/>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3</a:t>
            </a:fld>
            <a:endParaRPr lang="en-US" altLang="zh-CN"/>
          </a:p>
        </p:txBody>
      </p:sp>
    </p:spTree>
    <p:extLst>
      <p:ext uri="{BB962C8B-B14F-4D97-AF65-F5344CB8AC3E}">
        <p14:creationId xmlns:p14="http://schemas.microsoft.com/office/powerpoint/2010/main" val="126092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 name="Title 11">
            <a:extLst>
              <a:ext uri="{FF2B5EF4-FFF2-40B4-BE49-F238E27FC236}">
                <a16:creationId xmlns:a16="http://schemas.microsoft.com/office/drawing/2014/main" id="{B22BCDDC-BA62-6B54-8AE1-C721DCEDA1B2}"/>
              </a:ext>
            </a:extLst>
          </p:cNvPr>
          <p:cNvSpPr>
            <a:spLocks noGrp="1"/>
          </p:cNvSpPr>
          <p:nvPr>
            <p:ph type="title"/>
          </p:nvPr>
        </p:nvSpPr>
        <p:spPr>
          <a:xfrm>
            <a:off x="578914" y="726705"/>
            <a:ext cx="10515600" cy="1205058"/>
          </a:xfrm>
        </p:spPr>
        <p:txBody>
          <a:bodyPr/>
          <a:lstStyle/>
          <a:p>
            <a:r>
              <a:rPr lang="pt-PT">
                <a:solidFill>
                  <a:srgbClr val="FABE79"/>
                </a:solidFill>
              </a:rPr>
              <a:t>Problem Statement</a:t>
            </a:r>
            <a:endParaRPr lang="en-US" dirty="0">
              <a:solidFill>
                <a:srgbClr val="FABE79"/>
              </a:solidFill>
            </a:endParaRPr>
          </a:p>
        </p:txBody>
      </p:sp>
      <p:sp>
        <p:nvSpPr>
          <p:cNvPr id="12" name="Slide Number Placeholder 11">
            <a:extLst>
              <a:ext uri="{FF2B5EF4-FFF2-40B4-BE49-F238E27FC236}">
                <a16:creationId xmlns:a16="http://schemas.microsoft.com/office/drawing/2014/main" id="{14CD4B3D-E47B-E22E-87F1-7C57412ED9A8}"/>
              </a:ext>
            </a:extLst>
          </p:cNvPr>
          <p:cNvSpPr>
            <a:spLocks noGrp="1"/>
          </p:cNvSpPr>
          <p:nvPr>
            <p:ph type="sldNum" sz="quarter" idx="47"/>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4</a:t>
            </a:fld>
            <a:endParaRPr lang="en-US" altLang="zh-CN"/>
          </a:p>
        </p:txBody>
      </p:sp>
      <p:graphicFrame>
        <p:nvGraphicFramePr>
          <p:cNvPr id="13" name="Diagram 12">
            <a:extLst>
              <a:ext uri="{FF2B5EF4-FFF2-40B4-BE49-F238E27FC236}">
                <a16:creationId xmlns:a16="http://schemas.microsoft.com/office/drawing/2014/main" id="{152BD82E-0A2F-95F5-CC1C-99AB0FB47D4D}"/>
              </a:ext>
            </a:extLst>
          </p:cNvPr>
          <p:cNvGraphicFramePr/>
          <p:nvPr>
            <p:extLst>
              <p:ext uri="{D42A27DB-BD31-4B8C-83A1-F6EECF244321}">
                <p14:modId xmlns:p14="http://schemas.microsoft.com/office/powerpoint/2010/main" val="2168365915"/>
              </p:ext>
            </p:extLst>
          </p:nvPr>
        </p:nvGraphicFramePr>
        <p:xfrm>
          <a:off x="2032000" y="2141033"/>
          <a:ext cx="9162169" cy="61253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0832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CAFD-0D29-0214-EE87-8C5B4E708F2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1CF7264-4A3C-215C-6ADF-D8D4309CE743}"/>
              </a:ext>
            </a:extLst>
          </p:cNvPr>
          <p:cNvSpPr>
            <a:spLocks noGrp="1"/>
          </p:cNvSpPr>
          <p:nvPr>
            <p:ph type="title"/>
          </p:nvPr>
        </p:nvSpPr>
        <p:spPr>
          <a:xfrm>
            <a:off x="502665" y="707105"/>
            <a:ext cx="11150096" cy="598601"/>
          </a:xfrm>
        </p:spPr>
        <p:txBody>
          <a:bodyPr/>
          <a:lstStyle/>
          <a:p>
            <a:r>
              <a:rPr lang="pt-PT" dirty="0">
                <a:solidFill>
                  <a:srgbClr val="FABE79"/>
                </a:solidFill>
              </a:rPr>
              <a:t>Why CMDB </a:t>
            </a:r>
            <a:r>
              <a:rPr lang="pt-PT" dirty="0"/>
              <a:t>&amp; CSDM?</a:t>
            </a:r>
            <a:endParaRPr lang="en-US" sz="2400" dirty="0"/>
          </a:p>
        </p:txBody>
      </p:sp>
      <p:sp>
        <p:nvSpPr>
          <p:cNvPr id="11" name="Slide Number Placeholder 4">
            <a:extLst>
              <a:ext uri="{FF2B5EF4-FFF2-40B4-BE49-F238E27FC236}">
                <a16:creationId xmlns:a16="http://schemas.microsoft.com/office/drawing/2014/main" id="{FC191044-F134-1CFE-F816-52FE5110702C}"/>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5</a:t>
            </a:fld>
            <a:endParaRPr lang="en-US" altLang="zh-CN" dirty="0"/>
          </a:p>
        </p:txBody>
      </p:sp>
      <p:sp>
        <p:nvSpPr>
          <p:cNvPr id="19" name="Title 7">
            <a:extLst>
              <a:ext uri="{FF2B5EF4-FFF2-40B4-BE49-F238E27FC236}">
                <a16:creationId xmlns:a16="http://schemas.microsoft.com/office/drawing/2014/main" id="{EC3BA156-29EE-788A-F7BE-A7FA4ED5F0F5}"/>
              </a:ext>
            </a:extLst>
          </p:cNvPr>
          <p:cNvSpPr txBox="1">
            <a:spLocks/>
          </p:cNvSpPr>
          <p:nvPr/>
        </p:nvSpPr>
        <p:spPr>
          <a:xfrm>
            <a:off x="4899807" y="1282031"/>
            <a:ext cx="3676303" cy="38740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endParaRPr lang="en-US" sz="2400" dirty="0">
              <a:latin typeface="+mn-lt"/>
              <a:ea typeface="+mn-ea"/>
              <a:cs typeface="+mn-cs"/>
            </a:endParaRPr>
          </a:p>
        </p:txBody>
      </p:sp>
      <p:sp>
        <p:nvSpPr>
          <p:cNvPr id="2" name="Text Placeholder 1">
            <a:extLst>
              <a:ext uri="{FF2B5EF4-FFF2-40B4-BE49-F238E27FC236}">
                <a16:creationId xmlns:a16="http://schemas.microsoft.com/office/drawing/2014/main" id="{D0057879-50A4-D7A2-1F4E-2921E4D2B87D}"/>
              </a:ext>
            </a:extLst>
          </p:cNvPr>
          <p:cNvSpPr>
            <a:spLocks noGrp="1"/>
          </p:cNvSpPr>
          <p:nvPr>
            <p:ph type="body" sz="quarter" idx="27"/>
          </p:nvPr>
        </p:nvSpPr>
        <p:spPr>
          <a:xfrm>
            <a:off x="3416226" y="2944637"/>
            <a:ext cx="6643464" cy="2631332"/>
          </a:xfrm>
        </p:spPr>
        <p:txBody>
          <a:bodyPr/>
          <a:lstStyle/>
          <a:p>
            <a:pPr marL="285750" indent="-285750">
              <a:lnSpc>
                <a:spcPct val="300000"/>
              </a:lnSpc>
              <a:spcBef>
                <a:spcPts val="0"/>
              </a:spcBef>
              <a:buFont typeface="Arial" panose="020B0604020202020204" pitchFamily="34" charset="0"/>
              <a:buChar char="•"/>
            </a:pPr>
            <a:r>
              <a:rPr lang="en-US" b="0" dirty="0">
                <a:effectLst/>
              </a:rPr>
              <a:t>CSDM standardizes data across ITSM, ITOM, and HR</a:t>
            </a:r>
            <a:endParaRPr lang="en-US" b="0" dirty="0"/>
          </a:p>
          <a:p>
            <a:pPr marL="285750" indent="-285750">
              <a:lnSpc>
                <a:spcPct val="300000"/>
              </a:lnSpc>
              <a:buFont typeface="Arial" panose="020B0604020202020204" pitchFamily="34" charset="0"/>
              <a:buChar char="•"/>
            </a:pPr>
            <a:r>
              <a:rPr lang="en-US" b="0" dirty="0">
                <a:effectLst/>
              </a:rPr>
              <a:t>Aligns application and service portfolios</a:t>
            </a:r>
            <a:endParaRPr lang="en-US" b="0" dirty="0"/>
          </a:p>
          <a:p>
            <a:pPr marL="285750" indent="-285750">
              <a:lnSpc>
                <a:spcPct val="300000"/>
              </a:lnSpc>
              <a:buFont typeface="Arial" panose="020B0604020202020204" pitchFamily="34" charset="0"/>
              <a:buChar char="•"/>
            </a:pPr>
            <a:r>
              <a:rPr lang="en-US" b="0" dirty="0">
                <a:effectLst/>
              </a:rPr>
              <a:t>Automated discovery &amp; data certification</a:t>
            </a:r>
            <a:endParaRPr lang="en-US" b="0" dirty="0"/>
          </a:p>
          <a:p>
            <a:pPr marL="285750" indent="-285750">
              <a:lnSpc>
                <a:spcPct val="300000"/>
              </a:lnSpc>
              <a:buFont typeface="Arial" panose="020B0604020202020204" pitchFamily="34" charset="0"/>
              <a:buChar char="•"/>
            </a:pPr>
            <a:r>
              <a:rPr lang="en-US" b="0" dirty="0">
                <a:effectLst/>
              </a:rPr>
              <a:t>Supports scalability across Sovereign Bank Group</a:t>
            </a:r>
            <a:endParaRPr lang="en-US" b="0" dirty="0"/>
          </a:p>
        </p:txBody>
      </p:sp>
    </p:spTree>
    <p:extLst>
      <p:ext uri="{BB962C8B-B14F-4D97-AF65-F5344CB8AC3E}">
        <p14:creationId xmlns:p14="http://schemas.microsoft.com/office/powerpoint/2010/main" val="1891044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CAFD-0D29-0214-EE87-8C5B4E708F2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1CF7264-4A3C-215C-6ADF-D8D4309CE743}"/>
              </a:ext>
            </a:extLst>
          </p:cNvPr>
          <p:cNvSpPr>
            <a:spLocks noGrp="1"/>
          </p:cNvSpPr>
          <p:nvPr>
            <p:ph type="title"/>
          </p:nvPr>
        </p:nvSpPr>
        <p:spPr>
          <a:xfrm>
            <a:off x="502665" y="707105"/>
            <a:ext cx="11150096" cy="598601"/>
          </a:xfrm>
        </p:spPr>
        <p:txBody>
          <a:bodyPr/>
          <a:lstStyle/>
          <a:p>
            <a:r>
              <a:rPr lang="pt-PT" dirty="0">
                <a:solidFill>
                  <a:srgbClr val="FABE79"/>
                </a:solidFill>
              </a:rPr>
              <a:t>Why CMDB </a:t>
            </a:r>
            <a:r>
              <a:rPr lang="pt-PT" dirty="0"/>
              <a:t>&amp; CSDM?</a:t>
            </a:r>
            <a:endParaRPr lang="en-US" sz="2400" dirty="0"/>
          </a:p>
        </p:txBody>
      </p:sp>
      <p:sp>
        <p:nvSpPr>
          <p:cNvPr id="11" name="Slide Number Placeholder 4">
            <a:extLst>
              <a:ext uri="{FF2B5EF4-FFF2-40B4-BE49-F238E27FC236}">
                <a16:creationId xmlns:a16="http://schemas.microsoft.com/office/drawing/2014/main" id="{FC191044-F134-1CFE-F816-52FE5110702C}"/>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6</a:t>
            </a:fld>
            <a:endParaRPr lang="en-US" altLang="zh-CN" dirty="0"/>
          </a:p>
        </p:txBody>
      </p:sp>
      <p:sp>
        <p:nvSpPr>
          <p:cNvPr id="19" name="Title 7">
            <a:extLst>
              <a:ext uri="{FF2B5EF4-FFF2-40B4-BE49-F238E27FC236}">
                <a16:creationId xmlns:a16="http://schemas.microsoft.com/office/drawing/2014/main" id="{EC3BA156-29EE-788A-F7BE-A7FA4ED5F0F5}"/>
              </a:ext>
            </a:extLst>
          </p:cNvPr>
          <p:cNvSpPr txBox="1">
            <a:spLocks/>
          </p:cNvSpPr>
          <p:nvPr/>
        </p:nvSpPr>
        <p:spPr>
          <a:xfrm>
            <a:off x="4899807" y="1282031"/>
            <a:ext cx="3676303" cy="38740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endParaRPr lang="en-US" sz="2400" dirty="0">
              <a:latin typeface="+mn-lt"/>
              <a:ea typeface="+mn-ea"/>
              <a:cs typeface="+mn-cs"/>
            </a:endParaRPr>
          </a:p>
        </p:txBody>
      </p:sp>
      <p:graphicFrame>
        <p:nvGraphicFramePr>
          <p:cNvPr id="5" name="Diagram 4">
            <a:extLst>
              <a:ext uri="{FF2B5EF4-FFF2-40B4-BE49-F238E27FC236}">
                <a16:creationId xmlns:a16="http://schemas.microsoft.com/office/drawing/2014/main" id="{AFEB03E9-A03F-6DC5-B16E-04462A43DD2D}"/>
              </a:ext>
            </a:extLst>
          </p:cNvPr>
          <p:cNvGraphicFramePr/>
          <p:nvPr>
            <p:extLst>
              <p:ext uri="{D42A27DB-BD31-4B8C-83A1-F6EECF244321}">
                <p14:modId xmlns:p14="http://schemas.microsoft.com/office/powerpoint/2010/main" val="2109647816"/>
              </p:ext>
            </p:extLst>
          </p:nvPr>
        </p:nvGraphicFramePr>
        <p:xfrm>
          <a:off x="3174524" y="1567855"/>
          <a:ext cx="7126868" cy="48326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0026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CAFD-0D29-0214-EE87-8C5B4E708F2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1CF7264-4A3C-215C-6ADF-D8D4309CE743}"/>
              </a:ext>
            </a:extLst>
          </p:cNvPr>
          <p:cNvSpPr>
            <a:spLocks noGrp="1"/>
          </p:cNvSpPr>
          <p:nvPr>
            <p:ph type="title"/>
          </p:nvPr>
        </p:nvSpPr>
        <p:spPr>
          <a:xfrm>
            <a:off x="502665" y="707105"/>
            <a:ext cx="11150096" cy="598601"/>
          </a:xfrm>
        </p:spPr>
        <p:txBody>
          <a:bodyPr/>
          <a:lstStyle/>
          <a:p>
            <a:r>
              <a:rPr lang="en-US" dirty="0">
                <a:solidFill>
                  <a:srgbClr val="FABE79"/>
                </a:solidFill>
              </a:rPr>
              <a:t>Data Model:</a:t>
            </a:r>
            <a:r>
              <a:rPr lang="en-US" dirty="0"/>
              <a:t> </a:t>
            </a:r>
            <a:r>
              <a:rPr lang="en-US" sz="2400" dirty="0"/>
              <a:t>What is an application ?</a:t>
            </a:r>
            <a:br>
              <a:rPr lang="en-US" sz="2400" dirty="0"/>
            </a:br>
            <a:endParaRPr lang="en-US" sz="2400" dirty="0"/>
          </a:p>
        </p:txBody>
      </p:sp>
      <p:pic>
        <p:nvPicPr>
          <p:cNvPr id="6" name="Image 5">
            <a:extLst>
              <a:ext uri="{FF2B5EF4-FFF2-40B4-BE49-F238E27FC236}">
                <a16:creationId xmlns:a16="http://schemas.microsoft.com/office/drawing/2014/main" id="{7D80DF4B-ED0B-37E0-E7E7-1176A6AA091B}"/>
              </a:ext>
            </a:extLst>
          </p:cNvPr>
          <p:cNvPicPr>
            <a:picLocks noChangeAspect="1"/>
          </p:cNvPicPr>
          <p:nvPr/>
        </p:nvPicPr>
        <p:blipFill>
          <a:blip r:embed="rId3"/>
          <a:stretch>
            <a:fillRect/>
          </a:stretch>
        </p:blipFill>
        <p:spPr>
          <a:xfrm>
            <a:off x="1963088" y="1541669"/>
            <a:ext cx="1102560" cy="1559603"/>
          </a:xfrm>
          <a:prstGeom prst="rect">
            <a:avLst/>
          </a:prstGeom>
        </p:spPr>
      </p:pic>
      <p:sp>
        <p:nvSpPr>
          <p:cNvPr id="9" name="Text Placeholder 9">
            <a:extLst>
              <a:ext uri="{FF2B5EF4-FFF2-40B4-BE49-F238E27FC236}">
                <a16:creationId xmlns:a16="http://schemas.microsoft.com/office/drawing/2014/main" id="{433DD378-E4D7-9DF4-8447-A7E99D7A78D9}"/>
              </a:ext>
            </a:extLst>
          </p:cNvPr>
          <p:cNvSpPr txBox="1">
            <a:spLocks/>
          </p:cNvSpPr>
          <p:nvPr/>
        </p:nvSpPr>
        <p:spPr>
          <a:xfrm>
            <a:off x="5271601" y="5441269"/>
            <a:ext cx="5627301" cy="35735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p>
        </p:txBody>
      </p:sp>
      <p:sp>
        <p:nvSpPr>
          <p:cNvPr id="11" name="Slide Number Placeholder 4">
            <a:extLst>
              <a:ext uri="{FF2B5EF4-FFF2-40B4-BE49-F238E27FC236}">
                <a16:creationId xmlns:a16="http://schemas.microsoft.com/office/drawing/2014/main" id="{FC191044-F134-1CFE-F816-52FE5110702C}"/>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7</a:t>
            </a:fld>
            <a:endParaRPr lang="en-US" altLang="zh-CN" dirty="0"/>
          </a:p>
        </p:txBody>
      </p:sp>
      <p:sp>
        <p:nvSpPr>
          <p:cNvPr id="12" name="Text Placeholder 9">
            <a:extLst>
              <a:ext uri="{FF2B5EF4-FFF2-40B4-BE49-F238E27FC236}">
                <a16:creationId xmlns:a16="http://schemas.microsoft.com/office/drawing/2014/main" id="{82B7AA6D-635D-B751-5389-9021F09F4D2A}"/>
              </a:ext>
            </a:extLst>
          </p:cNvPr>
          <p:cNvSpPr txBox="1">
            <a:spLocks/>
          </p:cNvSpPr>
          <p:nvPr/>
        </p:nvSpPr>
        <p:spPr>
          <a:xfrm>
            <a:off x="5271605" y="1892831"/>
            <a:ext cx="5627301" cy="75597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fr-FR" sz="1400" dirty="0"/>
          </a:p>
        </p:txBody>
      </p:sp>
      <p:sp>
        <p:nvSpPr>
          <p:cNvPr id="13" name="Text Placeholder 9">
            <a:extLst>
              <a:ext uri="{FF2B5EF4-FFF2-40B4-BE49-F238E27FC236}">
                <a16:creationId xmlns:a16="http://schemas.microsoft.com/office/drawing/2014/main" id="{B4D5C61A-D785-C0E7-6F41-8D21FA43B904}"/>
              </a:ext>
            </a:extLst>
          </p:cNvPr>
          <p:cNvSpPr txBox="1">
            <a:spLocks/>
          </p:cNvSpPr>
          <p:nvPr/>
        </p:nvSpPr>
        <p:spPr>
          <a:xfrm>
            <a:off x="3433449" y="3690930"/>
            <a:ext cx="5142661" cy="1042597"/>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dirty="0"/>
              <a:t>Solution Architect</a:t>
            </a:r>
          </a:p>
          <a:p>
            <a:pPr lvl="1"/>
            <a:r>
              <a:rPr lang="en-US" sz="1400" dirty="0"/>
              <a:t>My </a:t>
            </a:r>
            <a:r>
              <a:rPr lang="en-US" sz="1400" b="1" dirty="0"/>
              <a:t>application stack </a:t>
            </a:r>
            <a:r>
              <a:rPr lang="en-US" sz="1400" dirty="0"/>
              <a:t>is an application : it’s set of software components (web server, middleware, database). </a:t>
            </a:r>
            <a:endParaRPr lang="en-US" sz="1400" b="1" dirty="0"/>
          </a:p>
        </p:txBody>
      </p:sp>
      <p:sp>
        <p:nvSpPr>
          <p:cNvPr id="14" name="Text Placeholder 9">
            <a:extLst>
              <a:ext uri="{FF2B5EF4-FFF2-40B4-BE49-F238E27FC236}">
                <a16:creationId xmlns:a16="http://schemas.microsoft.com/office/drawing/2014/main" id="{3FFEFD26-9976-B21C-A793-216940A503FA}"/>
              </a:ext>
            </a:extLst>
          </p:cNvPr>
          <p:cNvSpPr txBox="1">
            <a:spLocks/>
          </p:cNvSpPr>
          <p:nvPr/>
        </p:nvSpPr>
        <p:spPr>
          <a:xfrm>
            <a:off x="3433449" y="5316148"/>
            <a:ext cx="5142659" cy="964943"/>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u="sng" dirty="0"/>
              <a:t>Enterprise Architect</a:t>
            </a:r>
          </a:p>
          <a:p>
            <a:pPr lvl="1"/>
            <a:r>
              <a:rPr lang="en-US" sz="1400" dirty="0"/>
              <a:t>An application respond to a Business need, it’s a </a:t>
            </a:r>
            <a:r>
              <a:rPr lang="en-US" sz="1400" b="1" dirty="0"/>
              <a:t>Business Application</a:t>
            </a:r>
          </a:p>
          <a:p>
            <a:endParaRPr lang="en-US" sz="1800" dirty="0"/>
          </a:p>
        </p:txBody>
      </p:sp>
      <p:sp>
        <p:nvSpPr>
          <p:cNvPr id="17" name="Text Placeholder 9">
            <a:extLst>
              <a:ext uri="{FF2B5EF4-FFF2-40B4-BE49-F238E27FC236}">
                <a16:creationId xmlns:a16="http://schemas.microsoft.com/office/drawing/2014/main" id="{A9B37A07-DB99-5D80-620E-68F79473F038}"/>
              </a:ext>
            </a:extLst>
          </p:cNvPr>
          <p:cNvSpPr txBox="1">
            <a:spLocks/>
          </p:cNvSpPr>
          <p:nvPr/>
        </p:nvSpPr>
        <p:spPr>
          <a:xfrm>
            <a:off x="3433447" y="2321471"/>
            <a:ext cx="5142661" cy="964943"/>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u="sng" dirty="0"/>
              <a:t>Oracle </a:t>
            </a:r>
            <a:r>
              <a:rPr lang="fr-FR" sz="1800" u="sng" dirty="0" err="1"/>
              <a:t>Developer</a:t>
            </a:r>
            <a:r>
              <a:rPr lang="fr-FR" sz="1800" u="sng" dirty="0"/>
              <a:t> : </a:t>
            </a:r>
          </a:p>
          <a:p>
            <a:pPr lvl="1"/>
            <a:r>
              <a:rPr lang="fr-FR" sz="1400" dirty="0" err="1"/>
              <a:t>My</a:t>
            </a:r>
            <a:r>
              <a:rPr lang="fr-FR" sz="1400" dirty="0"/>
              <a:t> </a:t>
            </a:r>
            <a:r>
              <a:rPr lang="fr-FR" sz="1400" dirty="0" err="1"/>
              <a:t>Database</a:t>
            </a:r>
            <a:r>
              <a:rPr lang="fr-FR" sz="1400" dirty="0"/>
              <a:t> </a:t>
            </a:r>
            <a:r>
              <a:rPr lang="fr-FR" sz="1400" dirty="0" err="1"/>
              <a:t>is</a:t>
            </a:r>
            <a:r>
              <a:rPr lang="fr-FR" sz="1400" dirty="0"/>
              <a:t> an application</a:t>
            </a:r>
          </a:p>
        </p:txBody>
      </p:sp>
      <p:sp>
        <p:nvSpPr>
          <p:cNvPr id="18" name="Text Placeholder 9">
            <a:extLst>
              <a:ext uri="{FF2B5EF4-FFF2-40B4-BE49-F238E27FC236}">
                <a16:creationId xmlns:a16="http://schemas.microsoft.com/office/drawing/2014/main" id="{AA3721B0-93A5-79F4-6E49-D3F5412AB2CD}"/>
              </a:ext>
            </a:extLst>
          </p:cNvPr>
          <p:cNvSpPr txBox="1">
            <a:spLocks/>
          </p:cNvSpPr>
          <p:nvPr/>
        </p:nvSpPr>
        <p:spPr>
          <a:xfrm>
            <a:off x="9179869" y="3359465"/>
            <a:ext cx="2472892" cy="1499293"/>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Everyone is right : </a:t>
            </a:r>
          </a:p>
          <a:p>
            <a:pPr marL="0" indent="0">
              <a:buNone/>
            </a:pPr>
            <a:r>
              <a:rPr lang="en-US" sz="1600" dirty="0"/>
              <a:t>we need a unified data model</a:t>
            </a:r>
          </a:p>
        </p:txBody>
      </p:sp>
      <p:sp>
        <p:nvSpPr>
          <p:cNvPr id="19" name="Title 7">
            <a:extLst>
              <a:ext uri="{FF2B5EF4-FFF2-40B4-BE49-F238E27FC236}">
                <a16:creationId xmlns:a16="http://schemas.microsoft.com/office/drawing/2014/main" id="{EC3BA156-29EE-788A-F7BE-A7FA4ED5F0F5}"/>
              </a:ext>
            </a:extLst>
          </p:cNvPr>
          <p:cNvSpPr txBox="1">
            <a:spLocks/>
          </p:cNvSpPr>
          <p:nvPr/>
        </p:nvSpPr>
        <p:spPr>
          <a:xfrm>
            <a:off x="4899807" y="1282031"/>
            <a:ext cx="3676303" cy="387402"/>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endParaRPr lang="en-US" sz="2400" dirty="0">
              <a:latin typeface="+mn-lt"/>
              <a:ea typeface="+mn-ea"/>
              <a:cs typeface="+mn-cs"/>
            </a:endParaRPr>
          </a:p>
        </p:txBody>
      </p:sp>
      <p:pic>
        <p:nvPicPr>
          <p:cNvPr id="3" name="Graphic 2" descr="Smiling face with solid fill with solid fill">
            <a:extLst>
              <a:ext uri="{FF2B5EF4-FFF2-40B4-BE49-F238E27FC236}">
                <a16:creationId xmlns:a16="http://schemas.microsoft.com/office/drawing/2014/main" id="{E5B88B92-17E9-CF24-07B2-D3B0C60742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28413" y="4631926"/>
            <a:ext cx="1470489" cy="1470489"/>
          </a:xfrm>
          <a:prstGeom prst="rect">
            <a:avLst/>
          </a:prstGeom>
        </p:spPr>
      </p:pic>
    </p:spTree>
    <p:extLst>
      <p:ext uri="{BB962C8B-B14F-4D97-AF65-F5344CB8AC3E}">
        <p14:creationId xmlns:p14="http://schemas.microsoft.com/office/powerpoint/2010/main" val="4223356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p"/>
      <p:bldP spid="14" grpId="0" uiExpand="1" build="p"/>
      <p:bldP spid="17" grpId="0" uiExpand="1" build="p"/>
      <p:bldP spid="18"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omputer screen shot of a diagram&#10;&#10;Description automatically generated">
            <a:extLst>
              <a:ext uri="{FF2B5EF4-FFF2-40B4-BE49-F238E27FC236}">
                <a16:creationId xmlns:a16="http://schemas.microsoft.com/office/drawing/2014/main" id="{5AF881E9-E4C4-2087-376A-CAB5518CD688}"/>
              </a:ext>
            </a:extLst>
          </p:cNvPr>
          <p:cNvPicPr>
            <a:picLocks noChangeAspect="1"/>
          </p:cNvPicPr>
          <p:nvPr/>
        </p:nvPicPr>
        <p:blipFill>
          <a:blip r:embed="rId3"/>
          <a:stretch>
            <a:fillRect/>
          </a:stretch>
        </p:blipFill>
        <p:spPr>
          <a:xfrm>
            <a:off x="869988" y="1354343"/>
            <a:ext cx="9157282" cy="4876923"/>
          </a:xfrm>
          <a:prstGeom prst="rect">
            <a:avLst/>
          </a:prstGeom>
        </p:spPr>
      </p:pic>
      <p:sp>
        <p:nvSpPr>
          <p:cNvPr id="4" name="Slide Number Placeholder 4">
            <a:extLst>
              <a:ext uri="{FF2B5EF4-FFF2-40B4-BE49-F238E27FC236}">
                <a16:creationId xmlns:a16="http://schemas.microsoft.com/office/drawing/2014/main" id="{0F40E6F4-D10E-EE9D-4A74-EB3A101645D2}"/>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8</a:t>
            </a:fld>
            <a:endParaRPr lang="en-US" altLang="zh-CN" dirty="0"/>
          </a:p>
        </p:txBody>
      </p:sp>
      <p:sp>
        <p:nvSpPr>
          <p:cNvPr id="9" name="Title 7">
            <a:extLst>
              <a:ext uri="{FF2B5EF4-FFF2-40B4-BE49-F238E27FC236}">
                <a16:creationId xmlns:a16="http://schemas.microsoft.com/office/drawing/2014/main" id="{4302BB95-9228-8C6A-6C53-A13F399ECE7A}"/>
              </a:ext>
            </a:extLst>
          </p:cNvPr>
          <p:cNvSpPr txBox="1">
            <a:spLocks/>
          </p:cNvSpPr>
          <p:nvPr/>
        </p:nvSpPr>
        <p:spPr>
          <a:xfrm>
            <a:off x="502665" y="707105"/>
            <a:ext cx="9132223" cy="7423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r>
              <a:rPr lang="en-US" dirty="0">
                <a:solidFill>
                  <a:srgbClr val="FABE79"/>
                </a:solidFill>
              </a:rPr>
              <a:t>Data Model: </a:t>
            </a:r>
            <a:r>
              <a:rPr lang="en-US" sz="2400" dirty="0"/>
              <a:t>Application Axis</a:t>
            </a:r>
          </a:p>
        </p:txBody>
      </p:sp>
      <p:sp>
        <p:nvSpPr>
          <p:cNvPr id="10" name="Text Placeholder 9">
            <a:extLst>
              <a:ext uri="{FF2B5EF4-FFF2-40B4-BE49-F238E27FC236}">
                <a16:creationId xmlns:a16="http://schemas.microsoft.com/office/drawing/2014/main" id="{5BE91666-AB1E-46E9-6ED6-2BE1A0008A45}"/>
              </a:ext>
            </a:extLst>
          </p:cNvPr>
          <p:cNvSpPr txBox="1">
            <a:spLocks/>
          </p:cNvSpPr>
          <p:nvPr/>
        </p:nvSpPr>
        <p:spPr>
          <a:xfrm>
            <a:off x="5271608" y="5745066"/>
            <a:ext cx="5627301" cy="35735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p>
        </p:txBody>
      </p:sp>
      <p:sp>
        <p:nvSpPr>
          <p:cNvPr id="17" name="Text Placeholder 9">
            <a:extLst>
              <a:ext uri="{FF2B5EF4-FFF2-40B4-BE49-F238E27FC236}">
                <a16:creationId xmlns:a16="http://schemas.microsoft.com/office/drawing/2014/main" id="{AD2D1114-84A3-9341-CD23-8AA13532E6B4}"/>
              </a:ext>
            </a:extLst>
          </p:cNvPr>
          <p:cNvSpPr txBox="1">
            <a:spLocks/>
          </p:cNvSpPr>
          <p:nvPr/>
        </p:nvSpPr>
        <p:spPr>
          <a:xfrm>
            <a:off x="10355782" y="4610742"/>
            <a:ext cx="1525725" cy="566857"/>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dirty="0"/>
              <a:t>DB, </a:t>
            </a:r>
            <a:r>
              <a:rPr lang="fr-FR" sz="1600" dirty="0" err="1"/>
              <a:t>CIs</a:t>
            </a:r>
            <a:r>
              <a:rPr lang="fr-FR" sz="1600" dirty="0"/>
              <a:t> in the CMDB</a:t>
            </a:r>
          </a:p>
        </p:txBody>
      </p:sp>
      <p:cxnSp>
        <p:nvCxnSpPr>
          <p:cNvPr id="19" name="Connecteur droit avec flèche 28">
            <a:extLst>
              <a:ext uri="{FF2B5EF4-FFF2-40B4-BE49-F238E27FC236}">
                <a16:creationId xmlns:a16="http://schemas.microsoft.com/office/drawing/2014/main" id="{90576E28-FD75-2A91-0954-97DC12DD65EC}"/>
              </a:ext>
            </a:extLst>
          </p:cNvPr>
          <p:cNvCxnSpPr>
            <a:cxnSpLocks/>
          </p:cNvCxnSpPr>
          <p:nvPr/>
        </p:nvCxnSpPr>
        <p:spPr>
          <a:xfrm flipH="1" flipV="1">
            <a:off x="5626100" y="4464283"/>
            <a:ext cx="4729682" cy="44622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 Placeholder 9">
            <a:extLst>
              <a:ext uri="{FF2B5EF4-FFF2-40B4-BE49-F238E27FC236}">
                <a16:creationId xmlns:a16="http://schemas.microsoft.com/office/drawing/2014/main" id="{9DF323C4-DFC4-9B27-AC73-66BA5B774F7E}"/>
              </a:ext>
            </a:extLst>
          </p:cNvPr>
          <p:cNvSpPr txBox="1">
            <a:spLocks/>
          </p:cNvSpPr>
          <p:nvPr/>
        </p:nvSpPr>
        <p:spPr>
          <a:xfrm>
            <a:off x="10254530" y="2940145"/>
            <a:ext cx="1525725" cy="1150542"/>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dirty="0"/>
              <a:t>Instance stack</a:t>
            </a:r>
          </a:p>
          <a:p>
            <a:pPr marL="0" indent="0">
              <a:buNone/>
            </a:pPr>
            <a:r>
              <a:rPr lang="fr-FR" sz="1600" dirty="0"/>
              <a:t>Ex : </a:t>
            </a:r>
            <a:r>
              <a:rPr lang="fr-FR" sz="1600" dirty="0" err="1"/>
              <a:t>Credit</a:t>
            </a:r>
            <a:r>
              <a:rPr lang="fr-FR" sz="1600" dirty="0"/>
              <a:t> Check DEV, </a:t>
            </a:r>
            <a:r>
              <a:rPr lang="fr-FR" sz="1600" dirty="0" err="1"/>
              <a:t>Credit</a:t>
            </a:r>
            <a:r>
              <a:rPr lang="fr-FR" sz="1600" dirty="0"/>
              <a:t> Check PROD</a:t>
            </a:r>
          </a:p>
        </p:txBody>
      </p:sp>
      <p:cxnSp>
        <p:nvCxnSpPr>
          <p:cNvPr id="21" name="Connecteur droit avec flèche 34">
            <a:extLst>
              <a:ext uri="{FF2B5EF4-FFF2-40B4-BE49-F238E27FC236}">
                <a16:creationId xmlns:a16="http://schemas.microsoft.com/office/drawing/2014/main" id="{3EA4709A-2AA4-E089-AA12-8B1F1E418CBC}"/>
              </a:ext>
            </a:extLst>
          </p:cNvPr>
          <p:cNvCxnSpPr>
            <a:cxnSpLocks/>
            <a:stCxn id="20" idx="1"/>
          </p:cNvCxnSpPr>
          <p:nvPr/>
        </p:nvCxnSpPr>
        <p:spPr>
          <a:xfrm flipH="1">
            <a:off x="5626100" y="3515416"/>
            <a:ext cx="4628430" cy="2707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39">
            <a:extLst>
              <a:ext uri="{FF2B5EF4-FFF2-40B4-BE49-F238E27FC236}">
                <a16:creationId xmlns:a16="http://schemas.microsoft.com/office/drawing/2014/main" id="{5217670F-2B16-CFF2-D334-F4643F69093A}"/>
              </a:ext>
            </a:extLst>
          </p:cNvPr>
          <p:cNvCxnSpPr>
            <a:cxnSpLocks/>
          </p:cNvCxnSpPr>
          <p:nvPr/>
        </p:nvCxnSpPr>
        <p:spPr>
          <a:xfrm flipH="1">
            <a:off x="7226300" y="2234890"/>
            <a:ext cx="2975628" cy="1019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46">
            <a:extLst>
              <a:ext uri="{FF2B5EF4-FFF2-40B4-BE49-F238E27FC236}">
                <a16:creationId xmlns:a16="http://schemas.microsoft.com/office/drawing/2014/main" id="{23230037-7D59-D5EF-8BD3-47F088C917F5}"/>
              </a:ext>
            </a:extLst>
          </p:cNvPr>
          <p:cNvCxnSpPr>
            <a:cxnSpLocks/>
          </p:cNvCxnSpPr>
          <p:nvPr/>
        </p:nvCxnSpPr>
        <p:spPr>
          <a:xfrm flipH="1">
            <a:off x="7087777" y="1285738"/>
            <a:ext cx="307801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53">
            <a:extLst>
              <a:ext uri="{FF2B5EF4-FFF2-40B4-BE49-F238E27FC236}">
                <a16:creationId xmlns:a16="http://schemas.microsoft.com/office/drawing/2014/main" id="{725954A2-0677-B101-A23C-BDB0E538AF76}"/>
              </a:ext>
            </a:extLst>
          </p:cNvPr>
          <p:cNvCxnSpPr>
            <a:cxnSpLocks/>
          </p:cNvCxnSpPr>
          <p:nvPr/>
        </p:nvCxnSpPr>
        <p:spPr>
          <a:xfrm flipH="1">
            <a:off x="4779061" y="1211321"/>
            <a:ext cx="2308716" cy="3682849"/>
          </a:xfrm>
          <a:prstGeom prst="straightConnector1">
            <a:avLst/>
          </a:prstGeom>
          <a:ln w="38100">
            <a:solidFill>
              <a:srgbClr val="0070C0"/>
            </a:solidFill>
            <a:tailEnd type="none"/>
          </a:ln>
        </p:spPr>
        <p:style>
          <a:lnRef idx="1">
            <a:schemeClr val="accent1"/>
          </a:lnRef>
          <a:fillRef idx="0">
            <a:schemeClr val="accent1"/>
          </a:fillRef>
          <a:effectRef idx="0">
            <a:schemeClr val="accent1"/>
          </a:effectRef>
          <a:fontRef idx="minor">
            <a:schemeClr val="tx1"/>
          </a:fontRef>
        </p:style>
      </p:cxnSp>
      <p:sp>
        <p:nvSpPr>
          <p:cNvPr id="2" name="Text Placeholder 9">
            <a:extLst>
              <a:ext uri="{FF2B5EF4-FFF2-40B4-BE49-F238E27FC236}">
                <a16:creationId xmlns:a16="http://schemas.microsoft.com/office/drawing/2014/main" id="{5D64B438-8725-A5A6-B1DA-03227D122356}"/>
              </a:ext>
            </a:extLst>
          </p:cNvPr>
          <p:cNvSpPr txBox="1">
            <a:spLocks/>
          </p:cNvSpPr>
          <p:nvPr/>
        </p:nvSpPr>
        <p:spPr>
          <a:xfrm>
            <a:off x="10201928" y="1903231"/>
            <a:ext cx="2015515" cy="663318"/>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dirty="0"/>
              <a:t>Business Application</a:t>
            </a:r>
          </a:p>
          <a:p>
            <a:pPr marL="0" indent="0">
              <a:buNone/>
            </a:pPr>
            <a:r>
              <a:rPr lang="fr-FR" sz="1600" dirty="0"/>
              <a:t>Ex : </a:t>
            </a:r>
            <a:r>
              <a:rPr lang="fr-FR" sz="1600" dirty="0" err="1"/>
              <a:t>Credit</a:t>
            </a:r>
            <a:r>
              <a:rPr lang="fr-FR" sz="1600" dirty="0"/>
              <a:t> check</a:t>
            </a:r>
          </a:p>
        </p:txBody>
      </p:sp>
      <p:sp>
        <p:nvSpPr>
          <p:cNvPr id="3" name="Text Placeholder 9">
            <a:extLst>
              <a:ext uri="{FF2B5EF4-FFF2-40B4-BE49-F238E27FC236}">
                <a16:creationId xmlns:a16="http://schemas.microsoft.com/office/drawing/2014/main" id="{86E7221A-3583-76C7-88B6-10B68E92F0DE}"/>
              </a:ext>
            </a:extLst>
          </p:cNvPr>
          <p:cNvSpPr txBox="1">
            <a:spLocks/>
          </p:cNvSpPr>
          <p:nvPr/>
        </p:nvSpPr>
        <p:spPr>
          <a:xfrm>
            <a:off x="10165793" y="1073994"/>
            <a:ext cx="2015515" cy="46618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dirty="0"/>
              <a:t>Application Axis</a:t>
            </a:r>
          </a:p>
        </p:txBody>
      </p:sp>
    </p:spTree>
    <p:extLst>
      <p:ext uri="{BB962C8B-B14F-4D97-AF65-F5344CB8AC3E}">
        <p14:creationId xmlns:p14="http://schemas.microsoft.com/office/powerpoint/2010/main" val="175861900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20">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500"/>
                                        <p:tgtEl>
                                          <p:spTgt spid="22"/>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2">
                                            <p:txEl>
                                              <p:pRg st="0" end="0"/>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par>
                                <p:cTn id="36" presetID="1" presetClass="entr" presetSubtype="0" fill="hold" grpId="0" nodeType="with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p"/>
      <p:bldP spid="20" grpId="0" uiExpand="1" build="p"/>
      <p:bldP spid="2" grpId="0" uiExpand="1" build="p"/>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mputer screen shot of a diagram&#10;&#10;Description automatically generated">
            <a:extLst>
              <a:ext uri="{FF2B5EF4-FFF2-40B4-BE49-F238E27FC236}">
                <a16:creationId xmlns:a16="http://schemas.microsoft.com/office/drawing/2014/main" id="{3AB4D33B-CD51-3554-259D-519941B59D37}"/>
              </a:ext>
            </a:extLst>
          </p:cNvPr>
          <p:cNvPicPr>
            <a:picLocks noChangeAspect="1"/>
          </p:cNvPicPr>
          <p:nvPr/>
        </p:nvPicPr>
        <p:blipFill>
          <a:blip r:embed="rId3"/>
          <a:stretch>
            <a:fillRect/>
          </a:stretch>
        </p:blipFill>
        <p:spPr>
          <a:xfrm>
            <a:off x="869988" y="1354343"/>
            <a:ext cx="9157282" cy="4876923"/>
          </a:xfrm>
          <a:prstGeom prst="rect">
            <a:avLst/>
          </a:prstGeom>
        </p:spPr>
      </p:pic>
      <p:sp>
        <p:nvSpPr>
          <p:cNvPr id="39" name="Title 7">
            <a:extLst>
              <a:ext uri="{FF2B5EF4-FFF2-40B4-BE49-F238E27FC236}">
                <a16:creationId xmlns:a16="http://schemas.microsoft.com/office/drawing/2014/main" id="{4C4E5474-3F03-94C8-0123-4A96AB5A646D}"/>
              </a:ext>
            </a:extLst>
          </p:cNvPr>
          <p:cNvSpPr>
            <a:spLocks noGrp="1"/>
          </p:cNvSpPr>
          <p:nvPr>
            <p:ph type="title"/>
          </p:nvPr>
        </p:nvSpPr>
        <p:spPr>
          <a:xfrm>
            <a:off x="502665" y="707105"/>
            <a:ext cx="9921495" cy="697608"/>
          </a:xfrm>
        </p:spPr>
        <p:txBody>
          <a:bodyPr/>
          <a:lstStyle/>
          <a:p>
            <a:r>
              <a:rPr lang="en-US" dirty="0">
                <a:solidFill>
                  <a:srgbClr val="FABE79"/>
                </a:solidFill>
              </a:rPr>
              <a:t>Data Model: </a:t>
            </a:r>
            <a:r>
              <a:rPr lang="en-US" sz="2800" dirty="0"/>
              <a:t>Services Axis</a:t>
            </a:r>
          </a:p>
        </p:txBody>
      </p:sp>
      <p:sp>
        <p:nvSpPr>
          <p:cNvPr id="40" name="Text Placeholder 9">
            <a:extLst>
              <a:ext uri="{FF2B5EF4-FFF2-40B4-BE49-F238E27FC236}">
                <a16:creationId xmlns:a16="http://schemas.microsoft.com/office/drawing/2014/main" id="{C9BDEE4E-9DD7-6031-B5A9-4B1C6E46B615}"/>
              </a:ext>
            </a:extLst>
          </p:cNvPr>
          <p:cNvSpPr txBox="1">
            <a:spLocks/>
          </p:cNvSpPr>
          <p:nvPr/>
        </p:nvSpPr>
        <p:spPr>
          <a:xfrm>
            <a:off x="5271608" y="5745066"/>
            <a:ext cx="5627301" cy="35735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p>
        </p:txBody>
      </p:sp>
      <p:sp>
        <p:nvSpPr>
          <p:cNvPr id="41" name="Slide Number Placeholder 4">
            <a:extLst>
              <a:ext uri="{FF2B5EF4-FFF2-40B4-BE49-F238E27FC236}">
                <a16:creationId xmlns:a16="http://schemas.microsoft.com/office/drawing/2014/main" id="{FBE8632E-AF4E-8149-A18C-7EF2425D7A61}"/>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9</a:t>
            </a:fld>
            <a:endParaRPr lang="en-US" altLang="zh-CN" dirty="0"/>
          </a:p>
        </p:txBody>
      </p:sp>
      <p:sp>
        <p:nvSpPr>
          <p:cNvPr id="43" name="Rectangle : coins arrondis 5">
            <a:extLst>
              <a:ext uri="{FF2B5EF4-FFF2-40B4-BE49-F238E27FC236}">
                <a16:creationId xmlns:a16="http://schemas.microsoft.com/office/drawing/2014/main" id="{47B01F9E-FD92-6CD2-DA48-326826CE4A2A}"/>
              </a:ext>
            </a:extLst>
          </p:cNvPr>
          <p:cNvSpPr/>
          <p:nvPr/>
        </p:nvSpPr>
        <p:spPr>
          <a:xfrm>
            <a:off x="6474411" y="3593188"/>
            <a:ext cx="2127183" cy="433138"/>
          </a:xfrm>
          <a:prstGeom prst="roundRect">
            <a:avLst/>
          </a:prstGeom>
          <a:solidFill>
            <a:srgbClr val="00B050">
              <a:alpha val="35000"/>
            </a:srgb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 coins arrondis 9">
            <a:extLst>
              <a:ext uri="{FF2B5EF4-FFF2-40B4-BE49-F238E27FC236}">
                <a16:creationId xmlns:a16="http://schemas.microsoft.com/office/drawing/2014/main" id="{D8D9C07C-0DE8-48FD-6BFD-53A2773AB7FC}"/>
              </a:ext>
            </a:extLst>
          </p:cNvPr>
          <p:cNvSpPr/>
          <p:nvPr/>
        </p:nvSpPr>
        <p:spPr>
          <a:xfrm>
            <a:off x="4528515" y="3485548"/>
            <a:ext cx="1225445" cy="546235"/>
          </a:xfrm>
          <a:prstGeom prst="roundRect">
            <a:avLst/>
          </a:prstGeom>
          <a:solidFill>
            <a:srgbClr val="D84400">
              <a:alpha val="35000"/>
            </a:srgb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5" name="Rectangle : coins arrondis 11">
            <a:extLst>
              <a:ext uri="{FF2B5EF4-FFF2-40B4-BE49-F238E27FC236}">
                <a16:creationId xmlns:a16="http://schemas.microsoft.com/office/drawing/2014/main" id="{883EEBB2-A539-7FEB-10B8-86943AC0EEC0}"/>
              </a:ext>
            </a:extLst>
          </p:cNvPr>
          <p:cNvSpPr/>
          <p:nvPr/>
        </p:nvSpPr>
        <p:spPr>
          <a:xfrm>
            <a:off x="2236707" y="3624679"/>
            <a:ext cx="1756439" cy="433138"/>
          </a:xfrm>
          <a:prstGeom prst="roundRect">
            <a:avLst/>
          </a:prstGeom>
          <a:solidFill>
            <a:srgbClr val="D84400">
              <a:alpha val="35000"/>
            </a:srgb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6" name="Connecteur droit avec flèche 12">
            <a:extLst>
              <a:ext uri="{FF2B5EF4-FFF2-40B4-BE49-F238E27FC236}">
                <a16:creationId xmlns:a16="http://schemas.microsoft.com/office/drawing/2014/main" id="{6E24C2F1-74D8-554A-1985-35C717F59ECB}"/>
              </a:ext>
            </a:extLst>
          </p:cNvPr>
          <p:cNvCxnSpPr>
            <a:cxnSpLocks/>
            <a:stCxn id="48" idx="1"/>
          </p:cNvCxnSpPr>
          <p:nvPr/>
        </p:nvCxnSpPr>
        <p:spPr>
          <a:xfrm flipH="1" flipV="1">
            <a:off x="3620322" y="4066517"/>
            <a:ext cx="6574205" cy="10300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Text Placeholder 9">
            <a:extLst>
              <a:ext uri="{FF2B5EF4-FFF2-40B4-BE49-F238E27FC236}">
                <a16:creationId xmlns:a16="http://schemas.microsoft.com/office/drawing/2014/main" id="{8962A061-8642-672E-D395-A3299F721268}"/>
              </a:ext>
            </a:extLst>
          </p:cNvPr>
          <p:cNvSpPr txBox="1">
            <a:spLocks/>
          </p:cNvSpPr>
          <p:nvPr/>
        </p:nvSpPr>
        <p:spPr>
          <a:xfrm>
            <a:off x="10199565" y="4063759"/>
            <a:ext cx="1669083" cy="566857"/>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dirty="0"/>
              <a:t>Consumer </a:t>
            </a:r>
            <a:r>
              <a:rPr lang="fr-FR" sz="1600" dirty="0" err="1"/>
              <a:t>view</a:t>
            </a:r>
          </a:p>
          <a:p>
            <a:pPr marL="0" indent="0">
              <a:buNone/>
            </a:pPr>
            <a:r>
              <a:rPr lang="fr-FR" sz="1600" dirty="0"/>
              <a:t>Loan Money</a:t>
            </a:r>
          </a:p>
        </p:txBody>
      </p:sp>
      <p:sp>
        <p:nvSpPr>
          <p:cNvPr id="48" name="Text Placeholder 9">
            <a:extLst>
              <a:ext uri="{FF2B5EF4-FFF2-40B4-BE49-F238E27FC236}">
                <a16:creationId xmlns:a16="http://schemas.microsoft.com/office/drawing/2014/main" id="{04C9F52B-E348-5DEC-E205-FC5263F00999}"/>
              </a:ext>
            </a:extLst>
          </p:cNvPr>
          <p:cNvSpPr txBox="1">
            <a:spLocks/>
          </p:cNvSpPr>
          <p:nvPr/>
        </p:nvSpPr>
        <p:spPr>
          <a:xfrm>
            <a:off x="10194527" y="4813148"/>
            <a:ext cx="2015515" cy="566857"/>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dirty="0"/>
              <a:t>IT Provider</a:t>
            </a:r>
          </a:p>
          <a:p>
            <a:pPr marL="0" indent="0">
              <a:buNone/>
            </a:pPr>
            <a:r>
              <a:rPr lang="fr-FR" sz="1600" dirty="0"/>
              <a:t>TS : Financial Service</a:t>
            </a:r>
          </a:p>
          <a:p>
            <a:pPr marL="0" indent="0">
              <a:buNone/>
            </a:pPr>
            <a:r>
              <a:rPr lang="fr-FR" sz="1600" dirty="0"/>
              <a:t>TSO : Check </a:t>
            </a:r>
            <a:r>
              <a:rPr lang="fr-FR" sz="1600" dirty="0" err="1"/>
              <a:t>Credit</a:t>
            </a:r>
            <a:endParaRPr lang="fr-FR" sz="1600" dirty="0"/>
          </a:p>
        </p:txBody>
      </p:sp>
      <p:cxnSp>
        <p:nvCxnSpPr>
          <p:cNvPr id="49" name="Connecteur droit avec flèche 21">
            <a:extLst>
              <a:ext uri="{FF2B5EF4-FFF2-40B4-BE49-F238E27FC236}">
                <a16:creationId xmlns:a16="http://schemas.microsoft.com/office/drawing/2014/main" id="{9B2364C1-F716-FB02-99FA-C1924002DBA4}"/>
              </a:ext>
            </a:extLst>
          </p:cNvPr>
          <p:cNvCxnSpPr>
            <a:cxnSpLocks/>
            <a:stCxn id="47" idx="1"/>
          </p:cNvCxnSpPr>
          <p:nvPr/>
        </p:nvCxnSpPr>
        <p:spPr>
          <a:xfrm flipH="1" flipV="1">
            <a:off x="8396797" y="4063757"/>
            <a:ext cx="1802768" cy="2834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Text Placeholder 9">
            <a:extLst>
              <a:ext uri="{FF2B5EF4-FFF2-40B4-BE49-F238E27FC236}">
                <a16:creationId xmlns:a16="http://schemas.microsoft.com/office/drawing/2014/main" id="{195504DB-7CCC-6BDC-D5BA-058C69FA0FDE}"/>
              </a:ext>
            </a:extLst>
          </p:cNvPr>
          <p:cNvSpPr txBox="1">
            <a:spLocks/>
          </p:cNvSpPr>
          <p:nvPr/>
        </p:nvSpPr>
        <p:spPr>
          <a:xfrm>
            <a:off x="10238175" y="2794241"/>
            <a:ext cx="1669083" cy="566857"/>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dirty="0" err="1"/>
              <a:t>Deployent</a:t>
            </a:r>
            <a:r>
              <a:rPr lang="fr-FR" sz="1600" dirty="0"/>
              <a:t> </a:t>
            </a:r>
            <a:r>
              <a:rPr lang="fr-FR" sz="1600" dirty="0" err="1"/>
              <a:t>view</a:t>
            </a:r>
            <a:endParaRPr lang="fr-FR" sz="1600" dirty="0"/>
          </a:p>
          <a:p>
            <a:pPr marL="0" indent="0">
              <a:buNone/>
            </a:pPr>
            <a:r>
              <a:rPr lang="fr-FR" sz="1600" dirty="0" err="1"/>
              <a:t>Credit</a:t>
            </a:r>
            <a:r>
              <a:rPr lang="fr-FR" sz="1600" dirty="0"/>
              <a:t> Check PROD</a:t>
            </a:r>
          </a:p>
        </p:txBody>
      </p:sp>
      <p:cxnSp>
        <p:nvCxnSpPr>
          <p:cNvPr id="51" name="Connecteur droit avec flèche 25">
            <a:extLst>
              <a:ext uri="{FF2B5EF4-FFF2-40B4-BE49-F238E27FC236}">
                <a16:creationId xmlns:a16="http://schemas.microsoft.com/office/drawing/2014/main" id="{95A5BFAB-EDE6-C0B5-E956-1F2F00E84AD8}"/>
              </a:ext>
            </a:extLst>
          </p:cNvPr>
          <p:cNvCxnSpPr>
            <a:cxnSpLocks/>
          </p:cNvCxnSpPr>
          <p:nvPr/>
        </p:nvCxnSpPr>
        <p:spPr>
          <a:xfrm flipH="1">
            <a:off x="5717590" y="3084098"/>
            <a:ext cx="4642037" cy="58432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3">
            <a:extLst>
              <a:ext uri="{FF2B5EF4-FFF2-40B4-BE49-F238E27FC236}">
                <a16:creationId xmlns:a16="http://schemas.microsoft.com/office/drawing/2014/main" id="{96FAD535-2F3C-0FAE-39F0-875417448CFB}"/>
              </a:ext>
            </a:extLst>
          </p:cNvPr>
          <p:cNvCxnSpPr>
            <a:cxnSpLocks/>
          </p:cNvCxnSpPr>
          <p:nvPr/>
        </p:nvCxnSpPr>
        <p:spPr>
          <a:xfrm flipH="1">
            <a:off x="1830011" y="3930148"/>
            <a:ext cx="7404670" cy="0"/>
          </a:xfrm>
          <a:prstGeom prst="straightConnector1">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53" name="Connecteur droit avec flèche 32">
            <a:extLst>
              <a:ext uri="{FF2B5EF4-FFF2-40B4-BE49-F238E27FC236}">
                <a16:creationId xmlns:a16="http://schemas.microsoft.com/office/drawing/2014/main" id="{5350CE67-80D9-D72A-B689-90EC2C09DD42}"/>
              </a:ext>
            </a:extLst>
          </p:cNvPr>
          <p:cNvCxnSpPr>
            <a:cxnSpLocks/>
            <a:stCxn id="54" idx="1"/>
          </p:cNvCxnSpPr>
          <p:nvPr/>
        </p:nvCxnSpPr>
        <p:spPr>
          <a:xfrm flipH="1">
            <a:off x="4204051" y="1319609"/>
            <a:ext cx="5899656" cy="249014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Text Placeholder 9">
            <a:extLst>
              <a:ext uri="{FF2B5EF4-FFF2-40B4-BE49-F238E27FC236}">
                <a16:creationId xmlns:a16="http://schemas.microsoft.com/office/drawing/2014/main" id="{1F87AF69-B9DD-1D12-218C-3D6ED3076D53}"/>
              </a:ext>
            </a:extLst>
          </p:cNvPr>
          <p:cNvSpPr txBox="1">
            <a:spLocks/>
          </p:cNvSpPr>
          <p:nvPr/>
        </p:nvSpPr>
        <p:spPr>
          <a:xfrm>
            <a:off x="10103707" y="1086518"/>
            <a:ext cx="2015515" cy="46618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dirty="0"/>
              <a:t>Service Axis</a:t>
            </a:r>
          </a:p>
        </p:txBody>
      </p:sp>
    </p:spTree>
    <p:extLst>
      <p:ext uri="{BB962C8B-B14F-4D97-AF65-F5344CB8AC3E}">
        <p14:creationId xmlns:p14="http://schemas.microsoft.com/office/powerpoint/2010/main" val="229995459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animEffect transition="in" filter="fade">
                                      <p:cBhvr>
                                        <p:cTn id="9" dur="500"/>
                                        <p:tgtEl>
                                          <p:spTgt spid="49"/>
                                        </p:tgtEl>
                                      </p:cBhvr>
                                    </p:animEffect>
                                  </p:childTnLst>
                                </p:cTn>
                              </p:par>
                              <p:par>
                                <p:cTn id="10" presetID="1" presetClass="entr" presetSubtype="0" fill="hold" grpId="0" nodeType="withEffect">
                                  <p:stCondLst>
                                    <p:cond delay="0"/>
                                  </p:stCondLst>
                                  <p:childTnLst>
                                    <p:set>
                                      <p:cBhvr>
                                        <p:cTn id="11" dur="1" fill="hold">
                                          <p:stCondLst>
                                            <p:cond delay="0"/>
                                          </p:stCondLst>
                                        </p:cTn>
                                        <p:tgtEl>
                                          <p:spTgt spid="47">
                                            <p:txEl>
                                              <p:pRg st="0" end="0"/>
                                            </p:txEl>
                                          </p:spTgt>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5"/>
                                        </p:tgtEl>
                                        <p:attrNameLst>
                                          <p:attrName>style.visibility</p:attrName>
                                        </p:attrNameLst>
                                      </p:cBhvr>
                                      <p:to>
                                        <p:strVal val="visible"/>
                                      </p:to>
                                    </p:set>
                                  </p:childTnLst>
                                </p:cTn>
                              </p:par>
                              <p:par>
                                <p:cTn id="18" presetID="10" presetClass="entr" presetSubtype="0" fill="hold" nodeType="with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0"/>
                                          </p:stCondLst>
                                        </p:cTn>
                                        <p:tgtEl>
                                          <p:spTgt spid="48">
                                            <p:txEl>
                                              <p:pRg st="0" end="0"/>
                                            </p:txEl>
                                          </p:spTgt>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48">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0" presetClass="entr" presetSubtype="0" fill="hold" nodeType="with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500"/>
                                        <p:tgtEl>
                                          <p:spTgt spid="51"/>
                                        </p:tgtEl>
                                      </p:cBhvr>
                                    </p:animEffect>
                                  </p:childTnLst>
                                </p:cTn>
                              </p:par>
                              <p:par>
                                <p:cTn id="36" presetID="1" presetClass="entr" presetSubtype="0" fill="hold" grpId="0" nodeType="withEffect">
                                  <p:stCondLst>
                                    <p:cond delay="0"/>
                                  </p:stCondLst>
                                  <p:childTnLst>
                                    <p:set>
                                      <p:cBhvr>
                                        <p:cTn id="37" dur="1" fill="hold">
                                          <p:stCondLst>
                                            <p:cond delay="0"/>
                                          </p:stCondLst>
                                        </p:cTn>
                                        <p:tgtEl>
                                          <p:spTgt spid="50">
                                            <p:txEl>
                                              <p:pRg st="0" end="0"/>
                                            </p:txEl>
                                          </p:spTgt>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par>
                                <p:cTn id="45" presetID="10" presetClass="entr" presetSubtype="0" fill="hold" nodeType="with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fade">
                                      <p:cBhvr>
                                        <p:cTn id="47" dur="500"/>
                                        <p:tgtEl>
                                          <p:spTgt spid="53"/>
                                        </p:tgtEl>
                                      </p:cBhvr>
                                    </p:animEffect>
                                  </p:childTnLst>
                                </p:cTn>
                              </p:par>
                              <p:par>
                                <p:cTn id="48" presetID="1" presetClass="entr" presetSubtype="0" fill="hold" grpId="0" nodeType="withEffect">
                                  <p:stCondLst>
                                    <p:cond delay="0"/>
                                  </p:stCondLst>
                                  <p:childTnLst>
                                    <p:set>
                                      <p:cBhvr>
                                        <p:cTn id="49"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7" grpId="0" uiExpand="1" build="p"/>
      <p:bldP spid="48" grpId="0" uiExpand="1" build="p"/>
      <p:bldP spid="50" grpId="0" uiExpand="1" build="p"/>
      <p:bldP spid="5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omputer screen shot of a diagram&#10;&#10;Description automatically generated">
            <a:extLst>
              <a:ext uri="{FF2B5EF4-FFF2-40B4-BE49-F238E27FC236}">
                <a16:creationId xmlns:a16="http://schemas.microsoft.com/office/drawing/2014/main" id="{7BA7BEDC-AB72-A94A-9F02-B861B41ED8DE}"/>
              </a:ext>
            </a:extLst>
          </p:cNvPr>
          <p:cNvPicPr>
            <a:picLocks noChangeAspect="1"/>
          </p:cNvPicPr>
          <p:nvPr/>
        </p:nvPicPr>
        <p:blipFill>
          <a:blip r:embed="rId3"/>
          <a:stretch>
            <a:fillRect/>
          </a:stretch>
        </p:blipFill>
        <p:spPr>
          <a:xfrm>
            <a:off x="869988" y="1354343"/>
            <a:ext cx="9157282" cy="4876923"/>
          </a:xfrm>
          <a:prstGeom prst="rect">
            <a:avLst/>
          </a:prstGeom>
        </p:spPr>
      </p:pic>
      <p:sp>
        <p:nvSpPr>
          <p:cNvPr id="4" name="Slide Number Placeholder 4">
            <a:extLst>
              <a:ext uri="{FF2B5EF4-FFF2-40B4-BE49-F238E27FC236}">
                <a16:creationId xmlns:a16="http://schemas.microsoft.com/office/drawing/2014/main" id="{0F40E6F4-D10E-EE9D-4A74-EB3A101645D2}"/>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10</a:t>
            </a:fld>
            <a:endParaRPr lang="en-US" altLang="zh-CN" dirty="0"/>
          </a:p>
        </p:txBody>
      </p:sp>
      <p:sp>
        <p:nvSpPr>
          <p:cNvPr id="2" name="Title 7">
            <a:extLst>
              <a:ext uri="{FF2B5EF4-FFF2-40B4-BE49-F238E27FC236}">
                <a16:creationId xmlns:a16="http://schemas.microsoft.com/office/drawing/2014/main" id="{8A81CF2D-A5A9-09E4-66B1-13BCD2340F4A}"/>
              </a:ext>
            </a:extLst>
          </p:cNvPr>
          <p:cNvSpPr>
            <a:spLocks noGrp="1"/>
          </p:cNvSpPr>
          <p:nvPr>
            <p:ph type="title"/>
          </p:nvPr>
        </p:nvSpPr>
        <p:spPr>
          <a:xfrm>
            <a:off x="502665" y="707105"/>
            <a:ext cx="9921495" cy="697608"/>
          </a:xfrm>
        </p:spPr>
        <p:txBody>
          <a:bodyPr/>
          <a:lstStyle/>
          <a:p>
            <a:r>
              <a:rPr lang="en-US" dirty="0">
                <a:solidFill>
                  <a:srgbClr val="FABE79"/>
                </a:solidFill>
              </a:rPr>
              <a:t>Data Model: </a:t>
            </a:r>
            <a:r>
              <a:rPr lang="en-US" sz="2800" dirty="0"/>
              <a:t>Application Service</a:t>
            </a:r>
          </a:p>
        </p:txBody>
      </p:sp>
      <p:sp>
        <p:nvSpPr>
          <p:cNvPr id="3" name="Text Placeholder 9">
            <a:extLst>
              <a:ext uri="{FF2B5EF4-FFF2-40B4-BE49-F238E27FC236}">
                <a16:creationId xmlns:a16="http://schemas.microsoft.com/office/drawing/2014/main" id="{191A5815-EDEA-7611-A529-1173C63F9C53}"/>
              </a:ext>
            </a:extLst>
          </p:cNvPr>
          <p:cNvSpPr txBox="1">
            <a:spLocks/>
          </p:cNvSpPr>
          <p:nvPr/>
        </p:nvSpPr>
        <p:spPr>
          <a:xfrm>
            <a:off x="5271608" y="5745066"/>
            <a:ext cx="5627301" cy="35735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p>
        </p:txBody>
      </p:sp>
      <p:sp>
        <p:nvSpPr>
          <p:cNvPr id="5" name="Slide Number Placeholder 4">
            <a:extLst>
              <a:ext uri="{FF2B5EF4-FFF2-40B4-BE49-F238E27FC236}">
                <a16:creationId xmlns:a16="http://schemas.microsoft.com/office/drawing/2014/main" id="{A4A12F92-41C7-46DF-7040-55623BD9AAA1}"/>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10</a:t>
            </a:fld>
            <a:endParaRPr lang="en-US" altLang="zh-CN" dirty="0"/>
          </a:p>
        </p:txBody>
      </p:sp>
      <p:sp>
        <p:nvSpPr>
          <p:cNvPr id="7" name="Text Placeholder 9">
            <a:extLst>
              <a:ext uri="{FF2B5EF4-FFF2-40B4-BE49-F238E27FC236}">
                <a16:creationId xmlns:a16="http://schemas.microsoft.com/office/drawing/2014/main" id="{D147CAB6-5F43-E609-E470-FBF85DD94503}"/>
              </a:ext>
            </a:extLst>
          </p:cNvPr>
          <p:cNvSpPr txBox="1">
            <a:spLocks/>
          </p:cNvSpPr>
          <p:nvPr/>
        </p:nvSpPr>
        <p:spPr>
          <a:xfrm>
            <a:off x="10359627" y="1785336"/>
            <a:ext cx="1669083" cy="566857"/>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dirty="0"/>
              <a:t>Application Service : The place </a:t>
            </a:r>
            <a:r>
              <a:rPr lang="fr-FR" sz="1600" dirty="0" err="1"/>
              <a:t>where</a:t>
            </a:r>
            <a:r>
              <a:rPr lang="fr-FR" sz="1600" dirty="0"/>
              <a:t> Application and the Services are meeting</a:t>
            </a:r>
          </a:p>
        </p:txBody>
      </p:sp>
      <p:cxnSp>
        <p:nvCxnSpPr>
          <p:cNvPr id="11" name="Connecteur droit avec flèche 25">
            <a:extLst>
              <a:ext uri="{FF2B5EF4-FFF2-40B4-BE49-F238E27FC236}">
                <a16:creationId xmlns:a16="http://schemas.microsoft.com/office/drawing/2014/main" id="{2EBECE48-996A-287B-CCFA-789752ACF53F}"/>
              </a:ext>
            </a:extLst>
          </p:cNvPr>
          <p:cNvCxnSpPr>
            <a:cxnSpLocks/>
            <a:stCxn id="7" idx="1"/>
          </p:cNvCxnSpPr>
          <p:nvPr/>
        </p:nvCxnSpPr>
        <p:spPr>
          <a:xfrm flipH="1">
            <a:off x="5626100" y="2068765"/>
            <a:ext cx="4733527" cy="17285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3">
            <a:extLst>
              <a:ext uri="{FF2B5EF4-FFF2-40B4-BE49-F238E27FC236}">
                <a16:creationId xmlns:a16="http://schemas.microsoft.com/office/drawing/2014/main" id="{8FCE7508-C0D1-D778-6D9E-450282E765C2}"/>
              </a:ext>
            </a:extLst>
          </p:cNvPr>
          <p:cNvCxnSpPr>
            <a:cxnSpLocks/>
          </p:cNvCxnSpPr>
          <p:nvPr/>
        </p:nvCxnSpPr>
        <p:spPr>
          <a:xfrm flipH="1">
            <a:off x="4779061" y="1211321"/>
            <a:ext cx="2308716" cy="3682849"/>
          </a:xfrm>
          <a:prstGeom prst="straightConnector1">
            <a:avLst/>
          </a:prstGeom>
          <a:ln w="38100">
            <a:solidFill>
              <a:srgbClr val="0070C0"/>
            </a:solidFill>
            <a:tailEnd type="none"/>
          </a:ln>
        </p:spPr>
        <p:style>
          <a:lnRef idx="1">
            <a:schemeClr val="accent1"/>
          </a:lnRef>
          <a:fillRef idx="0">
            <a:schemeClr val="accent1"/>
          </a:fillRef>
          <a:effectRef idx="0">
            <a:schemeClr val="accent1"/>
          </a:effectRef>
          <a:fontRef idx="minor">
            <a:schemeClr val="tx1"/>
          </a:fontRef>
        </p:style>
      </p:cxnSp>
      <p:cxnSp>
        <p:nvCxnSpPr>
          <p:cNvPr id="8" name="Connecteur droit avec flèche 53">
            <a:extLst>
              <a:ext uri="{FF2B5EF4-FFF2-40B4-BE49-F238E27FC236}">
                <a16:creationId xmlns:a16="http://schemas.microsoft.com/office/drawing/2014/main" id="{B59A666B-2806-71FA-9427-0DE467624749}"/>
              </a:ext>
            </a:extLst>
          </p:cNvPr>
          <p:cNvCxnSpPr>
            <a:cxnSpLocks/>
          </p:cNvCxnSpPr>
          <p:nvPr/>
        </p:nvCxnSpPr>
        <p:spPr>
          <a:xfrm flipH="1">
            <a:off x="1830011" y="3930148"/>
            <a:ext cx="7404670" cy="0"/>
          </a:xfrm>
          <a:prstGeom prst="straightConnector1">
            <a:avLst/>
          </a:prstGeom>
          <a:ln w="38100">
            <a:solidFill>
              <a:srgbClr val="FF00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44223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396EBF0E-5B81-338E-60B8-579BFA4A8098}"/>
              </a:ext>
            </a:extLst>
          </p:cNvPr>
          <p:cNvSpPr>
            <a:spLocks noGrp="1"/>
          </p:cNvSpPr>
          <p:nvPr>
            <p:ph type="title"/>
          </p:nvPr>
        </p:nvSpPr>
        <p:spPr>
          <a:xfrm>
            <a:off x="502665" y="707105"/>
            <a:ext cx="10749268" cy="697608"/>
          </a:xfrm>
        </p:spPr>
        <p:txBody>
          <a:bodyPr/>
          <a:lstStyle/>
          <a:p>
            <a:r>
              <a:rPr lang="en-US" dirty="0">
                <a:solidFill>
                  <a:srgbClr val="FABE79"/>
                </a:solidFill>
              </a:rPr>
              <a:t>Data Model:</a:t>
            </a:r>
            <a:r>
              <a:rPr lang="en-US" dirty="0"/>
              <a:t> </a:t>
            </a:r>
            <a:r>
              <a:rPr lang="en-US" sz="2800" dirty="0"/>
              <a:t>Example with Change Management</a:t>
            </a:r>
          </a:p>
        </p:txBody>
      </p:sp>
      <p:sp>
        <p:nvSpPr>
          <p:cNvPr id="10" name="Rectangle 9">
            <a:extLst>
              <a:ext uri="{FF2B5EF4-FFF2-40B4-BE49-F238E27FC236}">
                <a16:creationId xmlns:a16="http://schemas.microsoft.com/office/drawing/2014/main" id="{56B1E52B-7847-AF3E-9578-C07CA2752413}"/>
              </a:ext>
            </a:extLst>
          </p:cNvPr>
          <p:cNvSpPr/>
          <p:nvPr/>
        </p:nvSpPr>
        <p:spPr>
          <a:xfrm>
            <a:off x="6714378" y="1941251"/>
            <a:ext cx="1880226" cy="513685"/>
          </a:xfrm>
          <a:prstGeom prst="rect">
            <a:avLst/>
          </a:prstGeom>
          <a:solidFill>
            <a:srgbClr val="EF8C15"/>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en-US" sz="1400" b="1" dirty="0"/>
              <a:t>Financial Service</a:t>
            </a:r>
          </a:p>
          <a:p>
            <a:pPr algn="ctr" defTabSz="457063">
              <a:lnSpc>
                <a:spcPct val="90000"/>
              </a:lnSpc>
            </a:pPr>
            <a:r>
              <a:rPr lang="en-US" sz="1050" dirty="0"/>
              <a:t>Technical Service </a:t>
            </a:r>
          </a:p>
        </p:txBody>
      </p:sp>
      <p:sp>
        <p:nvSpPr>
          <p:cNvPr id="15" name="Rectangle 14">
            <a:extLst>
              <a:ext uri="{FF2B5EF4-FFF2-40B4-BE49-F238E27FC236}">
                <a16:creationId xmlns:a16="http://schemas.microsoft.com/office/drawing/2014/main" id="{E48C16B0-C939-E406-3C3B-FBD779ED692C}"/>
              </a:ext>
            </a:extLst>
          </p:cNvPr>
          <p:cNvSpPr/>
          <p:nvPr/>
        </p:nvSpPr>
        <p:spPr>
          <a:xfrm>
            <a:off x="6714378" y="2735629"/>
            <a:ext cx="1880226" cy="445929"/>
          </a:xfrm>
          <a:prstGeom prst="rect">
            <a:avLst/>
          </a:prstGeom>
          <a:solidFill>
            <a:srgbClr val="EF8C15"/>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fr-FR" sz="1400" dirty="0"/>
              <a:t>Check </a:t>
            </a:r>
            <a:r>
              <a:rPr lang="fr-FR" sz="1400" dirty="0" err="1"/>
              <a:t>Credit</a:t>
            </a:r>
            <a:endParaRPr lang="fr-FR" sz="1400" dirty="0"/>
          </a:p>
          <a:p>
            <a:pPr algn="ctr" defTabSz="457063">
              <a:lnSpc>
                <a:spcPct val="90000"/>
              </a:lnSpc>
            </a:pPr>
            <a:r>
              <a:rPr lang="fr-FR" sz="1050" dirty="0" err="1"/>
              <a:t>Technical</a:t>
            </a:r>
            <a:r>
              <a:rPr lang="fr-FR" sz="1050" dirty="0"/>
              <a:t> Service </a:t>
            </a:r>
            <a:r>
              <a:rPr lang="fr-FR" sz="1050" dirty="0" err="1"/>
              <a:t>Offering</a:t>
            </a:r>
            <a:endParaRPr lang="fr-FR" sz="1050" dirty="0"/>
          </a:p>
        </p:txBody>
      </p:sp>
      <p:cxnSp>
        <p:nvCxnSpPr>
          <p:cNvPr id="16" name="Straight Arrow Connector 12">
            <a:extLst>
              <a:ext uri="{FF2B5EF4-FFF2-40B4-BE49-F238E27FC236}">
                <a16:creationId xmlns:a16="http://schemas.microsoft.com/office/drawing/2014/main" id="{4E0645FA-8C20-C334-545A-A61DE5A495A0}"/>
              </a:ext>
            </a:extLst>
          </p:cNvPr>
          <p:cNvCxnSpPr>
            <a:cxnSpLocks/>
            <a:stCxn id="15" idx="0"/>
            <a:endCxn id="10" idx="2"/>
          </p:cNvCxnSpPr>
          <p:nvPr/>
        </p:nvCxnSpPr>
        <p:spPr>
          <a:xfrm flipV="1">
            <a:off x="7654491" y="2454936"/>
            <a:ext cx="0" cy="280693"/>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7" name="ZoneTexte 23">
            <a:extLst>
              <a:ext uri="{FF2B5EF4-FFF2-40B4-BE49-F238E27FC236}">
                <a16:creationId xmlns:a16="http://schemas.microsoft.com/office/drawing/2014/main" id="{18E31B13-DE18-9DB1-E4F1-166A3989DC06}"/>
              </a:ext>
            </a:extLst>
          </p:cNvPr>
          <p:cNvSpPr txBox="1"/>
          <p:nvPr/>
        </p:nvSpPr>
        <p:spPr>
          <a:xfrm>
            <a:off x="7562081" y="2478763"/>
            <a:ext cx="760395" cy="253913"/>
          </a:xfrm>
          <a:prstGeom prst="rect">
            <a:avLst/>
          </a:prstGeom>
        </p:spPr>
        <p:txBody>
          <a:bodyPr wrap="square" rtlCol="0">
            <a:spAutoFit/>
          </a:bodyPr>
          <a:lstStyle/>
          <a:p>
            <a:pPr marL="0" indent="0" algn="ctr">
              <a:lnSpc>
                <a:spcPct val="100000"/>
              </a:lnSpc>
              <a:spcBef>
                <a:spcPts val="0"/>
              </a:spcBef>
              <a:buFontTx/>
              <a:buNone/>
            </a:pPr>
            <a:r>
              <a:rPr lang="fr-FR" sz="1050" dirty="0">
                <a:latin typeface="Posterama" panose="020B0504020200020000" pitchFamily="34" charset="0"/>
                <a:ea typeface="微软雅黑"/>
                <a:cs typeface="Posterama" panose="020B0504020200020000" pitchFamily="34" charset="0"/>
              </a:rPr>
              <a:t>parent</a:t>
            </a:r>
          </a:p>
        </p:txBody>
      </p:sp>
      <p:sp>
        <p:nvSpPr>
          <p:cNvPr id="18" name="Rectangle 17">
            <a:extLst>
              <a:ext uri="{FF2B5EF4-FFF2-40B4-BE49-F238E27FC236}">
                <a16:creationId xmlns:a16="http://schemas.microsoft.com/office/drawing/2014/main" id="{4D108321-C27C-606A-5A3D-8291AE251AA0}"/>
              </a:ext>
            </a:extLst>
          </p:cNvPr>
          <p:cNvSpPr/>
          <p:nvPr/>
        </p:nvSpPr>
        <p:spPr>
          <a:xfrm>
            <a:off x="7942279" y="3606612"/>
            <a:ext cx="1880226" cy="513685"/>
          </a:xfrm>
          <a:prstGeom prst="rect">
            <a:avLst/>
          </a:prstGeom>
          <a:solidFill>
            <a:srgbClr val="DCD3CC"/>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en-US" sz="1400" b="1" dirty="0">
                <a:solidFill>
                  <a:schemeClr val="tx1"/>
                </a:solidFill>
              </a:rPr>
              <a:t>Support Group</a:t>
            </a:r>
          </a:p>
          <a:p>
            <a:pPr algn="ctr" defTabSz="457063">
              <a:lnSpc>
                <a:spcPct val="90000"/>
              </a:lnSpc>
            </a:pPr>
            <a:r>
              <a:rPr lang="en-US" sz="1050" dirty="0" err="1">
                <a:solidFill>
                  <a:schemeClr val="tx1"/>
                </a:solidFill>
              </a:rPr>
              <a:t>FS_TS_Support_Check_Credit</a:t>
            </a:r>
            <a:endParaRPr lang="en-US" sz="1050" dirty="0">
              <a:solidFill>
                <a:schemeClr val="tx1"/>
              </a:solidFill>
            </a:endParaRPr>
          </a:p>
        </p:txBody>
      </p:sp>
      <p:sp>
        <p:nvSpPr>
          <p:cNvPr id="19" name="Rectangle 18">
            <a:extLst>
              <a:ext uri="{FF2B5EF4-FFF2-40B4-BE49-F238E27FC236}">
                <a16:creationId xmlns:a16="http://schemas.microsoft.com/office/drawing/2014/main" id="{DEAE1D8E-7EDD-620D-36D8-9C32AC8FB9D1}"/>
              </a:ext>
            </a:extLst>
          </p:cNvPr>
          <p:cNvSpPr/>
          <p:nvPr/>
        </p:nvSpPr>
        <p:spPr>
          <a:xfrm>
            <a:off x="7942279" y="4288508"/>
            <a:ext cx="1880226" cy="513685"/>
          </a:xfrm>
          <a:prstGeom prst="rect">
            <a:avLst/>
          </a:prstGeom>
          <a:solidFill>
            <a:srgbClr val="DCD3CC"/>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en-US" sz="1400" b="1" dirty="0">
                <a:solidFill>
                  <a:schemeClr val="tx1"/>
                </a:solidFill>
              </a:rPr>
              <a:t>Approval Group</a:t>
            </a:r>
          </a:p>
          <a:p>
            <a:pPr algn="ctr" defTabSz="457063">
              <a:lnSpc>
                <a:spcPct val="90000"/>
              </a:lnSpc>
            </a:pPr>
            <a:r>
              <a:rPr lang="en-US" sz="1050" dirty="0" err="1">
                <a:solidFill>
                  <a:schemeClr val="tx1"/>
                </a:solidFill>
              </a:rPr>
              <a:t>FS_TS_Approval_Check_credit</a:t>
            </a:r>
            <a:endParaRPr lang="en-US" sz="1050" dirty="0">
              <a:solidFill>
                <a:schemeClr val="tx1"/>
              </a:solidFill>
            </a:endParaRPr>
          </a:p>
        </p:txBody>
      </p:sp>
      <p:cxnSp>
        <p:nvCxnSpPr>
          <p:cNvPr id="20" name="Connecteur : en angle 29">
            <a:extLst>
              <a:ext uri="{FF2B5EF4-FFF2-40B4-BE49-F238E27FC236}">
                <a16:creationId xmlns:a16="http://schemas.microsoft.com/office/drawing/2014/main" id="{A8E818C3-C64D-081A-7401-FFE5574B047B}"/>
              </a:ext>
            </a:extLst>
          </p:cNvPr>
          <p:cNvCxnSpPr>
            <a:stCxn id="15" idx="2"/>
            <a:endCxn id="18" idx="1"/>
          </p:cNvCxnSpPr>
          <p:nvPr/>
        </p:nvCxnSpPr>
        <p:spPr>
          <a:xfrm rot="16200000" flipH="1">
            <a:off x="7457437" y="3378612"/>
            <a:ext cx="681897" cy="287788"/>
          </a:xfrm>
          <a:prstGeom prst="bentConnector2">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1" name="Connecteur : en angle 30">
            <a:extLst>
              <a:ext uri="{FF2B5EF4-FFF2-40B4-BE49-F238E27FC236}">
                <a16:creationId xmlns:a16="http://schemas.microsoft.com/office/drawing/2014/main" id="{0C2CCDFE-DEC7-32A8-5F0D-DD7EC08148A8}"/>
              </a:ext>
            </a:extLst>
          </p:cNvPr>
          <p:cNvCxnSpPr>
            <a:cxnSpLocks/>
            <a:stCxn id="15" idx="2"/>
            <a:endCxn id="19" idx="1"/>
          </p:cNvCxnSpPr>
          <p:nvPr/>
        </p:nvCxnSpPr>
        <p:spPr>
          <a:xfrm rot="16200000" flipH="1">
            <a:off x="7116489" y="3719560"/>
            <a:ext cx="1363793" cy="287788"/>
          </a:xfrm>
          <a:prstGeom prst="bentConnector2">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2" name="Connecteur : en angle 38">
            <a:extLst>
              <a:ext uri="{FF2B5EF4-FFF2-40B4-BE49-F238E27FC236}">
                <a16:creationId xmlns:a16="http://schemas.microsoft.com/office/drawing/2014/main" id="{30769E0A-3635-762A-526D-47ECD77AFD6D}"/>
              </a:ext>
            </a:extLst>
          </p:cNvPr>
          <p:cNvCxnSpPr>
            <a:cxnSpLocks/>
            <a:stCxn id="15" idx="3"/>
          </p:cNvCxnSpPr>
          <p:nvPr/>
        </p:nvCxnSpPr>
        <p:spPr>
          <a:xfrm flipV="1">
            <a:off x="8594604" y="2958593"/>
            <a:ext cx="775833" cy="1"/>
          </a:xfrm>
          <a:prstGeom prst="bentConnector3">
            <a:avLst>
              <a:gd name="adj1" fmla="val 50000"/>
            </a:avLst>
          </a:prstGeom>
          <a:ln w="127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D7B32588-E320-45DB-4B85-099FA90A591F}"/>
              </a:ext>
            </a:extLst>
          </p:cNvPr>
          <p:cNvSpPr/>
          <p:nvPr/>
        </p:nvSpPr>
        <p:spPr>
          <a:xfrm>
            <a:off x="9370437" y="2735628"/>
            <a:ext cx="1880226" cy="445929"/>
          </a:xfrm>
          <a:prstGeom prst="rect">
            <a:avLst/>
          </a:prstGeom>
          <a:solidFill>
            <a:srgbClr val="EF8C15"/>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fr-FR" sz="1400" dirty="0"/>
              <a:t>Check </a:t>
            </a:r>
            <a:r>
              <a:rPr lang="fr-FR" sz="1400" dirty="0" err="1"/>
              <a:t>Credit</a:t>
            </a:r>
            <a:r>
              <a:rPr lang="fr-FR" sz="1400" dirty="0"/>
              <a:t> PROD</a:t>
            </a:r>
          </a:p>
          <a:p>
            <a:pPr algn="ctr" defTabSz="457063">
              <a:lnSpc>
                <a:spcPct val="90000"/>
              </a:lnSpc>
            </a:pPr>
            <a:r>
              <a:rPr lang="fr-FR" sz="1050" dirty="0"/>
              <a:t>Application Service</a:t>
            </a:r>
          </a:p>
        </p:txBody>
      </p:sp>
      <p:sp>
        <p:nvSpPr>
          <p:cNvPr id="24" name="Rectangle 23">
            <a:extLst>
              <a:ext uri="{FF2B5EF4-FFF2-40B4-BE49-F238E27FC236}">
                <a16:creationId xmlns:a16="http://schemas.microsoft.com/office/drawing/2014/main" id="{D8E81AD3-7EE2-4963-BFEB-CBA7C6E55976}"/>
              </a:ext>
            </a:extLst>
          </p:cNvPr>
          <p:cNvSpPr/>
          <p:nvPr/>
        </p:nvSpPr>
        <p:spPr>
          <a:xfrm>
            <a:off x="9371707" y="1404713"/>
            <a:ext cx="1880226" cy="445929"/>
          </a:xfrm>
          <a:prstGeom prst="rect">
            <a:avLst/>
          </a:prstGeom>
          <a:solidFill>
            <a:srgbClr val="75A1AD"/>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fr-FR" sz="1400" dirty="0"/>
              <a:t>Check </a:t>
            </a:r>
            <a:r>
              <a:rPr lang="fr-FR" sz="1400" dirty="0" err="1"/>
              <a:t>Credit</a:t>
            </a:r>
            <a:endParaRPr lang="fr-FR" sz="1400" dirty="0"/>
          </a:p>
          <a:p>
            <a:pPr algn="ctr" defTabSz="457063">
              <a:lnSpc>
                <a:spcPct val="90000"/>
              </a:lnSpc>
            </a:pPr>
            <a:r>
              <a:rPr lang="fr-FR" sz="1050" dirty="0"/>
              <a:t>Business Application</a:t>
            </a:r>
          </a:p>
        </p:txBody>
      </p:sp>
      <p:cxnSp>
        <p:nvCxnSpPr>
          <p:cNvPr id="25" name="Connecteur : en angle 43">
            <a:extLst>
              <a:ext uri="{FF2B5EF4-FFF2-40B4-BE49-F238E27FC236}">
                <a16:creationId xmlns:a16="http://schemas.microsoft.com/office/drawing/2014/main" id="{6927B22F-B7B5-D552-B1B4-7CCADBDF3211}"/>
              </a:ext>
            </a:extLst>
          </p:cNvPr>
          <p:cNvCxnSpPr>
            <a:cxnSpLocks/>
            <a:stCxn id="24" idx="2"/>
            <a:endCxn id="23" idx="0"/>
          </p:cNvCxnSpPr>
          <p:nvPr/>
        </p:nvCxnSpPr>
        <p:spPr>
          <a:xfrm rot="5400000">
            <a:off x="9868692" y="2292500"/>
            <a:ext cx="884986" cy="1270"/>
          </a:xfrm>
          <a:prstGeom prst="bentConnector3">
            <a:avLst>
              <a:gd name="adj1" fmla="val 50000"/>
            </a:avLst>
          </a:prstGeom>
          <a:ln w="127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6" name="ZoneTexte 46">
            <a:extLst>
              <a:ext uri="{FF2B5EF4-FFF2-40B4-BE49-F238E27FC236}">
                <a16:creationId xmlns:a16="http://schemas.microsoft.com/office/drawing/2014/main" id="{EAD3FE1C-0CF0-5B6C-9F60-36F00D8FC674}"/>
              </a:ext>
            </a:extLst>
          </p:cNvPr>
          <p:cNvSpPr txBox="1"/>
          <p:nvPr/>
        </p:nvSpPr>
        <p:spPr>
          <a:xfrm>
            <a:off x="10164521" y="2183616"/>
            <a:ext cx="1004570" cy="253916"/>
          </a:xfrm>
          <a:prstGeom prst="rect">
            <a:avLst/>
          </a:prstGeom>
        </p:spPr>
        <p:txBody>
          <a:bodyPr wrap="square" rtlCol="0">
            <a:spAutoFit/>
          </a:bodyPr>
          <a:lstStyle/>
          <a:p>
            <a:pPr marL="0" indent="0" algn="ctr">
              <a:lnSpc>
                <a:spcPct val="100000"/>
              </a:lnSpc>
              <a:spcBef>
                <a:spcPts val="0"/>
              </a:spcBef>
              <a:buFontTx/>
              <a:buNone/>
            </a:pPr>
            <a:r>
              <a:rPr lang="fr-FR" sz="1050" dirty="0">
                <a:latin typeface="Posterama" panose="020B0504020200020000" pitchFamily="34" charset="0"/>
                <a:ea typeface="微软雅黑"/>
                <a:cs typeface="Posterama" panose="020B0504020200020000" pitchFamily="34" charset="0"/>
              </a:rPr>
              <a:t>Consumes</a:t>
            </a:r>
          </a:p>
        </p:txBody>
      </p:sp>
      <p:sp>
        <p:nvSpPr>
          <p:cNvPr id="27" name="ZoneTexte 47">
            <a:extLst>
              <a:ext uri="{FF2B5EF4-FFF2-40B4-BE49-F238E27FC236}">
                <a16:creationId xmlns:a16="http://schemas.microsoft.com/office/drawing/2014/main" id="{1D407C7B-12A1-814B-AFCC-6904D33335F4}"/>
              </a:ext>
            </a:extLst>
          </p:cNvPr>
          <p:cNvSpPr txBox="1"/>
          <p:nvPr/>
        </p:nvSpPr>
        <p:spPr>
          <a:xfrm>
            <a:off x="8468505" y="2732676"/>
            <a:ext cx="1004570" cy="253916"/>
          </a:xfrm>
          <a:prstGeom prst="rect">
            <a:avLst/>
          </a:prstGeom>
        </p:spPr>
        <p:txBody>
          <a:bodyPr wrap="square" rtlCol="0">
            <a:spAutoFit/>
          </a:bodyPr>
          <a:lstStyle/>
          <a:p>
            <a:pPr marL="0" indent="0" algn="ctr">
              <a:lnSpc>
                <a:spcPct val="100000"/>
              </a:lnSpc>
              <a:spcBef>
                <a:spcPts val="0"/>
              </a:spcBef>
              <a:buFontTx/>
              <a:buNone/>
            </a:pPr>
            <a:r>
              <a:rPr lang="fr-FR" sz="1050" dirty="0" err="1">
                <a:latin typeface="Posterama" panose="020B0504020200020000" pitchFamily="34" charset="0"/>
                <a:ea typeface="微软雅黑"/>
                <a:cs typeface="Posterama" panose="020B0504020200020000" pitchFamily="34" charset="0"/>
              </a:rPr>
              <a:t>Contains</a:t>
            </a:r>
            <a:endParaRPr lang="fr-FR" sz="1050" dirty="0">
              <a:latin typeface="Posterama" panose="020B0504020200020000" pitchFamily="34" charset="0"/>
              <a:ea typeface="微软雅黑"/>
              <a:cs typeface="Posterama" panose="020B0504020200020000" pitchFamily="34" charset="0"/>
            </a:endParaRPr>
          </a:p>
        </p:txBody>
      </p:sp>
      <p:pic>
        <p:nvPicPr>
          <p:cNvPr id="28" name="Image 49">
            <a:extLst>
              <a:ext uri="{FF2B5EF4-FFF2-40B4-BE49-F238E27FC236}">
                <a16:creationId xmlns:a16="http://schemas.microsoft.com/office/drawing/2014/main" id="{792C0EF8-F012-F1BA-696F-5E142FEDCF63}"/>
              </a:ext>
            </a:extLst>
          </p:cNvPr>
          <p:cNvPicPr>
            <a:picLocks noChangeAspect="1"/>
          </p:cNvPicPr>
          <p:nvPr/>
        </p:nvPicPr>
        <p:blipFill>
          <a:blip r:embed="rId3"/>
          <a:stretch>
            <a:fillRect/>
          </a:stretch>
        </p:blipFill>
        <p:spPr>
          <a:xfrm>
            <a:off x="1490625" y="1763063"/>
            <a:ext cx="4477375" cy="2229161"/>
          </a:xfrm>
          <a:prstGeom prst="rect">
            <a:avLst/>
          </a:prstGeom>
        </p:spPr>
      </p:pic>
      <p:cxnSp>
        <p:nvCxnSpPr>
          <p:cNvPr id="29" name="Connecteur droit avec flèche 50">
            <a:extLst>
              <a:ext uri="{FF2B5EF4-FFF2-40B4-BE49-F238E27FC236}">
                <a16:creationId xmlns:a16="http://schemas.microsoft.com/office/drawing/2014/main" id="{DF63D2EA-EB2D-2FA4-D8EE-E0DA09B08239}"/>
              </a:ext>
            </a:extLst>
          </p:cNvPr>
          <p:cNvCxnSpPr>
            <a:cxnSpLocks/>
            <a:stCxn id="10" idx="1"/>
            <a:endCxn id="30" idx="3"/>
          </p:cNvCxnSpPr>
          <p:nvPr/>
        </p:nvCxnSpPr>
        <p:spPr>
          <a:xfrm flipH="1">
            <a:off x="5599007" y="2198094"/>
            <a:ext cx="1115371" cy="8889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0" name="Image 57">
            <a:extLst>
              <a:ext uri="{FF2B5EF4-FFF2-40B4-BE49-F238E27FC236}">
                <a16:creationId xmlns:a16="http://schemas.microsoft.com/office/drawing/2014/main" id="{2D3E1303-4F95-F34B-E56A-CDCB65470441}"/>
              </a:ext>
            </a:extLst>
          </p:cNvPr>
          <p:cNvPicPr>
            <a:picLocks noChangeAspect="1"/>
          </p:cNvPicPr>
          <p:nvPr/>
        </p:nvPicPr>
        <p:blipFill>
          <a:blip r:embed="rId4"/>
          <a:stretch>
            <a:fillRect/>
          </a:stretch>
        </p:blipFill>
        <p:spPr>
          <a:xfrm>
            <a:off x="2017107" y="2925056"/>
            <a:ext cx="3581900" cy="323895"/>
          </a:xfrm>
          <a:prstGeom prst="rect">
            <a:avLst/>
          </a:prstGeom>
        </p:spPr>
      </p:pic>
      <p:sp>
        <p:nvSpPr>
          <p:cNvPr id="31" name="ZoneTexte 59">
            <a:extLst>
              <a:ext uri="{FF2B5EF4-FFF2-40B4-BE49-F238E27FC236}">
                <a16:creationId xmlns:a16="http://schemas.microsoft.com/office/drawing/2014/main" id="{A49C7F19-5188-6D62-6A28-DA821D4D6ABD}"/>
              </a:ext>
            </a:extLst>
          </p:cNvPr>
          <p:cNvSpPr txBox="1"/>
          <p:nvPr/>
        </p:nvSpPr>
        <p:spPr>
          <a:xfrm>
            <a:off x="2679387" y="2925056"/>
            <a:ext cx="2602601" cy="369332"/>
          </a:xfrm>
          <a:prstGeom prst="rect">
            <a:avLst/>
          </a:prstGeom>
        </p:spPr>
        <p:txBody>
          <a:bodyPr wrap="square" rtlCol="0">
            <a:spAutoFit/>
          </a:bodyPr>
          <a:lstStyle/>
          <a:p>
            <a:pPr marL="0" indent="0">
              <a:lnSpc>
                <a:spcPct val="100000"/>
              </a:lnSpc>
              <a:spcBef>
                <a:spcPts val="0"/>
              </a:spcBef>
              <a:buFontTx/>
              <a:buNone/>
            </a:pPr>
            <a:r>
              <a:rPr lang="fr-FR" dirty="0">
                <a:latin typeface="Posterama" panose="020B0504020200020000" pitchFamily="34" charset="0"/>
                <a:ea typeface="微软雅黑"/>
                <a:cs typeface="Posterama" panose="020B0504020200020000" pitchFamily="34" charset="0"/>
              </a:rPr>
              <a:t>TS Financial Service</a:t>
            </a:r>
          </a:p>
        </p:txBody>
      </p:sp>
      <p:pic>
        <p:nvPicPr>
          <p:cNvPr id="32" name="Image 61">
            <a:extLst>
              <a:ext uri="{FF2B5EF4-FFF2-40B4-BE49-F238E27FC236}">
                <a16:creationId xmlns:a16="http://schemas.microsoft.com/office/drawing/2014/main" id="{AA966EF4-7FA7-C738-6239-90B032B581F0}"/>
              </a:ext>
            </a:extLst>
          </p:cNvPr>
          <p:cNvPicPr>
            <a:picLocks noChangeAspect="1"/>
          </p:cNvPicPr>
          <p:nvPr/>
        </p:nvPicPr>
        <p:blipFill>
          <a:blip r:embed="rId5"/>
          <a:stretch>
            <a:fillRect/>
          </a:stretch>
        </p:blipFill>
        <p:spPr>
          <a:xfrm>
            <a:off x="1599750" y="3245395"/>
            <a:ext cx="3982006" cy="352474"/>
          </a:xfrm>
          <a:prstGeom prst="rect">
            <a:avLst/>
          </a:prstGeom>
        </p:spPr>
      </p:pic>
      <p:sp>
        <p:nvSpPr>
          <p:cNvPr id="33" name="ZoneTexte 62">
            <a:extLst>
              <a:ext uri="{FF2B5EF4-FFF2-40B4-BE49-F238E27FC236}">
                <a16:creationId xmlns:a16="http://schemas.microsoft.com/office/drawing/2014/main" id="{277A6295-587B-4648-CD8F-6686C89F69CB}"/>
              </a:ext>
            </a:extLst>
          </p:cNvPr>
          <p:cNvSpPr txBox="1"/>
          <p:nvPr/>
        </p:nvSpPr>
        <p:spPr>
          <a:xfrm>
            <a:off x="2674927" y="3266757"/>
            <a:ext cx="2887579" cy="369332"/>
          </a:xfrm>
          <a:prstGeom prst="rect">
            <a:avLst/>
          </a:prstGeom>
        </p:spPr>
        <p:txBody>
          <a:bodyPr wrap="square" rtlCol="0">
            <a:spAutoFit/>
          </a:bodyPr>
          <a:lstStyle/>
          <a:p>
            <a:pPr marL="0" indent="0">
              <a:lnSpc>
                <a:spcPct val="100000"/>
              </a:lnSpc>
              <a:spcBef>
                <a:spcPts val="0"/>
              </a:spcBef>
              <a:buFontTx/>
              <a:buNone/>
            </a:pPr>
            <a:r>
              <a:rPr lang="fr-FR" dirty="0">
                <a:latin typeface="Posterama" panose="020B0504020200020000" pitchFamily="34" charset="0"/>
                <a:ea typeface="微软雅黑"/>
                <a:cs typeface="Posterama" panose="020B0504020200020000" pitchFamily="34" charset="0"/>
              </a:rPr>
              <a:t>TSO Check </a:t>
            </a:r>
            <a:r>
              <a:rPr lang="fr-FR" dirty="0" err="1">
                <a:latin typeface="Posterama" panose="020B0504020200020000" pitchFamily="34" charset="0"/>
                <a:ea typeface="微软雅黑"/>
                <a:cs typeface="Posterama" panose="020B0504020200020000" pitchFamily="34" charset="0"/>
              </a:rPr>
              <a:t>Credit</a:t>
            </a:r>
            <a:endParaRPr lang="fr-FR" dirty="0">
              <a:latin typeface="Posterama" panose="020B0504020200020000" pitchFamily="34" charset="0"/>
              <a:ea typeface="微软雅黑"/>
              <a:cs typeface="Posterama" panose="020B0504020200020000" pitchFamily="34" charset="0"/>
            </a:endParaRPr>
          </a:p>
        </p:txBody>
      </p:sp>
      <p:cxnSp>
        <p:nvCxnSpPr>
          <p:cNvPr id="34" name="Connecteur droit avec flèche 63">
            <a:extLst>
              <a:ext uri="{FF2B5EF4-FFF2-40B4-BE49-F238E27FC236}">
                <a16:creationId xmlns:a16="http://schemas.microsoft.com/office/drawing/2014/main" id="{2E1476BA-D63D-377F-3FCA-7904CBE86509}"/>
              </a:ext>
            </a:extLst>
          </p:cNvPr>
          <p:cNvCxnSpPr>
            <a:cxnSpLocks/>
            <a:stCxn id="15" idx="1"/>
            <a:endCxn id="32" idx="3"/>
          </p:cNvCxnSpPr>
          <p:nvPr/>
        </p:nvCxnSpPr>
        <p:spPr>
          <a:xfrm flipH="1">
            <a:off x="5581756" y="2958594"/>
            <a:ext cx="1132622" cy="46303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5" name="Image 67">
            <a:extLst>
              <a:ext uri="{FF2B5EF4-FFF2-40B4-BE49-F238E27FC236}">
                <a16:creationId xmlns:a16="http://schemas.microsoft.com/office/drawing/2014/main" id="{51AD60AF-06A2-A79D-0DDE-3E8ED4FE435B}"/>
              </a:ext>
            </a:extLst>
          </p:cNvPr>
          <p:cNvPicPr>
            <a:picLocks noChangeAspect="1"/>
          </p:cNvPicPr>
          <p:nvPr/>
        </p:nvPicPr>
        <p:blipFill>
          <a:blip r:embed="rId6"/>
          <a:stretch>
            <a:fillRect/>
          </a:stretch>
        </p:blipFill>
        <p:spPr>
          <a:xfrm>
            <a:off x="1447329" y="3661735"/>
            <a:ext cx="4134427" cy="304843"/>
          </a:xfrm>
          <a:prstGeom prst="rect">
            <a:avLst/>
          </a:prstGeom>
        </p:spPr>
      </p:pic>
      <p:sp>
        <p:nvSpPr>
          <p:cNvPr id="36" name="Rectangle 35">
            <a:extLst>
              <a:ext uri="{FF2B5EF4-FFF2-40B4-BE49-F238E27FC236}">
                <a16:creationId xmlns:a16="http://schemas.microsoft.com/office/drawing/2014/main" id="{D3FB9BC1-CB44-6A67-8516-8BEA67631E16}"/>
              </a:ext>
            </a:extLst>
          </p:cNvPr>
          <p:cNvSpPr/>
          <p:nvPr/>
        </p:nvSpPr>
        <p:spPr>
          <a:xfrm>
            <a:off x="9437015" y="5094337"/>
            <a:ext cx="1755535" cy="1280159"/>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ZoneTexte 74">
            <a:extLst>
              <a:ext uri="{FF2B5EF4-FFF2-40B4-BE49-F238E27FC236}">
                <a16:creationId xmlns:a16="http://schemas.microsoft.com/office/drawing/2014/main" id="{76BBAE78-FF57-6D52-233D-214A30F214CA}"/>
              </a:ext>
            </a:extLst>
          </p:cNvPr>
          <p:cNvSpPr txBox="1"/>
          <p:nvPr/>
        </p:nvSpPr>
        <p:spPr>
          <a:xfrm>
            <a:off x="9811424" y="6161539"/>
            <a:ext cx="1004570" cy="253916"/>
          </a:xfrm>
          <a:prstGeom prst="rect">
            <a:avLst/>
          </a:prstGeom>
        </p:spPr>
        <p:txBody>
          <a:bodyPr wrap="square" rtlCol="0">
            <a:spAutoFit/>
          </a:bodyPr>
          <a:lstStyle/>
          <a:p>
            <a:pPr marL="0" indent="0" algn="ctr">
              <a:lnSpc>
                <a:spcPct val="100000"/>
              </a:lnSpc>
              <a:spcBef>
                <a:spcPts val="0"/>
              </a:spcBef>
              <a:buFontTx/>
              <a:buNone/>
            </a:pPr>
            <a:r>
              <a:rPr lang="fr-FR" sz="1050" dirty="0">
                <a:latin typeface="Posterama" panose="020B0504020200020000" pitchFamily="34" charset="0"/>
                <a:ea typeface="微软雅黑"/>
                <a:cs typeface="Posterama" panose="020B0504020200020000" pitchFamily="34" charset="0"/>
              </a:rPr>
              <a:t>CMDB</a:t>
            </a:r>
          </a:p>
        </p:txBody>
      </p:sp>
      <p:sp>
        <p:nvSpPr>
          <p:cNvPr id="38" name="Rectangle 37">
            <a:extLst>
              <a:ext uri="{FF2B5EF4-FFF2-40B4-BE49-F238E27FC236}">
                <a16:creationId xmlns:a16="http://schemas.microsoft.com/office/drawing/2014/main" id="{CD7EA456-7029-F4C7-A52C-C6AD25B2ADD4}"/>
              </a:ext>
            </a:extLst>
          </p:cNvPr>
          <p:cNvSpPr/>
          <p:nvPr/>
        </p:nvSpPr>
        <p:spPr>
          <a:xfrm>
            <a:off x="9655716" y="5246127"/>
            <a:ext cx="1016802" cy="300233"/>
          </a:xfrm>
          <a:prstGeom prst="rect">
            <a:avLst/>
          </a:prstGeom>
          <a:solidFill>
            <a:srgbClr val="EF8C15"/>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fr-FR" sz="1050" dirty="0"/>
              <a:t>Application</a:t>
            </a:r>
          </a:p>
        </p:txBody>
      </p:sp>
      <p:sp>
        <p:nvSpPr>
          <p:cNvPr id="39" name="Rectangle 38">
            <a:extLst>
              <a:ext uri="{FF2B5EF4-FFF2-40B4-BE49-F238E27FC236}">
                <a16:creationId xmlns:a16="http://schemas.microsoft.com/office/drawing/2014/main" id="{99A9B0E5-DF3E-7065-3959-DF9158929D78}"/>
              </a:ext>
            </a:extLst>
          </p:cNvPr>
          <p:cNvSpPr/>
          <p:nvPr/>
        </p:nvSpPr>
        <p:spPr>
          <a:xfrm>
            <a:off x="9869529" y="5516767"/>
            <a:ext cx="1016802" cy="300233"/>
          </a:xfrm>
          <a:prstGeom prst="rect">
            <a:avLst/>
          </a:prstGeom>
          <a:solidFill>
            <a:srgbClr val="EF8C15"/>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fr-FR" sz="1050" dirty="0"/>
              <a:t>Server</a:t>
            </a:r>
          </a:p>
        </p:txBody>
      </p:sp>
      <p:sp>
        <p:nvSpPr>
          <p:cNvPr id="40" name="Rectangle 39">
            <a:extLst>
              <a:ext uri="{FF2B5EF4-FFF2-40B4-BE49-F238E27FC236}">
                <a16:creationId xmlns:a16="http://schemas.microsoft.com/office/drawing/2014/main" id="{B91AAAD1-8D87-E887-138D-7C7B5D783ECF}"/>
              </a:ext>
            </a:extLst>
          </p:cNvPr>
          <p:cNvSpPr/>
          <p:nvPr/>
        </p:nvSpPr>
        <p:spPr>
          <a:xfrm>
            <a:off x="10083342" y="5787407"/>
            <a:ext cx="1016802" cy="300233"/>
          </a:xfrm>
          <a:prstGeom prst="rect">
            <a:avLst/>
          </a:prstGeom>
          <a:solidFill>
            <a:srgbClr val="EF8C15"/>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fr-FR" sz="1050" dirty="0"/>
              <a:t>Middleware</a:t>
            </a:r>
          </a:p>
        </p:txBody>
      </p:sp>
      <p:cxnSp>
        <p:nvCxnSpPr>
          <p:cNvPr id="41" name="Connecteur : en angle 78">
            <a:extLst>
              <a:ext uri="{FF2B5EF4-FFF2-40B4-BE49-F238E27FC236}">
                <a16:creationId xmlns:a16="http://schemas.microsoft.com/office/drawing/2014/main" id="{CBC3EEB6-C3D9-969E-8654-8E023957836B}"/>
              </a:ext>
            </a:extLst>
          </p:cNvPr>
          <p:cNvCxnSpPr>
            <a:cxnSpLocks/>
            <a:stCxn id="23" idx="2"/>
            <a:endCxn id="36" idx="0"/>
          </p:cNvCxnSpPr>
          <p:nvPr/>
        </p:nvCxnSpPr>
        <p:spPr>
          <a:xfrm rot="16200000" flipH="1">
            <a:off x="9356276" y="4135830"/>
            <a:ext cx="1912780" cy="4233"/>
          </a:xfrm>
          <a:prstGeom prst="bentConnector3">
            <a:avLst>
              <a:gd name="adj1" fmla="val 50000"/>
            </a:avLst>
          </a:prstGeom>
          <a:ln w="127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2" name="ZoneTexte 81">
            <a:extLst>
              <a:ext uri="{FF2B5EF4-FFF2-40B4-BE49-F238E27FC236}">
                <a16:creationId xmlns:a16="http://schemas.microsoft.com/office/drawing/2014/main" id="{121E777A-D607-60F0-6AE2-EF1E2CF47DF5}"/>
              </a:ext>
            </a:extLst>
          </p:cNvPr>
          <p:cNvSpPr txBox="1"/>
          <p:nvPr/>
        </p:nvSpPr>
        <p:spPr>
          <a:xfrm>
            <a:off x="10244278" y="4028639"/>
            <a:ext cx="1004570" cy="253916"/>
          </a:xfrm>
          <a:prstGeom prst="rect">
            <a:avLst/>
          </a:prstGeom>
        </p:spPr>
        <p:txBody>
          <a:bodyPr wrap="square" rtlCol="0">
            <a:spAutoFit/>
          </a:bodyPr>
          <a:lstStyle/>
          <a:p>
            <a:pPr marL="0" indent="0" algn="ctr">
              <a:lnSpc>
                <a:spcPct val="100000"/>
              </a:lnSpc>
              <a:spcBef>
                <a:spcPts val="0"/>
              </a:spcBef>
              <a:buFontTx/>
              <a:buNone/>
            </a:pPr>
            <a:r>
              <a:rPr lang="fr-FR" sz="1050" dirty="0" err="1">
                <a:latin typeface="Posterama" panose="020B0504020200020000" pitchFamily="34" charset="0"/>
                <a:ea typeface="微软雅黑"/>
                <a:cs typeface="Posterama" panose="020B0504020200020000" pitchFamily="34" charset="0"/>
              </a:rPr>
              <a:t>Depends</a:t>
            </a:r>
            <a:r>
              <a:rPr lang="fr-FR" sz="1050" dirty="0">
                <a:latin typeface="Posterama" panose="020B0504020200020000" pitchFamily="34" charset="0"/>
                <a:ea typeface="微软雅黑"/>
                <a:cs typeface="Posterama" panose="020B0504020200020000" pitchFamily="34" charset="0"/>
              </a:rPr>
              <a:t> on</a:t>
            </a:r>
          </a:p>
        </p:txBody>
      </p:sp>
      <p:sp>
        <p:nvSpPr>
          <p:cNvPr id="43" name="ZoneTexte 82">
            <a:extLst>
              <a:ext uri="{FF2B5EF4-FFF2-40B4-BE49-F238E27FC236}">
                <a16:creationId xmlns:a16="http://schemas.microsoft.com/office/drawing/2014/main" id="{1DE3C222-75A9-05B1-C700-BC7B7330725F}"/>
              </a:ext>
            </a:extLst>
          </p:cNvPr>
          <p:cNvSpPr txBox="1"/>
          <p:nvPr/>
        </p:nvSpPr>
        <p:spPr>
          <a:xfrm>
            <a:off x="2674926" y="3640698"/>
            <a:ext cx="2887579" cy="369332"/>
          </a:xfrm>
          <a:prstGeom prst="rect">
            <a:avLst/>
          </a:prstGeom>
        </p:spPr>
        <p:txBody>
          <a:bodyPr wrap="square" rtlCol="0">
            <a:spAutoFit/>
          </a:bodyPr>
          <a:lstStyle/>
          <a:p>
            <a:pPr marL="0" indent="0">
              <a:lnSpc>
                <a:spcPct val="100000"/>
              </a:lnSpc>
              <a:spcBef>
                <a:spcPts val="0"/>
              </a:spcBef>
              <a:buFontTx/>
              <a:buNone/>
            </a:pPr>
            <a:r>
              <a:rPr lang="fr-FR" dirty="0">
                <a:latin typeface="Posterama" panose="020B0504020200020000" pitchFamily="34" charset="0"/>
                <a:ea typeface="微软雅黑"/>
                <a:cs typeface="Posterama" panose="020B0504020200020000" pitchFamily="34" charset="0"/>
              </a:rPr>
              <a:t>AS Check </a:t>
            </a:r>
            <a:r>
              <a:rPr lang="fr-FR" dirty="0" err="1">
                <a:latin typeface="Posterama" panose="020B0504020200020000" pitchFamily="34" charset="0"/>
                <a:ea typeface="微软雅黑"/>
                <a:cs typeface="Posterama" panose="020B0504020200020000" pitchFamily="34" charset="0"/>
              </a:rPr>
              <a:t>Credit</a:t>
            </a:r>
            <a:r>
              <a:rPr lang="fr-FR" dirty="0">
                <a:latin typeface="Posterama" panose="020B0504020200020000" pitchFamily="34" charset="0"/>
                <a:ea typeface="微软雅黑"/>
                <a:cs typeface="Posterama" panose="020B0504020200020000" pitchFamily="34" charset="0"/>
              </a:rPr>
              <a:t> / CI</a:t>
            </a:r>
          </a:p>
        </p:txBody>
      </p:sp>
      <p:cxnSp>
        <p:nvCxnSpPr>
          <p:cNvPr id="44" name="Connecteur droit avec flèche 84">
            <a:extLst>
              <a:ext uri="{FF2B5EF4-FFF2-40B4-BE49-F238E27FC236}">
                <a16:creationId xmlns:a16="http://schemas.microsoft.com/office/drawing/2014/main" id="{405D715B-3FA0-CCC4-BB14-D36FF4B4894B}"/>
              </a:ext>
            </a:extLst>
          </p:cNvPr>
          <p:cNvCxnSpPr>
            <a:cxnSpLocks/>
            <a:endCxn id="35" idx="3"/>
          </p:cNvCxnSpPr>
          <p:nvPr/>
        </p:nvCxnSpPr>
        <p:spPr>
          <a:xfrm flipH="1">
            <a:off x="5581756" y="3143299"/>
            <a:ext cx="3792913" cy="67085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87">
            <a:extLst>
              <a:ext uri="{FF2B5EF4-FFF2-40B4-BE49-F238E27FC236}">
                <a16:creationId xmlns:a16="http://schemas.microsoft.com/office/drawing/2014/main" id="{8D62CDBD-013F-78E9-3BDD-52F1527FD5B9}"/>
              </a:ext>
            </a:extLst>
          </p:cNvPr>
          <p:cNvCxnSpPr>
            <a:cxnSpLocks/>
            <a:stCxn id="36" idx="1"/>
            <a:endCxn id="35" idx="3"/>
          </p:cNvCxnSpPr>
          <p:nvPr/>
        </p:nvCxnSpPr>
        <p:spPr>
          <a:xfrm flipH="1" flipV="1">
            <a:off x="5581756" y="3814157"/>
            <a:ext cx="3855259" cy="19202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Ellipse 91">
            <a:extLst>
              <a:ext uri="{FF2B5EF4-FFF2-40B4-BE49-F238E27FC236}">
                <a16:creationId xmlns:a16="http://schemas.microsoft.com/office/drawing/2014/main" id="{F69BE1E9-6E52-B4AD-1021-B1DC3FBC9CAF}"/>
              </a:ext>
            </a:extLst>
          </p:cNvPr>
          <p:cNvSpPr/>
          <p:nvPr/>
        </p:nvSpPr>
        <p:spPr>
          <a:xfrm>
            <a:off x="1449222" y="4282555"/>
            <a:ext cx="288386" cy="262796"/>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r-FR" dirty="0"/>
              <a:t>1</a:t>
            </a:r>
          </a:p>
        </p:txBody>
      </p:sp>
      <p:sp>
        <p:nvSpPr>
          <p:cNvPr id="47" name="Ellipse 92">
            <a:extLst>
              <a:ext uri="{FF2B5EF4-FFF2-40B4-BE49-F238E27FC236}">
                <a16:creationId xmlns:a16="http://schemas.microsoft.com/office/drawing/2014/main" id="{E978E52F-117A-A98B-204E-60EBE4366390}"/>
              </a:ext>
            </a:extLst>
          </p:cNvPr>
          <p:cNvSpPr/>
          <p:nvPr/>
        </p:nvSpPr>
        <p:spPr>
          <a:xfrm>
            <a:off x="1457429" y="4642889"/>
            <a:ext cx="288386" cy="262796"/>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r-FR" dirty="0"/>
              <a:t>2</a:t>
            </a:r>
          </a:p>
        </p:txBody>
      </p:sp>
      <p:sp>
        <p:nvSpPr>
          <p:cNvPr id="48" name="Ellipse 93">
            <a:extLst>
              <a:ext uri="{FF2B5EF4-FFF2-40B4-BE49-F238E27FC236}">
                <a16:creationId xmlns:a16="http://schemas.microsoft.com/office/drawing/2014/main" id="{8A4061E2-AC4D-C143-CF77-C3D76A9C3E03}"/>
              </a:ext>
            </a:extLst>
          </p:cNvPr>
          <p:cNvSpPr/>
          <p:nvPr/>
        </p:nvSpPr>
        <p:spPr>
          <a:xfrm>
            <a:off x="1457429" y="5003223"/>
            <a:ext cx="288386" cy="262796"/>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r-FR" dirty="0"/>
              <a:t>3</a:t>
            </a:r>
          </a:p>
        </p:txBody>
      </p:sp>
      <p:sp>
        <p:nvSpPr>
          <p:cNvPr id="49" name="Ellipse 94">
            <a:extLst>
              <a:ext uri="{FF2B5EF4-FFF2-40B4-BE49-F238E27FC236}">
                <a16:creationId xmlns:a16="http://schemas.microsoft.com/office/drawing/2014/main" id="{E9296B83-7454-5AAD-C149-87D1B02A1084}"/>
              </a:ext>
            </a:extLst>
          </p:cNvPr>
          <p:cNvSpPr/>
          <p:nvPr/>
        </p:nvSpPr>
        <p:spPr>
          <a:xfrm>
            <a:off x="1449222" y="5363557"/>
            <a:ext cx="288386" cy="262796"/>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r-FR" dirty="0"/>
              <a:t>4</a:t>
            </a:r>
          </a:p>
        </p:txBody>
      </p:sp>
      <p:sp>
        <p:nvSpPr>
          <p:cNvPr id="50" name="ZoneTexte 95">
            <a:extLst>
              <a:ext uri="{FF2B5EF4-FFF2-40B4-BE49-F238E27FC236}">
                <a16:creationId xmlns:a16="http://schemas.microsoft.com/office/drawing/2014/main" id="{6D1B2DD0-E6C7-EE84-358B-C501C3B2858A}"/>
              </a:ext>
            </a:extLst>
          </p:cNvPr>
          <p:cNvSpPr txBox="1"/>
          <p:nvPr/>
        </p:nvSpPr>
        <p:spPr>
          <a:xfrm>
            <a:off x="1699374" y="4260623"/>
            <a:ext cx="5880287" cy="338554"/>
          </a:xfrm>
          <a:prstGeom prst="rect">
            <a:avLst/>
          </a:prstGeom>
        </p:spPr>
        <p:txBody>
          <a:bodyPr wrap="square" rtlCol="0">
            <a:spAutoFit/>
          </a:bodyPr>
          <a:lstStyle/>
          <a:p>
            <a:pPr marL="0" indent="0">
              <a:lnSpc>
                <a:spcPct val="100000"/>
              </a:lnSpc>
              <a:spcBef>
                <a:spcPts val="0"/>
              </a:spcBef>
              <a:buFontTx/>
              <a:buNone/>
            </a:pPr>
            <a:r>
              <a:rPr lang="fr-FR" sz="1600" dirty="0">
                <a:latin typeface="Posterama" panose="020B0504020200020000" pitchFamily="34" charset="0"/>
                <a:ea typeface="微软雅黑"/>
                <a:cs typeface="Posterama" panose="020B0504020200020000" pitchFamily="34" charset="0"/>
              </a:rPr>
              <a:t>The Change </a:t>
            </a:r>
            <a:r>
              <a:rPr lang="fr-FR" sz="1600" dirty="0" err="1">
                <a:latin typeface="Posterama" panose="020B0504020200020000" pitchFamily="34" charset="0"/>
                <a:ea typeface="微软雅黑"/>
                <a:cs typeface="Posterama" panose="020B0504020200020000" pitchFamily="34" charset="0"/>
              </a:rPr>
              <a:t>Requestor</a:t>
            </a:r>
            <a:r>
              <a:rPr lang="fr-FR" sz="1600" dirty="0">
                <a:latin typeface="Posterama" panose="020B0504020200020000" pitchFamily="34" charset="0"/>
                <a:ea typeface="微软雅黑"/>
                <a:cs typeface="Posterama" panose="020B0504020200020000" pitchFamily="34" charset="0"/>
              </a:rPr>
              <a:t> </a:t>
            </a:r>
            <a:r>
              <a:rPr lang="fr-FR" sz="1600" dirty="0" err="1">
                <a:latin typeface="Posterama" panose="020B0504020200020000" pitchFamily="34" charset="0"/>
                <a:ea typeface="微软雅黑"/>
                <a:cs typeface="Posterama" panose="020B0504020200020000" pitchFamily="34" charset="0"/>
              </a:rPr>
              <a:t>fills</a:t>
            </a:r>
            <a:r>
              <a:rPr lang="fr-FR" sz="1600" dirty="0">
                <a:latin typeface="Posterama" panose="020B0504020200020000" pitchFamily="34" charset="0"/>
                <a:ea typeface="微软雅黑"/>
                <a:cs typeface="Posterama" panose="020B0504020200020000" pitchFamily="34" charset="0"/>
              </a:rPr>
              <a:t> the </a:t>
            </a:r>
            <a:r>
              <a:rPr lang="fr-FR" sz="1600" dirty="0" err="1">
                <a:latin typeface="Posterama" panose="020B0504020200020000" pitchFamily="34" charset="0"/>
                <a:ea typeface="微软雅黑"/>
                <a:cs typeface="Posterama" panose="020B0504020200020000" pitchFamily="34" charset="0"/>
              </a:rPr>
              <a:t>Technical</a:t>
            </a:r>
            <a:r>
              <a:rPr lang="fr-FR" sz="1600" dirty="0">
                <a:latin typeface="Posterama" panose="020B0504020200020000" pitchFamily="34" charset="0"/>
                <a:ea typeface="微软雅黑"/>
                <a:cs typeface="Posterama" panose="020B0504020200020000" pitchFamily="34" charset="0"/>
              </a:rPr>
              <a:t> Service</a:t>
            </a:r>
          </a:p>
        </p:txBody>
      </p:sp>
      <p:sp>
        <p:nvSpPr>
          <p:cNvPr id="51" name="ZoneTexte 96">
            <a:extLst>
              <a:ext uri="{FF2B5EF4-FFF2-40B4-BE49-F238E27FC236}">
                <a16:creationId xmlns:a16="http://schemas.microsoft.com/office/drawing/2014/main" id="{045316FC-A45B-723B-1744-A6CD980C815A}"/>
              </a:ext>
            </a:extLst>
          </p:cNvPr>
          <p:cNvSpPr txBox="1"/>
          <p:nvPr/>
        </p:nvSpPr>
        <p:spPr>
          <a:xfrm>
            <a:off x="1709480" y="4605010"/>
            <a:ext cx="5446213" cy="338554"/>
          </a:xfrm>
          <a:prstGeom prst="rect">
            <a:avLst/>
          </a:prstGeom>
        </p:spPr>
        <p:txBody>
          <a:bodyPr wrap="square" rtlCol="0">
            <a:spAutoFit/>
          </a:bodyPr>
          <a:lstStyle/>
          <a:p>
            <a:pPr marL="0" indent="0">
              <a:lnSpc>
                <a:spcPct val="100000"/>
              </a:lnSpc>
              <a:spcBef>
                <a:spcPts val="0"/>
              </a:spcBef>
              <a:buFontTx/>
              <a:buNone/>
            </a:pPr>
            <a:r>
              <a:rPr lang="fr-FR" sz="1600" dirty="0" err="1">
                <a:latin typeface="Posterama" panose="020B0504020200020000" pitchFamily="34" charset="0"/>
                <a:ea typeface="微软雅黑"/>
                <a:cs typeface="Posterama" panose="020B0504020200020000" pitchFamily="34" charset="0"/>
              </a:rPr>
              <a:t>Depending</a:t>
            </a:r>
            <a:r>
              <a:rPr lang="fr-FR" sz="1600" dirty="0">
                <a:latin typeface="Posterama" panose="020B0504020200020000" pitchFamily="34" charset="0"/>
                <a:ea typeface="微软雅黑"/>
                <a:cs typeface="Posterama" panose="020B0504020200020000" pitchFamily="34" charset="0"/>
              </a:rPr>
              <a:t> on the TS, </a:t>
            </a:r>
            <a:r>
              <a:rPr lang="fr-FR" sz="1600" dirty="0" err="1">
                <a:latin typeface="Posterama" panose="020B0504020200020000" pitchFamily="34" charset="0"/>
                <a:ea typeface="微软雅黑"/>
                <a:cs typeface="Posterama" panose="020B0504020200020000" pitchFamily="34" charset="0"/>
              </a:rPr>
              <a:t>he</a:t>
            </a:r>
            <a:r>
              <a:rPr lang="fr-FR" sz="1600" dirty="0">
                <a:latin typeface="Posterama" panose="020B0504020200020000" pitchFamily="34" charset="0"/>
                <a:ea typeface="微软雅黑"/>
                <a:cs typeface="Posterama" panose="020B0504020200020000" pitchFamily="34" charset="0"/>
              </a:rPr>
              <a:t> </a:t>
            </a:r>
            <a:r>
              <a:rPr lang="fr-FR" sz="1600" dirty="0" err="1">
                <a:latin typeface="Posterama" panose="020B0504020200020000" pitchFamily="34" charset="0"/>
                <a:ea typeface="微软雅黑"/>
                <a:cs typeface="Posterama" panose="020B0504020200020000" pitchFamily="34" charset="0"/>
              </a:rPr>
              <a:t>fills</a:t>
            </a:r>
            <a:r>
              <a:rPr lang="fr-FR" sz="1600" dirty="0">
                <a:latin typeface="Posterama" panose="020B0504020200020000" pitchFamily="34" charset="0"/>
                <a:ea typeface="微软雅黑"/>
                <a:cs typeface="Posterama" panose="020B0504020200020000" pitchFamily="34" charset="0"/>
              </a:rPr>
              <a:t> the Service </a:t>
            </a:r>
            <a:r>
              <a:rPr lang="fr-FR" sz="1600" dirty="0" err="1">
                <a:latin typeface="Posterama" panose="020B0504020200020000" pitchFamily="34" charset="0"/>
                <a:ea typeface="微软雅黑"/>
                <a:cs typeface="Posterama" panose="020B0504020200020000" pitchFamily="34" charset="0"/>
              </a:rPr>
              <a:t>Offering</a:t>
            </a:r>
            <a:endParaRPr lang="fr-FR" sz="1600" dirty="0">
              <a:latin typeface="Posterama" panose="020B0504020200020000" pitchFamily="34" charset="0"/>
              <a:ea typeface="微软雅黑"/>
              <a:cs typeface="Posterama" panose="020B0504020200020000" pitchFamily="34" charset="0"/>
            </a:endParaRPr>
          </a:p>
        </p:txBody>
      </p:sp>
      <p:sp>
        <p:nvSpPr>
          <p:cNvPr id="52" name="ZoneTexte 97">
            <a:extLst>
              <a:ext uri="{FF2B5EF4-FFF2-40B4-BE49-F238E27FC236}">
                <a16:creationId xmlns:a16="http://schemas.microsoft.com/office/drawing/2014/main" id="{167C81A4-6F94-683C-66D5-51D8EEAF7B8D}"/>
              </a:ext>
            </a:extLst>
          </p:cNvPr>
          <p:cNvSpPr txBox="1"/>
          <p:nvPr/>
        </p:nvSpPr>
        <p:spPr>
          <a:xfrm>
            <a:off x="1709479" y="4968509"/>
            <a:ext cx="5446213" cy="338554"/>
          </a:xfrm>
          <a:prstGeom prst="rect">
            <a:avLst/>
          </a:prstGeom>
        </p:spPr>
        <p:txBody>
          <a:bodyPr wrap="square" rtlCol="0">
            <a:spAutoFit/>
          </a:bodyPr>
          <a:lstStyle/>
          <a:p>
            <a:pPr marL="0" indent="0">
              <a:lnSpc>
                <a:spcPct val="100000"/>
              </a:lnSpc>
              <a:spcBef>
                <a:spcPts val="0"/>
              </a:spcBef>
              <a:buFontTx/>
              <a:buNone/>
            </a:pPr>
            <a:r>
              <a:rPr lang="fr-FR" sz="1600" dirty="0" err="1">
                <a:latin typeface="Posterama" panose="020B0504020200020000" pitchFamily="34" charset="0"/>
                <a:ea typeface="微软雅黑"/>
                <a:cs typeface="Posterama" panose="020B0504020200020000" pitchFamily="34" charset="0"/>
              </a:rPr>
              <a:t>Depending</a:t>
            </a:r>
            <a:r>
              <a:rPr lang="fr-FR" sz="1600" dirty="0">
                <a:latin typeface="Posterama" panose="020B0504020200020000" pitchFamily="34" charset="0"/>
                <a:ea typeface="微软雅黑"/>
                <a:cs typeface="Posterama" panose="020B0504020200020000" pitchFamily="34" charset="0"/>
              </a:rPr>
              <a:t> on the SO, </a:t>
            </a:r>
            <a:r>
              <a:rPr lang="fr-FR" sz="1600" dirty="0" err="1">
                <a:latin typeface="Posterama" panose="020B0504020200020000" pitchFamily="34" charset="0"/>
                <a:ea typeface="微软雅黑"/>
                <a:cs typeface="Posterama" panose="020B0504020200020000" pitchFamily="34" charset="0"/>
              </a:rPr>
              <a:t>he</a:t>
            </a:r>
            <a:r>
              <a:rPr lang="fr-FR" sz="1600" dirty="0">
                <a:latin typeface="Posterama" panose="020B0504020200020000" pitchFamily="34" charset="0"/>
                <a:ea typeface="微软雅黑"/>
                <a:cs typeface="Posterama" panose="020B0504020200020000" pitchFamily="34" charset="0"/>
              </a:rPr>
              <a:t> selects the CI</a:t>
            </a:r>
          </a:p>
        </p:txBody>
      </p:sp>
      <p:sp>
        <p:nvSpPr>
          <p:cNvPr id="53" name="ZoneTexte 98">
            <a:extLst>
              <a:ext uri="{FF2B5EF4-FFF2-40B4-BE49-F238E27FC236}">
                <a16:creationId xmlns:a16="http://schemas.microsoft.com/office/drawing/2014/main" id="{DE78D532-F9FA-CD56-1386-D8D9FC7BE26C}"/>
              </a:ext>
            </a:extLst>
          </p:cNvPr>
          <p:cNvSpPr txBox="1"/>
          <p:nvPr/>
        </p:nvSpPr>
        <p:spPr>
          <a:xfrm>
            <a:off x="1694265" y="5332008"/>
            <a:ext cx="5446213" cy="830997"/>
          </a:xfrm>
          <a:prstGeom prst="rect">
            <a:avLst/>
          </a:prstGeom>
        </p:spPr>
        <p:txBody>
          <a:bodyPr wrap="square" rtlCol="0">
            <a:spAutoFit/>
          </a:bodyPr>
          <a:lstStyle/>
          <a:p>
            <a:pPr marL="0" indent="0">
              <a:lnSpc>
                <a:spcPct val="100000"/>
              </a:lnSpc>
              <a:spcBef>
                <a:spcPts val="0"/>
              </a:spcBef>
              <a:buFontTx/>
              <a:buNone/>
            </a:pPr>
            <a:r>
              <a:rPr lang="fr-FR" sz="1600" dirty="0" err="1">
                <a:latin typeface="Posterama" panose="020B0504020200020000" pitchFamily="34" charset="0"/>
                <a:ea typeface="微软雅黑"/>
                <a:cs typeface="Posterama" panose="020B0504020200020000" pitchFamily="34" charset="0"/>
              </a:rPr>
              <a:t>After</a:t>
            </a:r>
            <a:r>
              <a:rPr lang="fr-FR" sz="1600" dirty="0">
                <a:latin typeface="Posterama" panose="020B0504020200020000" pitchFamily="34" charset="0"/>
                <a:ea typeface="微软雅黑"/>
                <a:cs typeface="Posterama" panose="020B0504020200020000" pitchFamily="34" charset="0"/>
              </a:rPr>
              <a:t> </a:t>
            </a:r>
            <a:r>
              <a:rPr lang="fr-FR" sz="1600" dirty="0" err="1">
                <a:latin typeface="Posterama" panose="020B0504020200020000" pitchFamily="34" charset="0"/>
                <a:ea typeface="微软雅黑"/>
                <a:cs typeface="Posterama" panose="020B0504020200020000" pitchFamily="34" charset="0"/>
              </a:rPr>
              <a:t>submission</a:t>
            </a:r>
            <a:r>
              <a:rPr lang="fr-FR" sz="1600" dirty="0">
                <a:latin typeface="Posterama" panose="020B0504020200020000" pitchFamily="34" charset="0"/>
                <a:ea typeface="微软雅黑"/>
                <a:cs typeface="Posterama" panose="020B0504020200020000" pitchFamily="34" charset="0"/>
              </a:rPr>
              <a:t>, </a:t>
            </a:r>
            <a:r>
              <a:rPr lang="fr-FR" sz="1600" dirty="0" err="1">
                <a:latin typeface="Posterama" panose="020B0504020200020000" pitchFamily="34" charset="0"/>
                <a:ea typeface="微软雅黑"/>
                <a:cs typeface="Posterama" panose="020B0504020200020000" pitchFamily="34" charset="0"/>
              </a:rPr>
              <a:t>he</a:t>
            </a:r>
            <a:r>
              <a:rPr lang="fr-FR" sz="1600" dirty="0">
                <a:latin typeface="Posterama" panose="020B0504020200020000" pitchFamily="34" charset="0"/>
                <a:ea typeface="微软雅黑"/>
                <a:cs typeface="Posterama" panose="020B0504020200020000" pitchFamily="34" charset="0"/>
              </a:rPr>
              <a:t> </a:t>
            </a:r>
            <a:r>
              <a:rPr lang="fr-FR" sz="1600" dirty="0" err="1">
                <a:latin typeface="Posterama" panose="020B0504020200020000" pitchFamily="34" charset="0"/>
                <a:ea typeface="微软雅黑"/>
                <a:cs typeface="Posterama" panose="020B0504020200020000" pitchFamily="34" charset="0"/>
              </a:rPr>
              <a:t>asks</a:t>
            </a:r>
            <a:r>
              <a:rPr lang="fr-FR" sz="1600" dirty="0">
                <a:latin typeface="Posterama" panose="020B0504020200020000" pitchFamily="34" charset="0"/>
                <a:ea typeface="微软雅黑"/>
                <a:cs typeface="Posterama" panose="020B0504020200020000" pitchFamily="34" charset="0"/>
              </a:rPr>
              <a:t> for </a:t>
            </a:r>
            <a:r>
              <a:rPr lang="fr-FR" sz="1600" dirty="0" err="1">
                <a:latin typeface="Posterama" panose="020B0504020200020000" pitchFamily="34" charset="0"/>
                <a:ea typeface="微软雅黑"/>
                <a:cs typeface="Posterama" panose="020B0504020200020000" pitchFamily="34" charset="0"/>
              </a:rPr>
              <a:t>approval</a:t>
            </a:r>
            <a:r>
              <a:rPr lang="fr-FR" sz="1600" dirty="0">
                <a:latin typeface="Posterama" panose="020B0504020200020000" pitchFamily="34" charset="0"/>
                <a:ea typeface="微软雅黑"/>
                <a:cs typeface="Posterama" panose="020B0504020200020000" pitchFamily="34" charset="0"/>
              </a:rPr>
              <a:t> :</a:t>
            </a:r>
            <a:r>
              <a:rPr lang="fr-FR" sz="1600" dirty="0" err="1">
                <a:latin typeface="Posterama" panose="020B0504020200020000" pitchFamily="34" charset="0"/>
                <a:ea typeface="微软雅黑"/>
                <a:cs typeface="Posterama" panose="020B0504020200020000" pitchFamily="34" charset="0"/>
              </a:rPr>
              <a:t>Depending</a:t>
            </a:r>
            <a:r>
              <a:rPr lang="fr-FR" sz="1600" dirty="0">
                <a:latin typeface="Posterama" panose="020B0504020200020000" pitchFamily="34" charset="0"/>
                <a:ea typeface="微软雅黑"/>
                <a:cs typeface="Posterama" panose="020B0504020200020000" pitchFamily="34" charset="0"/>
              </a:rPr>
              <a:t> on the Change Process and </a:t>
            </a:r>
            <a:r>
              <a:rPr lang="fr-FR" sz="1600" dirty="0" err="1">
                <a:latin typeface="Posterama" panose="020B0504020200020000" pitchFamily="34" charset="0"/>
                <a:ea typeface="微软雅黑"/>
                <a:cs typeface="Posterama" panose="020B0504020200020000" pitchFamily="34" charset="0"/>
              </a:rPr>
              <a:t>its</a:t>
            </a:r>
            <a:r>
              <a:rPr lang="fr-FR" sz="1600" dirty="0">
                <a:latin typeface="Posterama" panose="020B0504020200020000" pitchFamily="34" charset="0"/>
                <a:ea typeface="微软雅黑"/>
                <a:cs typeface="Posterama" panose="020B0504020200020000" pitchFamily="34" charset="0"/>
              </a:rPr>
              <a:t> </a:t>
            </a:r>
            <a:r>
              <a:rPr lang="fr-FR" sz="1600" dirty="0" err="1">
                <a:latin typeface="Posterama" panose="020B0504020200020000" pitchFamily="34" charset="0"/>
                <a:ea typeface="微软雅黑"/>
                <a:cs typeface="Posterama" panose="020B0504020200020000" pitchFamily="34" charset="0"/>
              </a:rPr>
              <a:t>approvals</a:t>
            </a:r>
            <a:r>
              <a:rPr lang="fr-FR" sz="1600" dirty="0">
                <a:latin typeface="Posterama" panose="020B0504020200020000" pitchFamily="34" charset="0"/>
                <a:ea typeface="微软雅黑"/>
                <a:cs typeface="Posterama" panose="020B0504020200020000" pitchFamily="34" charset="0"/>
              </a:rPr>
              <a:t> </a:t>
            </a:r>
            <a:r>
              <a:rPr lang="fr-FR" sz="1600" dirty="0" err="1">
                <a:latin typeface="Posterama" panose="020B0504020200020000" pitchFamily="34" charset="0"/>
                <a:ea typeface="微软雅黑"/>
                <a:cs typeface="Posterama" panose="020B0504020200020000" pitchFamily="34" charset="0"/>
              </a:rPr>
              <a:t>rules</a:t>
            </a:r>
            <a:r>
              <a:rPr lang="fr-FR" sz="1600" dirty="0">
                <a:latin typeface="Posterama" panose="020B0504020200020000" pitchFamily="34" charset="0"/>
                <a:ea typeface="微软雅黑"/>
                <a:cs typeface="Posterama" panose="020B0504020200020000" pitchFamily="34" charset="0"/>
              </a:rPr>
              <a:t>, a </a:t>
            </a:r>
            <a:r>
              <a:rPr lang="fr-FR" sz="1600" dirty="0" err="1">
                <a:latin typeface="Posterama" panose="020B0504020200020000" pitchFamily="34" charset="0"/>
                <a:ea typeface="微软雅黑"/>
                <a:cs typeface="Posterama" panose="020B0504020200020000" pitchFamily="34" charset="0"/>
              </a:rPr>
              <a:t>member</a:t>
            </a:r>
            <a:r>
              <a:rPr lang="fr-FR" sz="1600" dirty="0">
                <a:latin typeface="Posterama" panose="020B0504020200020000" pitchFamily="34" charset="0"/>
                <a:ea typeface="微软雅黑"/>
                <a:cs typeface="Posterama" panose="020B0504020200020000" pitchFamily="34" charset="0"/>
              </a:rPr>
              <a:t> of the SO </a:t>
            </a:r>
            <a:r>
              <a:rPr lang="fr-FR" sz="1600" dirty="0" err="1">
                <a:latin typeface="Posterama" panose="020B0504020200020000" pitchFamily="34" charset="0"/>
                <a:ea typeface="微软雅黑"/>
                <a:cs typeface="Posterama" panose="020B0504020200020000" pitchFamily="34" charset="0"/>
              </a:rPr>
              <a:t>Approval</a:t>
            </a:r>
            <a:r>
              <a:rPr lang="fr-FR" sz="1600" dirty="0">
                <a:latin typeface="Posterama" panose="020B0504020200020000" pitchFamily="34" charset="0"/>
                <a:ea typeface="微软雅黑"/>
                <a:cs typeface="Posterama" panose="020B0504020200020000" pitchFamily="34" charset="0"/>
              </a:rPr>
              <a:t> group must </a:t>
            </a:r>
            <a:r>
              <a:rPr lang="fr-FR" sz="1600" dirty="0" err="1">
                <a:latin typeface="Posterama" panose="020B0504020200020000" pitchFamily="34" charset="0"/>
                <a:ea typeface="微软雅黑"/>
                <a:cs typeface="Posterama" panose="020B0504020200020000" pitchFamily="34" charset="0"/>
              </a:rPr>
              <a:t>approve</a:t>
            </a:r>
            <a:r>
              <a:rPr lang="fr-FR" sz="1600" dirty="0">
                <a:latin typeface="Posterama" panose="020B0504020200020000" pitchFamily="34" charset="0"/>
                <a:ea typeface="微软雅黑"/>
                <a:cs typeface="Posterama" panose="020B0504020200020000" pitchFamily="34" charset="0"/>
              </a:rPr>
              <a:t> to continue</a:t>
            </a:r>
          </a:p>
        </p:txBody>
      </p:sp>
      <p:sp>
        <p:nvSpPr>
          <p:cNvPr id="55" name="Slide Number Placeholder 4">
            <a:extLst>
              <a:ext uri="{FF2B5EF4-FFF2-40B4-BE49-F238E27FC236}">
                <a16:creationId xmlns:a16="http://schemas.microsoft.com/office/drawing/2014/main" id="{38FBAC77-A338-6AF1-4D96-68D167FE9CCF}"/>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11</a:t>
            </a:fld>
            <a:endParaRPr lang="en-US" altLang="zh-CN" dirty="0"/>
          </a:p>
        </p:txBody>
      </p:sp>
    </p:spTree>
    <p:extLst>
      <p:ext uri="{BB962C8B-B14F-4D97-AF65-F5344CB8AC3E}">
        <p14:creationId xmlns:p14="http://schemas.microsoft.com/office/powerpoint/2010/main" val="368828231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P spid="43" grpId="0"/>
      <p:bldP spid="46" grpId="0" animBg="1"/>
      <p:bldP spid="47" grpId="0" animBg="1"/>
      <p:bldP spid="48" grpId="0" animBg="1"/>
      <p:bldP spid="49" grpId="0" animBg="1"/>
      <p:bldP spid="50" grpId="0"/>
      <p:bldP spid="51" grpId="0"/>
      <p:bldP spid="52" grpId="0"/>
      <p:bldP spid="5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a:extLst>
              <a:ext uri="{FF2B5EF4-FFF2-40B4-BE49-F238E27FC236}">
                <a16:creationId xmlns:a16="http://schemas.microsoft.com/office/drawing/2014/main" id="{0F40E6F4-D10E-EE9D-4A74-EB3A101645D2}"/>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12</a:t>
            </a:fld>
            <a:endParaRPr lang="en-US" altLang="zh-CN" dirty="0"/>
          </a:p>
        </p:txBody>
      </p:sp>
      <p:sp>
        <p:nvSpPr>
          <p:cNvPr id="5" name="Slide Number Placeholder 4">
            <a:extLst>
              <a:ext uri="{FF2B5EF4-FFF2-40B4-BE49-F238E27FC236}">
                <a16:creationId xmlns:a16="http://schemas.microsoft.com/office/drawing/2014/main" id="{A4A12F92-41C7-46DF-7040-55623BD9AAA1}"/>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12</a:t>
            </a:fld>
            <a:endParaRPr lang="en-US" altLang="zh-CN" dirty="0"/>
          </a:p>
        </p:txBody>
      </p:sp>
      <p:sp>
        <p:nvSpPr>
          <p:cNvPr id="9" name="Title 7">
            <a:extLst>
              <a:ext uri="{FF2B5EF4-FFF2-40B4-BE49-F238E27FC236}">
                <a16:creationId xmlns:a16="http://schemas.microsoft.com/office/drawing/2014/main" id="{8E6D6125-B0A9-0DD1-4426-C8BEE18313BB}"/>
              </a:ext>
            </a:extLst>
          </p:cNvPr>
          <p:cNvSpPr>
            <a:spLocks noGrp="1"/>
          </p:cNvSpPr>
          <p:nvPr>
            <p:ph type="title"/>
          </p:nvPr>
        </p:nvSpPr>
        <p:spPr>
          <a:xfrm>
            <a:off x="502665" y="707105"/>
            <a:ext cx="10749268" cy="697608"/>
          </a:xfrm>
        </p:spPr>
        <p:txBody>
          <a:bodyPr/>
          <a:lstStyle/>
          <a:p>
            <a:r>
              <a:rPr lang="en-US" dirty="0">
                <a:solidFill>
                  <a:srgbClr val="FABE79"/>
                </a:solidFill>
              </a:rPr>
              <a:t>ServiceNow capabilities: </a:t>
            </a:r>
            <a:r>
              <a:rPr lang="en-US" sz="2800" dirty="0"/>
              <a:t>CMDB Key elements</a:t>
            </a:r>
          </a:p>
        </p:txBody>
      </p:sp>
      <p:pic>
        <p:nvPicPr>
          <p:cNvPr id="2" name="Picture 1">
            <a:extLst>
              <a:ext uri="{FF2B5EF4-FFF2-40B4-BE49-F238E27FC236}">
                <a16:creationId xmlns:a16="http://schemas.microsoft.com/office/drawing/2014/main" id="{08C59CB2-B880-B0ED-A5C8-4876C0BDEC24}"/>
              </a:ext>
            </a:extLst>
          </p:cNvPr>
          <p:cNvPicPr>
            <a:picLocks noChangeAspect="1"/>
          </p:cNvPicPr>
          <p:nvPr/>
        </p:nvPicPr>
        <p:blipFill>
          <a:blip r:embed="rId3"/>
          <a:stretch>
            <a:fillRect/>
          </a:stretch>
        </p:blipFill>
        <p:spPr>
          <a:xfrm>
            <a:off x="5877297" y="1404713"/>
            <a:ext cx="5719876" cy="4540970"/>
          </a:xfrm>
          <a:prstGeom prst="rect">
            <a:avLst/>
          </a:prstGeom>
        </p:spPr>
      </p:pic>
      <p:sp>
        <p:nvSpPr>
          <p:cNvPr id="3" name="Text Placeholder 9">
            <a:extLst>
              <a:ext uri="{FF2B5EF4-FFF2-40B4-BE49-F238E27FC236}">
                <a16:creationId xmlns:a16="http://schemas.microsoft.com/office/drawing/2014/main" id="{5FEE8ACE-B2F9-1EFD-2099-88C5F640BCEE}"/>
              </a:ext>
            </a:extLst>
          </p:cNvPr>
          <p:cNvSpPr txBox="1">
            <a:spLocks/>
          </p:cNvSpPr>
          <p:nvPr/>
        </p:nvSpPr>
        <p:spPr>
          <a:xfrm>
            <a:off x="714588" y="1885497"/>
            <a:ext cx="5162709" cy="394299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Structuration based on class et inheritance</a:t>
            </a:r>
          </a:p>
          <a:p>
            <a:endParaRPr lang="en-US" sz="1800" dirty="0"/>
          </a:p>
          <a:p>
            <a:r>
              <a:rPr lang="en-US" sz="1800" dirty="0"/>
              <a:t>Principal class</a:t>
            </a:r>
          </a:p>
          <a:p>
            <a:pPr lvl="1"/>
            <a:r>
              <a:rPr lang="en-US" sz="1400" dirty="0"/>
              <a:t>Identify the key classes to be used in your ITSM process</a:t>
            </a:r>
          </a:p>
          <a:p>
            <a:pPr lvl="1"/>
            <a:r>
              <a:rPr lang="en-US" sz="1400" dirty="0"/>
              <a:t>Example : Application Service, Server, Database, …</a:t>
            </a:r>
          </a:p>
          <a:p>
            <a:endParaRPr lang="en-US" sz="1800" dirty="0"/>
          </a:p>
          <a:p>
            <a:r>
              <a:rPr lang="en-US" sz="1800" dirty="0"/>
              <a:t>IRE : Identify and Reconciliation Engine</a:t>
            </a:r>
          </a:p>
          <a:p>
            <a:pPr lvl="1"/>
            <a:r>
              <a:rPr lang="en-US" sz="1400" dirty="0"/>
              <a:t>When integrating with the configuration management database (CMDB), you can prioritize certain discovery sources over others to ensure more relevant and accurate data.</a:t>
            </a:r>
          </a:p>
          <a:p>
            <a:pPr marL="457200" lvl="1" indent="0">
              <a:buNone/>
            </a:pPr>
            <a:endParaRPr lang="en-US" sz="1400" dirty="0"/>
          </a:p>
        </p:txBody>
      </p:sp>
    </p:spTree>
    <p:extLst>
      <p:ext uri="{BB962C8B-B14F-4D97-AF65-F5344CB8AC3E}">
        <p14:creationId xmlns:p14="http://schemas.microsoft.com/office/powerpoint/2010/main" val="342988920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A490A-F969-A737-E794-8F80B68B8B5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C3DF0C6-79FC-68C2-D11A-971FE8D96DF9}"/>
              </a:ext>
            </a:extLst>
          </p:cNvPr>
          <p:cNvSpPr>
            <a:spLocks noGrp="1"/>
          </p:cNvSpPr>
          <p:nvPr>
            <p:ph type="title"/>
          </p:nvPr>
        </p:nvSpPr>
        <p:spPr>
          <a:xfrm>
            <a:off x="502665" y="707105"/>
            <a:ext cx="10749268" cy="697608"/>
          </a:xfrm>
        </p:spPr>
        <p:txBody>
          <a:bodyPr/>
          <a:lstStyle/>
          <a:p>
            <a:r>
              <a:rPr lang="en-US" dirty="0">
                <a:solidFill>
                  <a:srgbClr val="FABE79"/>
                </a:solidFill>
              </a:rPr>
              <a:t>ServiceNow capabilities: </a:t>
            </a:r>
            <a:r>
              <a:rPr lang="en-US" sz="2800" dirty="0"/>
              <a:t>CSDM &amp; CMDB automation</a:t>
            </a:r>
          </a:p>
        </p:txBody>
      </p:sp>
      <p:sp>
        <p:nvSpPr>
          <p:cNvPr id="2" name="Rectangle 1">
            <a:extLst>
              <a:ext uri="{FF2B5EF4-FFF2-40B4-BE49-F238E27FC236}">
                <a16:creationId xmlns:a16="http://schemas.microsoft.com/office/drawing/2014/main" id="{53374442-EE3B-847E-18FC-D3D7D7890A45}"/>
              </a:ext>
            </a:extLst>
          </p:cNvPr>
          <p:cNvSpPr/>
          <p:nvPr/>
        </p:nvSpPr>
        <p:spPr>
          <a:xfrm>
            <a:off x="4102540" y="3010093"/>
            <a:ext cx="1880226" cy="445929"/>
          </a:xfrm>
          <a:prstGeom prst="rect">
            <a:avLst/>
          </a:prstGeom>
          <a:solidFill>
            <a:srgbClr val="EF8C15"/>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fr-FR" sz="1400" dirty="0"/>
              <a:t>Check </a:t>
            </a:r>
            <a:r>
              <a:rPr lang="fr-FR" sz="1400" dirty="0" err="1"/>
              <a:t>Credit</a:t>
            </a:r>
            <a:r>
              <a:rPr lang="fr-FR" sz="1400" dirty="0"/>
              <a:t> PROD</a:t>
            </a:r>
          </a:p>
          <a:p>
            <a:pPr algn="ctr" defTabSz="457063">
              <a:lnSpc>
                <a:spcPct val="90000"/>
              </a:lnSpc>
            </a:pPr>
            <a:r>
              <a:rPr lang="fr-FR" sz="1050" dirty="0"/>
              <a:t>Application Service</a:t>
            </a:r>
          </a:p>
        </p:txBody>
      </p:sp>
      <p:sp>
        <p:nvSpPr>
          <p:cNvPr id="3" name="Rectangle 2">
            <a:extLst>
              <a:ext uri="{FF2B5EF4-FFF2-40B4-BE49-F238E27FC236}">
                <a16:creationId xmlns:a16="http://schemas.microsoft.com/office/drawing/2014/main" id="{8433C623-28CE-6056-F5D4-25B0D801B50A}"/>
              </a:ext>
            </a:extLst>
          </p:cNvPr>
          <p:cNvSpPr/>
          <p:nvPr/>
        </p:nvSpPr>
        <p:spPr>
          <a:xfrm>
            <a:off x="4103810" y="1679178"/>
            <a:ext cx="1880226" cy="445929"/>
          </a:xfrm>
          <a:prstGeom prst="rect">
            <a:avLst/>
          </a:prstGeom>
          <a:solidFill>
            <a:srgbClr val="75A1AD"/>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fr-FR" sz="1400" dirty="0"/>
              <a:t>Check </a:t>
            </a:r>
            <a:r>
              <a:rPr lang="fr-FR" sz="1400" dirty="0" err="1"/>
              <a:t>Credit</a:t>
            </a:r>
            <a:endParaRPr lang="fr-FR" sz="1400" dirty="0"/>
          </a:p>
          <a:p>
            <a:pPr algn="ctr" defTabSz="457063">
              <a:lnSpc>
                <a:spcPct val="90000"/>
              </a:lnSpc>
            </a:pPr>
            <a:r>
              <a:rPr lang="fr-FR" sz="1050" dirty="0"/>
              <a:t>Business Application</a:t>
            </a:r>
          </a:p>
        </p:txBody>
      </p:sp>
      <p:cxnSp>
        <p:nvCxnSpPr>
          <p:cNvPr id="5" name="Connecteur : en angle 4">
            <a:extLst>
              <a:ext uri="{FF2B5EF4-FFF2-40B4-BE49-F238E27FC236}">
                <a16:creationId xmlns:a16="http://schemas.microsoft.com/office/drawing/2014/main" id="{3509D2EF-BFB1-0013-7E81-F4970EE21923}"/>
              </a:ext>
            </a:extLst>
          </p:cNvPr>
          <p:cNvCxnSpPr>
            <a:cxnSpLocks/>
            <a:stCxn id="3" idx="2"/>
            <a:endCxn id="2" idx="0"/>
          </p:cNvCxnSpPr>
          <p:nvPr/>
        </p:nvCxnSpPr>
        <p:spPr>
          <a:xfrm rot="5400000">
            <a:off x="4600795" y="2566965"/>
            <a:ext cx="884986" cy="1270"/>
          </a:xfrm>
          <a:prstGeom prst="bentConnector3">
            <a:avLst>
              <a:gd name="adj1" fmla="val 50000"/>
            </a:avLst>
          </a:prstGeom>
          <a:ln w="127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C2D7083F-E310-E2F1-2377-A7D1D3786923}"/>
              </a:ext>
            </a:extLst>
          </p:cNvPr>
          <p:cNvSpPr txBox="1"/>
          <p:nvPr/>
        </p:nvSpPr>
        <p:spPr>
          <a:xfrm>
            <a:off x="4169118" y="2418004"/>
            <a:ext cx="1004570" cy="253916"/>
          </a:xfrm>
          <a:prstGeom prst="rect">
            <a:avLst/>
          </a:prstGeom>
        </p:spPr>
        <p:txBody>
          <a:bodyPr wrap="square" rtlCol="0">
            <a:spAutoFit/>
          </a:bodyPr>
          <a:lstStyle/>
          <a:p>
            <a:pPr marL="0" indent="0" algn="ctr">
              <a:lnSpc>
                <a:spcPct val="100000"/>
              </a:lnSpc>
              <a:spcBef>
                <a:spcPts val="0"/>
              </a:spcBef>
              <a:buFontTx/>
              <a:buNone/>
            </a:pPr>
            <a:r>
              <a:rPr lang="fr-FR" sz="1050" dirty="0">
                <a:latin typeface="Posterama" panose="020B0504020200020000" pitchFamily="34" charset="0"/>
                <a:ea typeface="微软雅黑"/>
                <a:cs typeface="Posterama" panose="020B0504020200020000" pitchFamily="34" charset="0"/>
              </a:rPr>
              <a:t>Consumes</a:t>
            </a:r>
          </a:p>
        </p:txBody>
      </p:sp>
      <p:sp>
        <p:nvSpPr>
          <p:cNvPr id="7" name="Rectangle 6">
            <a:extLst>
              <a:ext uri="{FF2B5EF4-FFF2-40B4-BE49-F238E27FC236}">
                <a16:creationId xmlns:a16="http://schemas.microsoft.com/office/drawing/2014/main" id="{08857C4C-1940-7351-637B-EA2DBDB8094B}"/>
              </a:ext>
            </a:extLst>
          </p:cNvPr>
          <p:cNvSpPr/>
          <p:nvPr/>
        </p:nvSpPr>
        <p:spPr>
          <a:xfrm>
            <a:off x="4169118" y="4521777"/>
            <a:ext cx="1755535" cy="1280159"/>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437F3177-B6D7-2DD8-5068-F15EE44CC240}"/>
              </a:ext>
            </a:extLst>
          </p:cNvPr>
          <p:cNvSpPr txBox="1"/>
          <p:nvPr/>
        </p:nvSpPr>
        <p:spPr>
          <a:xfrm>
            <a:off x="4543527" y="5588979"/>
            <a:ext cx="1004570" cy="253916"/>
          </a:xfrm>
          <a:prstGeom prst="rect">
            <a:avLst/>
          </a:prstGeom>
        </p:spPr>
        <p:txBody>
          <a:bodyPr wrap="square" rtlCol="0">
            <a:spAutoFit/>
          </a:bodyPr>
          <a:lstStyle/>
          <a:p>
            <a:pPr marL="0" indent="0" algn="ctr">
              <a:lnSpc>
                <a:spcPct val="100000"/>
              </a:lnSpc>
              <a:spcBef>
                <a:spcPts val="0"/>
              </a:spcBef>
              <a:buFontTx/>
              <a:buNone/>
            </a:pPr>
            <a:r>
              <a:rPr lang="fr-FR" sz="1050" dirty="0">
                <a:latin typeface="Posterama" panose="020B0504020200020000" pitchFamily="34" charset="0"/>
                <a:ea typeface="微软雅黑"/>
                <a:cs typeface="Posterama" panose="020B0504020200020000" pitchFamily="34" charset="0"/>
              </a:rPr>
              <a:t>CMDB</a:t>
            </a:r>
          </a:p>
        </p:txBody>
      </p:sp>
      <p:sp>
        <p:nvSpPr>
          <p:cNvPr id="13" name="Rectangle 12">
            <a:extLst>
              <a:ext uri="{FF2B5EF4-FFF2-40B4-BE49-F238E27FC236}">
                <a16:creationId xmlns:a16="http://schemas.microsoft.com/office/drawing/2014/main" id="{89CE80E9-2177-A9A4-44FD-9CDCF8C59C46}"/>
              </a:ext>
            </a:extLst>
          </p:cNvPr>
          <p:cNvSpPr/>
          <p:nvPr/>
        </p:nvSpPr>
        <p:spPr>
          <a:xfrm>
            <a:off x="4387819" y="4673567"/>
            <a:ext cx="1016802" cy="300233"/>
          </a:xfrm>
          <a:prstGeom prst="rect">
            <a:avLst/>
          </a:prstGeom>
          <a:solidFill>
            <a:srgbClr val="EF8C15"/>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fr-FR" sz="1050" dirty="0"/>
              <a:t>Application</a:t>
            </a:r>
          </a:p>
        </p:txBody>
      </p:sp>
      <p:sp>
        <p:nvSpPr>
          <p:cNvPr id="14" name="Rectangle 13">
            <a:extLst>
              <a:ext uri="{FF2B5EF4-FFF2-40B4-BE49-F238E27FC236}">
                <a16:creationId xmlns:a16="http://schemas.microsoft.com/office/drawing/2014/main" id="{9CE45BDE-DA75-97B8-D2E1-59188D39FD14}"/>
              </a:ext>
            </a:extLst>
          </p:cNvPr>
          <p:cNvSpPr/>
          <p:nvPr/>
        </p:nvSpPr>
        <p:spPr>
          <a:xfrm>
            <a:off x="4601632" y="4944207"/>
            <a:ext cx="1016802" cy="300233"/>
          </a:xfrm>
          <a:prstGeom prst="rect">
            <a:avLst/>
          </a:prstGeom>
          <a:solidFill>
            <a:srgbClr val="EF8C15"/>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fr-FR" sz="1050" dirty="0"/>
              <a:t>Server</a:t>
            </a:r>
          </a:p>
        </p:txBody>
      </p:sp>
      <p:sp>
        <p:nvSpPr>
          <p:cNvPr id="15" name="Rectangle 14">
            <a:extLst>
              <a:ext uri="{FF2B5EF4-FFF2-40B4-BE49-F238E27FC236}">
                <a16:creationId xmlns:a16="http://schemas.microsoft.com/office/drawing/2014/main" id="{966AA6D6-E053-193C-1B83-D53E7529B9F4}"/>
              </a:ext>
            </a:extLst>
          </p:cNvPr>
          <p:cNvSpPr/>
          <p:nvPr/>
        </p:nvSpPr>
        <p:spPr>
          <a:xfrm>
            <a:off x="4815445" y="5214847"/>
            <a:ext cx="1016802" cy="300233"/>
          </a:xfrm>
          <a:prstGeom prst="rect">
            <a:avLst/>
          </a:prstGeom>
          <a:solidFill>
            <a:srgbClr val="EF8C15"/>
          </a:solidFill>
          <a:ln w="12700">
            <a:solidFill>
              <a:schemeClr val="tx2">
                <a:lumMod val="60000"/>
                <a:lumOff val="40000"/>
              </a:schemeClr>
            </a:solidFill>
            <a:miter lim="800000"/>
          </a:ln>
          <a:effectLst>
            <a:outerShdw blurRad="50800" dist="762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457063">
              <a:lnSpc>
                <a:spcPct val="90000"/>
              </a:lnSpc>
            </a:pPr>
            <a:r>
              <a:rPr lang="fr-FR" sz="1050" dirty="0"/>
              <a:t>Middleware</a:t>
            </a:r>
          </a:p>
        </p:txBody>
      </p:sp>
      <p:cxnSp>
        <p:nvCxnSpPr>
          <p:cNvPr id="16" name="Connecteur : en angle 15">
            <a:extLst>
              <a:ext uri="{FF2B5EF4-FFF2-40B4-BE49-F238E27FC236}">
                <a16:creationId xmlns:a16="http://schemas.microsoft.com/office/drawing/2014/main" id="{DDE660F6-DED3-2E72-6366-C132C3048A94}"/>
              </a:ext>
            </a:extLst>
          </p:cNvPr>
          <p:cNvCxnSpPr>
            <a:cxnSpLocks/>
            <a:stCxn id="2" idx="2"/>
            <a:endCxn id="7" idx="0"/>
          </p:cNvCxnSpPr>
          <p:nvPr/>
        </p:nvCxnSpPr>
        <p:spPr>
          <a:xfrm rot="16200000" flipH="1">
            <a:off x="4511892" y="3986782"/>
            <a:ext cx="1065755" cy="4233"/>
          </a:xfrm>
          <a:prstGeom prst="bentConnector3">
            <a:avLst>
              <a:gd name="adj1" fmla="val 50000"/>
            </a:avLst>
          </a:prstGeom>
          <a:ln w="127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2693DF1D-38BC-ED5F-345D-203087038515}"/>
              </a:ext>
            </a:extLst>
          </p:cNvPr>
          <p:cNvSpPr txBox="1"/>
          <p:nvPr/>
        </p:nvSpPr>
        <p:spPr>
          <a:xfrm>
            <a:off x="4116095" y="3824232"/>
            <a:ext cx="1004570" cy="253916"/>
          </a:xfrm>
          <a:prstGeom prst="rect">
            <a:avLst/>
          </a:prstGeom>
        </p:spPr>
        <p:txBody>
          <a:bodyPr wrap="square" rtlCol="0">
            <a:spAutoFit/>
          </a:bodyPr>
          <a:lstStyle/>
          <a:p>
            <a:pPr marL="0" indent="0" algn="ctr">
              <a:lnSpc>
                <a:spcPct val="100000"/>
              </a:lnSpc>
              <a:spcBef>
                <a:spcPts val="0"/>
              </a:spcBef>
              <a:buFontTx/>
              <a:buNone/>
            </a:pPr>
            <a:r>
              <a:rPr lang="fr-FR" sz="1050" dirty="0" err="1">
                <a:latin typeface="Posterama" panose="020B0504020200020000" pitchFamily="34" charset="0"/>
                <a:ea typeface="微软雅黑"/>
                <a:cs typeface="Posterama" panose="020B0504020200020000" pitchFamily="34" charset="0"/>
              </a:rPr>
              <a:t>Depends</a:t>
            </a:r>
            <a:r>
              <a:rPr lang="fr-FR" sz="1050" dirty="0">
                <a:latin typeface="Posterama" panose="020B0504020200020000" pitchFamily="34" charset="0"/>
                <a:ea typeface="微软雅黑"/>
                <a:cs typeface="Posterama" panose="020B0504020200020000" pitchFamily="34" charset="0"/>
              </a:rPr>
              <a:t> on</a:t>
            </a:r>
          </a:p>
        </p:txBody>
      </p:sp>
      <p:sp>
        <p:nvSpPr>
          <p:cNvPr id="19" name="ZoneTexte 18">
            <a:extLst>
              <a:ext uri="{FF2B5EF4-FFF2-40B4-BE49-F238E27FC236}">
                <a16:creationId xmlns:a16="http://schemas.microsoft.com/office/drawing/2014/main" id="{55ECDE22-0898-208C-75FA-C2A4A4AC32F3}"/>
              </a:ext>
            </a:extLst>
          </p:cNvPr>
          <p:cNvSpPr txBox="1"/>
          <p:nvPr/>
        </p:nvSpPr>
        <p:spPr>
          <a:xfrm>
            <a:off x="6921609" y="4673567"/>
            <a:ext cx="4453962" cy="1077218"/>
          </a:xfrm>
          <a:prstGeom prst="rect">
            <a:avLst/>
          </a:prstGeom>
          <a:noFill/>
        </p:spPr>
        <p:txBody>
          <a:bodyPr wrap="square">
            <a:spAutoFit/>
          </a:bodyPr>
          <a:lstStyle/>
          <a:p>
            <a:r>
              <a:rPr lang="en-US" sz="1600" b="1" dirty="0"/>
              <a:t>Discovery</a:t>
            </a:r>
            <a:r>
              <a:rPr lang="en-US" sz="1600" dirty="0"/>
              <a:t> automatically scans the IT infrastructure to identify, map, and update </a:t>
            </a:r>
            <a:r>
              <a:rPr lang="en-US" sz="1600" b="1" dirty="0"/>
              <a:t>Configuration Items (CIs)</a:t>
            </a:r>
            <a:r>
              <a:rPr lang="en-US" sz="1600" dirty="0"/>
              <a:t> in the </a:t>
            </a:r>
            <a:r>
              <a:rPr lang="en-US" sz="1600" b="1" dirty="0"/>
              <a:t>CMDB</a:t>
            </a:r>
            <a:r>
              <a:rPr lang="en-US" sz="1600" dirty="0"/>
              <a:t>, ensuring accurate and up-to-date asset information.</a:t>
            </a:r>
            <a:endParaRPr lang="fr-FR" sz="1600" dirty="0"/>
          </a:p>
        </p:txBody>
      </p:sp>
      <p:sp>
        <p:nvSpPr>
          <p:cNvPr id="20" name="Flèche : gauche 19">
            <a:extLst>
              <a:ext uri="{FF2B5EF4-FFF2-40B4-BE49-F238E27FC236}">
                <a16:creationId xmlns:a16="http://schemas.microsoft.com/office/drawing/2014/main" id="{4E53436D-4A0E-D061-AF41-01C8380E71D5}"/>
              </a:ext>
            </a:extLst>
          </p:cNvPr>
          <p:cNvSpPr/>
          <p:nvPr/>
        </p:nvSpPr>
        <p:spPr>
          <a:xfrm>
            <a:off x="6046060" y="4944207"/>
            <a:ext cx="838290" cy="42075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Flèche : gauche 20">
            <a:extLst>
              <a:ext uri="{FF2B5EF4-FFF2-40B4-BE49-F238E27FC236}">
                <a16:creationId xmlns:a16="http://schemas.microsoft.com/office/drawing/2014/main" id="{CF1C87C6-3BC0-7623-AD92-5499EB0FC441}"/>
              </a:ext>
            </a:extLst>
          </p:cNvPr>
          <p:cNvSpPr/>
          <p:nvPr/>
        </p:nvSpPr>
        <p:spPr>
          <a:xfrm>
            <a:off x="6046060" y="3010093"/>
            <a:ext cx="838290" cy="420756"/>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EFC0FC15-B4D0-AB35-F52B-7B7D47070F35}"/>
              </a:ext>
            </a:extLst>
          </p:cNvPr>
          <p:cNvSpPr txBox="1"/>
          <p:nvPr/>
        </p:nvSpPr>
        <p:spPr>
          <a:xfrm>
            <a:off x="6921609" y="2788569"/>
            <a:ext cx="4453962" cy="1077218"/>
          </a:xfrm>
          <a:prstGeom prst="rect">
            <a:avLst/>
          </a:prstGeom>
          <a:noFill/>
        </p:spPr>
        <p:txBody>
          <a:bodyPr wrap="square">
            <a:spAutoFit/>
          </a:bodyPr>
          <a:lstStyle/>
          <a:p>
            <a:r>
              <a:rPr lang="en-US" sz="1600" b="1" dirty="0"/>
              <a:t>Service Mapping</a:t>
            </a:r>
            <a:r>
              <a:rPr lang="en-US" sz="1600" dirty="0"/>
              <a:t> identifies and visualizes the relationships between </a:t>
            </a:r>
            <a:r>
              <a:rPr lang="en-US" sz="1600" b="1" dirty="0"/>
              <a:t>Application</a:t>
            </a:r>
            <a:r>
              <a:rPr lang="en-US" sz="1600" dirty="0"/>
              <a:t> </a:t>
            </a:r>
            <a:r>
              <a:rPr lang="en-US" sz="1600" b="1" dirty="0"/>
              <a:t>Services</a:t>
            </a:r>
            <a:r>
              <a:rPr lang="en-US" sz="1600" dirty="0"/>
              <a:t> and their underlying </a:t>
            </a:r>
            <a:r>
              <a:rPr lang="en-US" sz="1600" b="1" dirty="0"/>
              <a:t>IT infrastructure</a:t>
            </a:r>
            <a:r>
              <a:rPr lang="en-US" sz="1600" dirty="0"/>
              <a:t>, providing a clear, real-time view of service dependencies.</a:t>
            </a:r>
            <a:endParaRPr lang="fr-FR" sz="1600" dirty="0"/>
          </a:p>
        </p:txBody>
      </p:sp>
      <p:sp>
        <p:nvSpPr>
          <p:cNvPr id="9" name="Slide Number Placeholder 4">
            <a:extLst>
              <a:ext uri="{FF2B5EF4-FFF2-40B4-BE49-F238E27FC236}">
                <a16:creationId xmlns:a16="http://schemas.microsoft.com/office/drawing/2014/main" id="{474FB949-01A3-85E4-4A66-B52C7C194AC2}"/>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13</a:t>
            </a:fld>
            <a:endParaRPr lang="en-US" altLang="zh-CN" dirty="0"/>
          </a:p>
        </p:txBody>
      </p:sp>
    </p:spTree>
    <p:extLst>
      <p:ext uri="{BB962C8B-B14F-4D97-AF65-F5344CB8AC3E}">
        <p14:creationId xmlns:p14="http://schemas.microsoft.com/office/powerpoint/2010/main" val="451239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6DB6B41-05B6-A8FD-802E-33D6E27E6BC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67425" y="1952659"/>
            <a:ext cx="7110679" cy="3197904"/>
          </a:xfrm>
          <a:prstGeom prst="rect">
            <a:avLst/>
          </a:prstGeom>
          <a:ln w="6350">
            <a:solidFill>
              <a:schemeClr val="tx2"/>
            </a:solidFill>
          </a:ln>
        </p:spPr>
      </p:pic>
      <p:sp>
        <p:nvSpPr>
          <p:cNvPr id="2" name="Title 1">
            <a:extLst>
              <a:ext uri="{FF2B5EF4-FFF2-40B4-BE49-F238E27FC236}">
                <a16:creationId xmlns:a16="http://schemas.microsoft.com/office/drawing/2014/main" id="{16F32C89-B115-2227-E12C-0171423760C2}"/>
              </a:ext>
            </a:extLst>
          </p:cNvPr>
          <p:cNvSpPr>
            <a:spLocks noGrp="1"/>
          </p:cNvSpPr>
          <p:nvPr>
            <p:ph type="title"/>
          </p:nvPr>
        </p:nvSpPr>
        <p:spPr/>
        <p:txBody>
          <a:bodyPr/>
          <a:lstStyle/>
          <a:p>
            <a:r>
              <a:rPr lang="en-US" dirty="0">
                <a:solidFill>
                  <a:srgbClr val="FABE79"/>
                </a:solidFill>
              </a:rPr>
              <a:t>ServiceNow capabilities: </a:t>
            </a:r>
            <a:r>
              <a:rPr lang="en-US" sz="2800" dirty="0"/>
              <a:t>CMDB Health</a:t>
            </a:r>
          </a:p>
        </p:txBody>
      </p:sp>
      <p:sp>
        <p:nvSpPr>
          <p:cNvPr id="5" name="Rounded Rectangular Callout 5">
            <a:extLst>
              <a:ext uri="{FF2B5EF4-FFF2-40B4-BE49-F238E27FC236}">
                <a16:creationId xmlns:a16="http://schemas.microsoft.com/office/drawing/2014/main" id="{CCADFC7B-1531-2EB4-2ECE-60C1979FDFEB}"/>
              </a:ext>
            </a:extLst>
          </p:cNvPr>
          <p:cNvSpPr/>
          <p:nvPr/>
        </p:nvSpPr>
        <p:spPr>
          <a:xfrm>
            <a:off x="5755200" y="5150563"/>
            <a:ext cx="2085577" cy="953864"/>
          </a:xfrm>
          <a:prstGeom prst="wedgeRoundRectCallout">
            <a:avLst>
              <a:gd name="adj1" fmla="val 9443"/>
              <a:gd name="adj2" fmla="val -111076"/>
              <a:gd name="adj3" fmla="val 16667"/>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2"/>
                </a:solidFill>
              </a:rPr>
              <a:t>Are CI fields populated adequately</a:t>
            </a:r>
          </a:p>
          <a:p>
            <a:pPr algn="ctr"/>
            <a:r>
              <a:rPr lang="en-US" sz="1200" dirty="0">
                <a:solidFill>
                  <a:schemeClr val="tx2"/>
                </a:solidFill>
              </a:rPr>
              <a:t>(e.g. owner, location, serial number)?</a:t>
            </a:r>
          </a:p>
        </p:txBody>
      </p:sp>
      <p:sp>
        <p:nvSpPr>
          <p:cNvPr id="6" name="Rounded Rectangular Callout 6">
            <a:extLst>
              <a:ext uri="{FF2B5EF4-FFF2-40B4-BE49-F238E27FC236}">
                <a16:creationId xmlns:a16="http://schemas.microsoft.com/office/drawing/2014/main" id="{2BCD0244-166D-884C-B75E-DAD8ED668A48}"/>
              </a:ext>
            </a:extLst>
          </p:cNvPr>
          <p:cNvSpPr/>
          <p:nvPr/>
        </p:nvSpPr>
        <p:spPr>
          <a:xfrm>
            <a:off x="9311138" y="5042490"/>
            <a:ext cx="2328413" cy="953864"/>
          </a:xfrm>
          <a:prstGeom prst="wedgeRoundRectCallout">
            <a:avLst>
              <a:gd name="adj1" fmla="val 28000"/>
              <a:gd name="adj2" fmla="val -95597"/>
              <a:gd name="adj3" fmla="val 16667"/>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2"/>
                </a:solidFill>
              </a:rPr>
              <a:t>Does CI configuration states meet policies (e.g. minimum patch level, AV software installed)?</a:t>
            </a:r>
          </a:p>
        </p:txBody>
      </p:sp>
      <p:sp>
        <p:nvSpPr>
          <p:cNvPr id="7" name="Rounded Rectangular Callout 7">
            <a:extLst>
              <a:ext uri="{FF2B5EF4-FFF2-40B4-BE49-F238E27FC236}">
                <a16:creationId xmlns:a16="http://schemas.microsoft.com/office/drawing/2014/main" id="{59A1C51E-F70E-796C-455E-3498369C2B72}"/>
              </a:ext>
            </a:extLst>
          </p:cNvPr>
          <p:cNvSpPr/>
          <p:nvPr/>
        </p:nvSpPr>
        <p:spPr>
          <a:xfrm>
            <a:off x="8528111" y="2499355"/>
            <a:ext cx="2328413" cy="788968"/>
          </a:xfrm>
          <a:prstGeom prst="wedgeRoundRectCallout">
            <a:avLst>
              <a:gd name="adj1" fmla="val -27466"/>
              <a:gd name="adj2" fmla="val 125608"/>
              <a:gd name="adj3" fmla="val 16667"/>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2"/>
                </a:solidFill>
              </a:rPr>
              <a:t>Are there unacceptable numbers of duplicates, orphans or stale CIs?</a:t>
            </a:r>
          </a:p>
        </p:txBody>
      </p:sp>
      <p:sp>
        <p:nvSpPr>
          <p:cNvPr id="11" name="TextBox 10">
            <a:extLst>
              <a:ext uri="{FF2B5EF4-FFF2-40B4-BE49-F238E27FC236}">
                <a16:creationId xmlns:a16="http://schemas.microsoft.com/office/drawing/2014/main" id="{56600CC9-34D0-3F93-BCDE-50864E64AFE3}"/>
              </a:ext>
            </a:extLst>
          </p:cNvPr>
          <p:cNvSpPr txBox="1"/>
          <p:nvPr/>
        </p:nvSpPr>
        <p:spPr>
          <a:xfrm>
            <a:off x="411057" y="1814160"/>
            <a:ext cx="4023475" cy="3323987"/>
          </a:xfrm>
          <a:prstGeom prst="rect">
            <a:avLst/>
          </a:prstGeom>
          <a:noFill/>
        </p:spPr>
        <p:txBody>
          <a:bodyPr wrap="square">
            <a:spAutoFit/>
          </a:bodyPr>
          <a:lstStyle/>
          <a:p>
            <a:r>
              <a:rPr lang="en-GB" sz="1400" dirty="0">
                <a:solidFill>
                  <a:schemeClr val="accent6"/>
                </a:solidFill>
              </a:rPr>
              <a:t>Monitors and reports the health of the CMDB through key performance indicators (KPIs) and their sub-metrics:</a:t>
            </a:r>
            <a:br>
              <a:rPr lang="en-GB" sz="1400" dirty="0">
                <a:solidFill>
                  <a:schemeClr val="accent6"/>
                </a:solidFill>
              </a:rPr>
            </a:br>
            <a:endParaRPr lang="en-GB" sz="1400" dirty="0">
              <a:solidFill>
                <a:schemeClr val="accent6"/>
              </a:solidFill>
            </a:endParaRPr>
          </a:p>
          <a:p>
            <a:pPr marL="285750" indent="-285750">
              <a:buFont typeface="Arial" panose="020B0604020202020204" pitchFamily="34" charset="0"/>
              <a:buChar char="•"/>
            </a:pPr>
            <a:r>
              <a:rPr lang="en-GB" sz="1400" b="1" dirty="0">
                <a:solidFill>
                  <a:schemeClr val="accent6"/>
                </a:solidFill>
              </a:rPr>
              <a:t>Completeness</a:t>
            </a:r>
            <a:r>
              <a:rPr lang="en-GB" sz="1400" dirty="0">
                <a:solidFill>
                  <a:schemeClr val="accent6"/>
                </a:solidFill>
              </a:rPr>
              <a:t>: Checks for required and recommended fields in CIs that are unfilled</a:t>
            </a:r>
            <a:br>
              <a:rPr lang="en-GB" sz="1400" dirty="0">
                <a:solidFill>
                  <a:schemeClr val="accent6"/>
                </a:solidFill>
              </a:rPr>
            </a:br>
            <a:endParaRPr lang="en-GB" sz="1400" dirty="0">
              <a:solidFill>
                <a:schemeClr val="accent6"/>
              </a:solidFill>
            </a:endParaRPr>
          </a:p>
          <a:p>
            <a:pPr marL="285750" indent="-285750">
              <a:buFont typeface="Arial" panose="020B0604020202020204" pitchFamily="34" charset="0"/>
              <a:buChar char="•"/>
            </a:pPr>
            <a:r>
              <a:rPr lang="en-GB" sz="1400" b="1" dirty="0">
                <a:solidFill>
                  <a:schemeClr val="accent6"/>
                </a:solidFill>
              </a:rPr>
              <a:t>Correctness</a:t>
            </a:r>
            <a:r>
              <a:rPr lang="en-GB" sz="1400" dirty="0">
                <a:solidFill>
                  <a:schemeClr val="accent6"/>
                </a:solidFill>
              </a:rPr>
              <a:t>: Evaluates CIs against data integrity rules</a:t>
            </a:r>
            <a:br>
              <a:rPr lang="en-GB" sz="1400" dirty="0">
                <a:solidFill>
                  <a:schemeClr val="accent6"/>
                </a:solidFill>
              </a:rPr>
            </a:br>
            <a:endParaRPr lang="en-GB" sz="1400" dirty="0">
              <a:solidFill>
                <a:schemeClr val="accent6"/>
              </a:solidFill>
            </a:endParaRPr>
          </a:p>
          <a:p>
            <a:pPr marL="285750" indent="-285750">
              <a:buFont typeface="Arial" panose="020B0604020202020204" pitchFamily="34" charset="0"/>
              <a:buChar char="•"/>
            </a:pPr>
            <a:r>
              <a:rPr lang="en-GB" sz="1400" b="1" dirty="0">
                <a:solidFill>
                  <a:schemeClr val="accent6"/>
                </a:solidFill>
              </a:rPr>
              <a:t>Compliance</a:t>
            </a:r>
            <a:r>
              <a:rPr lang="en-GB" sz="1400" dirty="0">
                <a:solidFill>
                  <a:schemeClr val="accent6"/>
                </a:solidFill>
              </a:rPr>
              <a:t>: Audits CMDB data for adherence to established standards and certificates</a:t>
            </a:r>
            <a:br>
              <a:rPr lang="en-GB" sz="1400" dirty="0">
                <a:solidFill>
                  <a:schemeClr val="accent6"/>
                </a:solidFill>
              </a:rPr>
            </a:br>
            <a:endParaRPr lang="en-GB" sz="1400" dirty="0">
              <a:solidFill>
                <a:schemeClr val="accent6"/>
              </a:solidFill>
            </a:endParaRPr>
          </a:p>
          <a:p>
            <a:pPr marL="285750" indent="-285750">
              <a:buFont typeface="Arial" panose="020B0604020202020204" pitchFamily="34" charset="0"/>
              <a:buChar char="•"/>
            </a:pPr>
            <a:r>
              <a:rPr lang="en-GB" sz="1400" b="1" dirty="0">
                <a:solidFill>
                  <a:schemeClr val="accent6"/>
                </a:solidFill>
              </a:rPr>
              <a:t>Relationships</a:t>
            </a:r>
            <a:r>
              <a:rPr lang="en-GB" sz="1400" dirty="0">
                <a:solidFill>
                  <a:schemeClr val="accent6"/>
                </a:solidFill>
              </a:rPr>
              <a:t>: Assesses the integrity of CIs relationships</a:t>
            </a:r>
          </a:p>
        </p:txBody>
      </p:sp>
      <p:cxnSp>
        <p:nvCxnSpPr>
          <p:cNvPr id="12" name="Straight Connector 11">
            <a:extLst>
              <a:ext uri="{FF2B5EF4-FFF2-40B4-BE49-F238E27FC236}">
                <a16:creationId xmlns:a16="http://schemas.microsoft.com/office/drawing/2014/main" id="{B8C8C57E-DE5A-2C1E-B57C-6FE1AB2D1A92}"/>
              </a:ext>
            </a:extLst>
          </p:cNvPr>
          <p:cNvCxnSpPr>
            <a:cxnSpLocks/>
          </p:cNvCxnSpPr>
          <p:nvPr/>
        </p:nvCxnSpPr>
        <p:spPr>
          <a:xfrm>
            <a:off x="4574427" y="1600473"/>
            <a:ext cx="15049" cy="4208312"/>
          </a:xfrm>
          <a:prstGeom prst="line">
            <a:avLst/>
          </a:prstGeom>
          <a:ln w="9525">
            <a:solidFill>
              <a:srgbClr val="62D84E"/>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9B38C97-66FF-094D-71DE-07680918B93C}"/>
              </a:ext>
            </a:extLst>
          </p:cNvPr>
          <p:cNvSpPr/>
          <p:nvPr/>
        </p:nvSpPr>
        <p:spPr>
          <a:xfrm>
            <a:off x="11136313" y="2499355"/>
            <a:ext cx="841790" cy="329570"/>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solidFill>
                <a:schemeClr val="tx1"/>
              </a:solidFill>
            </a:endParaRPr>
          </a:p>
        </p:txBody>
      </p:sp>
      <p:sp>
        <p:nvSpPr>
          <p:cNvPr id="14" name="Rectangle 13">
            <a:extLst>
              <a:ext uri="{FF2B5EF4-FFF2-40B4-BE49-F238E27FC236}">
                <a16:creationId xmlns:a16="http://schemas.microsoft.com/office/drawing/2014/main" id="{A3B1110D-9E0C-9FFD-402D-30089B7C59B2}"/>
              </a:ext>
            </a:extLst>
          </p:cNvPr>
          <p:cNvSpPr/>
          <p:nvPr/>
        </p:nvSpPr>
        <p:spPr>
          <a:xfrm>
            <a:off x="6402389" y="2137405"/>
            <a:ext cx="542925" cy="224795"/>
          </a:xfrm>
          <a:prstGeom prst="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dirty="0">
              <a:solidFill>
                <a:schemeClr val="tx1"/>
              </a:solidFill>
            </a:endParaRPr>
          </a:p>
        </p:txBody>
      </p:sp>
      <p:sp>
        <p:nvSpPr>
          <p:cNvPr id="18" name="TextBox 17">
            <a:extLst>
              <a:ext uri="{FF2B5EF4-FFF2-40B4-BE49-F238E27FC236}">
                <a16:creationId xmlns:a16="http://schemas.microsoft.com/office/drawing/2014/main" id="{1845B81A-B05A-DDFC-FB9D-CA6DE1C6682B}"/>
              </a:ext>
            </a:extLst>
          </p:cNvPr>
          <p:cNvSpPr txBox="1"/>
          <p:nvPr/>
        </p:nvSpPr>
        <p:spPr>
          <a:xfrm>
            <a:off x="5074413" y="1675661"/>
            <a:ext cx="7116001" cy="276999"/>
          </a:xfrm>
          <a:prstGeom prst="rect">
            <a:avLst/>
          </a:prstGeom>
          <a:noFill/>
        </p:spPr>
        <p:txBody>
          <a:bodyPr wrap="square">
            <a:spAutoFit/>
          </a:bodyPr>
          <a:lstStyle/>
          <a:p>
            <a:r>
              <a:rPr lang="en-US" sz="1200" dirty="0">
                <a:solidFill>
                  <a:schemeClr val="bg1"/>
                </a:solidFill>
              </a:rPr>
              <a:t>CMDB Workspace v7.0 required for these features Upgrade Admin&gt;Application Manager</a:t>
            </a:r>
          </a:p>
        </p:txBody>
      </p:sp>
      <p:sp>
        <p:nvSpPr>
          <p:cNvPr id="4" name="Slide Number Placeholder 4">
            <a:extLst>
              <a:ext uri="{FF2B5EF4-FFF2-40B4-BE49-F238E27FC236}">
                <a16:creationId xmlns:a16="http://schemas.microsoft.com/office/drawing/2014/main" id="{0F40E6F4-D10E-EE9D-4A74-EB3A101645D2}"/>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14</a:t>
            </a:fld>
            <a:endParaRPr lang="en-US" altLang="zh-CN" dirty="0"/>
          </a:p>
        </p:txBody>
      </p:sp>
    </p:spTree>
    <p:extLst>
      <p:ext uri="{BB962C8B-B14F-4D97-AF65-F5344CB8AC3E}">
        <p14:creationId xmlns:p14="http://schemas.microsoft.com/office/powerpoint/2010/main" val="4033400075"/>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06D7-FA23-2AB5-DD64-35B07997C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FC3D1-72F9-6478-B45D-4FB9480A12DB}"/>
              </a:ext>
            </a:extLst>
          </p:cNvPr>
          <p:cNvSpPr>
            <a:spLocks noGrp="1"/>
          </p:cNvSpPr>
          <p:nvPr>
            <p:ph type="title"/>
          </p:nvPr>
        </p:nvSpPr>
        <p:spPr/>
        <p:txBody>
          <a:bodyPr/>
          <a:lstStyle/>
          <a:p>
            <a:r>
              <a:rPr lang="en-US" dirty="0">
                <a:solidFill>
                  <a:srgbClr val="FABE79"/>
                </a:solidFill>
              </a:rPr>
              <a:t>ServiceNow capabilities: </a:t>
            </a:r>
            <a:r>
              <a:rPr lang="en-US" sz="2800" dirty="0"/>
              <a:t>Data certification</a:t>
            </a:r>
          </a:p>
        </p:txBody>
      </p:sp>
      <p:sp>
        <p:nvSpPr>
          <p:cNvPr id="4" name="Text Placeholder 9">
            <a:extLst>
              <a:ext uri="{FF2B5EF4-FFF2-40B4-BE49-F238E27FC236}">
                <a16:creationId xmlns:a16="http://schemas.microsoft.com/office/drawing/2014/main" id="{373B6F51-C473-C6FD-9130-A009AD86C765}"/>
              </a:ext>
            </a:extLst>
          </p:cNvPr>
          <p:cNvSpPr txBox="1">
            <a:spLocks/>
          </p:cNvSpPr>
          <p:nvPr/>
        </p:nvSpPr>
        <p:spPr>
          <a:xfrm>
            <a:off x="838200" y="1888378"/>
            <a:ext cx="10137963" cy="101971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Data Certification manages scheduled and on-demand validations of the CMDB</a:t>
            </a:r>
          </a:p>
          <a:p>
            <a:endParaRPr lang="en-US" sz="1800" dirty="0"/>
          </a:p>
        </p:txBody>
      </p:sp>
      <p:pic>
        <p:nvPicPr>
          <p:cNvPr id="50" name="Image 49">
            <a:extLst>
              <a:ext uri="{FF2B5EF4-FFF2-40B4-BE49-F238E27FC236}">
                <a16:creationId xmlns:a16="http://schemas.microsoft.com/office/drawing/2014/main" id="{ECF92259-2839-8445-FB11-FD14C3876BEB}"/>
              </a:ext>
            </a:extLst>
          </p:cNvPr>
          <p:cNvPicPr>
            <a:picLocks noChangeAspect="1"/>
          </p:cNvPicPr>
          <p:nvPr/>
        </p:nvPicPr>
        <p:blipFill>
          <a:blip r:embed="rId3"/>
          <a:stretch>
            <a:fillRect/>
          </a:stretch>
        </p:blipFill>
        <p:spPr>
          <a:xfrm>
            <a:off x="1215837" y="2908089"/>
            <a:ext cx="1829055" cy="1790950"/>
          </a:xfrm>
          <a:prstGeom prst="rect">
            <a:avLst/>
          </a:prstGeom>
        </p:spPr>
      </p:pic>
      <p:pic>
        <p:nvPicPr>
          <p:cNvPr id="52" name="Image 51">
            <a:extLst>
              <a:ext uri="{FF2B5EF4-FFF2-40B4-BE49-F238E27FC236}">
                <a16:creationId xmlns:a16="http://schemas.microsoft.com/office/drawing/2014/main" id="{13259106-181C-791C-B5CB-B53552908636}"/>
              </a:ext>
            </a:extLst>
          </p:cNvPr>
          <p:cNvPicPr>
            <a:picLocks noChangeAspect="1"/>
          </p:cNvPicPr>
          <p:nvPr/>
        </p:nvPicPr>
        <p:blipFill>
          <a:blip r:embed="rId4"/>
          <a:stretch>
            <a:fillRect/>
          </a:stretch>
        </p:blipFill>
        <p:spPr>
          <a:xfrm>
            <a:off x="5056687" y="3245586"/>
            <a:ext cx="1543265" cy="1457528"/>
          </a:xfrm>
          <a:prstGeom prst="rect">
            <a:avLst/>
          </a:prstGeom>
        </p:spPr>
      </p:pic>
      <p:pic>
        <p:nvPicPr>
          <p:cNvPr id="54" name="Image 53">
            <a:extLst>
              <a:ext uri="{FF2B5EF4-FFF2-40B4-BE49-F238E27FC236}">
                <a16:creationId xmlns:a16="http://schemas.microsoft.com/office/drawing/2014/main" id="{24B0D443-707C-8A8C-4EB4-6FD1F79E4162}"/>
              </a:ext>
            </a:extLst>
          </p:cNvPr>
          <p:cNvPicPr>
            <a:picLocks noChangeAspect="1"/>
          </p:cNvPicPr>
          <p:nvPr/>
        </p:nvPicPr>
        <p:blipFill>
          <a:blip r:embed="rId5"/>
          <a:stretch>
            <a:fillRect/>
          </a:stretch>
        </p:blipFill>
        <p:spPr>
          <a:xfrm>
            <a:off x="8842368" y="2775365"/>
            <a:ext cx="1245658" cy="1923674"/>
          </a:xfrm>
          <a:prstGeom prst="rect">
            <a:avLst/>
          </a:prstGeom>
        </p:spPr>
      </p:pic>
      <p:sp>
        <p:nvSpPr>
          <p:cNvPr id="55" name="TextBox 10">
            <a:extLst>
              <a:ext uri="{FF2B5EF4-FFF2-40B4-BE49-F238E27FC236}">
                <a16:creationId xmlns:a16="http://schemas.microsoft.com/office/drawing/2014/main" id="{3679A575-4F53-49EB-A774-A3EF675A2D89}"/>
              </a:ext>
            </a:extLst>
          </p:cNvPr>
          <p:cNvSpPr txBox="1"/>
          <p:nvPr/>
        </p:nvSpPr>
        <p:spPr>
          <a:xfrm>
            <a:off x="838200" y="5008349"/>
            <a:ext cx="3021932" cy="830997"/>
          </a:xfrm>
          <a:prstGeom prst="rect">
            <a:avLst/>
          </a:prstGeom>
          <a:noFill/>
        </p:spPr>
        <p:txBody>
          <a:bodyPr wrap="square" rtlCol="0">
            <a:spAutoFit/>
          </a:bodyPr>
          <a:lstStyle/>
          <a:p>
            <a:pPr marL="285750" indent="-285750" defTabSz="457040">
              <a:buFont typeface="Arial" panose="020B0604020202020204" pitchFamily="34" charset="0"/>
              <a:buChar char="•"/>
              <a:defRPr/>
            </a:pPr>
            <a:r>
              <a:rPr lang="en-US" sz="1600" dirty="0">
                <a:solidFill>
                  <a:schemeClr val="accent6"/>
                </a:solidFill>
              </a:rPr>
              <a:t>Regulatory or procedure reason requires a check for accuracy and certification</a:t>
            </a:r>
          </a:p>
        </p:txBody>
      </p:sp>
      <p:sp>
        <p:nvSpPr>
          <p:cNvPr id="56" name="TextBox 10">
            <a:extLst>
              <a:ext uri="{FF2B5EF4-FFF2-40B4-BE49-F238E27FC236}">
                <a16:creationId xmlns:a16="http://schemas.microsoft.com/office/drawing/2014/main" id="{283618F5-EA86-0C66-883D-07FFEC3E8596}"/>
              </a:ext>
            </a:extLst>
          </p:cNvPr>
          <p:cNvSpPr txBox="1"/>
          <p:nvPr/>
        </p:nvSpPr>
        <p:spPr>
          <a:xfrm>
            <a:off x="4317354" y="5002536"/>
            <a:ext cx="3021932" cy="1600438"/>
          </a:xfrm>
          <a:prstGeom prst="rect">
            <a:avLst/>
          </a:prstGeom>
          <a:noFill/>
        </p:spPr>
        <p:txBody>
          <a:bodyPr wrap="square" rtlCol="0">
            <a:spAutoFit/>
          </a:bodyPr>
          <a:lstStyle/>
          <a:p>
            <a:pPr marL="285750" indent="-285750" defTabSz="457040">
              <a:buFont typeface="Arial" panose="020B0604020202020204" pitchFamily="34" charset="0"/>
              <a:buChar char="•"/>
              <a:defRPr/>
            </a:pPr>
            <a:r>
              <a:rPr lang="en-US" sz="1600" dirty="0">
                <a:solidFill>
                  <a:schemeClr val="accent6"/>
                </a:solidFill>
              </a:rPr>
              <a:t>Consumers of the data, for instance a service desk or support team member can trust they are using accurate information</a:t>
            </a:r>
          </a:p>
          <a:p>
            <a:pPr marL="285750" indent="-285750" defTabSz="457040">
              <a:buFont typeface="Arial" panose="020B0604020202020204" pitchFamily="34" charset="0"/>
              <a:buChar char="•"/>
              <a:defRPr/>
            </a:pPr>
            <a:endParaRPr lang="en-US" sz="1600" dirty="0">
              <a:solidFill>
                <a:schemeClr val="accent6"/>
              </a:solidFill>
            </a:endParaRPr>
          </a:p>
        </p:txBody>
      </p:sp>
      <p:sp>
        <p:nvSpPr>
          <p:cNvPr id="57" name="TextBox 10">
            <a:extLst>
              <a:ext uri="{FF2B5EF4-FFF2-40B4-BE49-F238E27FC236}">
                <a16:creationId xmlns:a16="http://schemas.microsoft.com/office/drawing/2014/main" id="{BEFC6A65-E816-224B-8EA0-1AF3F839A030}"/>
              </a:ext>
            </a:extLst>
          </p:cNvPr>
          <p:cNvSpPr txBox="1"/>
          <p:nvPr/>
        </p:nvSpPr>
        <p:spPr>
          <a:xfrm>
            <a:off x="7954231" y="5040612"/>
            <a:ext cx="3021932" cy="1107996"/>
          </a:xfrm>
          <a:prstGeom prst="rect">
            <a:avLst/>
          </a:prstGeom>
          <a:noFill/>
        </p:spPr>
        <p:txBody>
          <a:bodyPr wrap="square" rtlCol="0">
            <a:spAutoFit/>
          </a:bodyPr>
          <a:lstStyle/>
          <a:p>
            <a:pPr marL="285750" indent="-285750" defTabSz="457040">
              <a:buFont typeface="Arial" panose="020B0604020202020204" pitchFamily="34" charset="0"/>
              <a:buChar char="•"/>
              <a:defRPr/>
            </a:pPr>
            <a:r>
              <a:rPr lang="en-US" sz="1600" dirty="0">
                <a:solidFill>
                  <a:schemeClr val="accent6"/>
                </a:solidFill>
              </a:rPr>
              <a:t>Certify specific fields on specific tables, inspect what you expect</a:t>
            </a:r>
          </a:p>
          <a:p>
            <a:pPr marL="285750" indent="-285750" defTabSz="457040">
              <a:buFont typeface="Arial" panose="020B0604020202020204" pitchFamily="34" charset="0"/>
              <a:buChar char="•"/>
              <a:defRPr/>
            </a:pPr>
            <a:endParaRPr lang="en-US" sz="1600" dirty="0">
              <a:solidFill>
                <a:schemeClr val="accent6"/>
              </a:solidFill>
            </a:endParaRPr>
          </a:p>
        </p:txBody>
      </p:sp>
      <p:sp>
        <p:nvSpPr>
          <p:cNvPr id="5" name="Slide Number Placeholder 4">
            <a:extLst>
              <a:ext uri="{FF2B5EF4-FFF2-40B4-BE49-F238E27FC236}">
                <a16:creationId xmlns:a16="http://schemas.microsoft.com/office/drawing/2014/main" id="{977781B3-3E99-CAA8-D738-F780D1DC0A01}"/>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15</a:t>
            </a:fld>
            <a:endParaRPr lang="en-US" altLang="zh-CN" dirty="0"/>
          </a:p>
        </p:txBody>
      </p:sp>
    </p:spTree>
    <p:extLst>
      <p:ext uri="{BB962C8B-B14F-4D97-AF65-F5344CB8AC3E}">
        <p14:creationId xmlns:p14="http://schemas.microsoft.com/office/powerpoint/2010/main" val="774854633"/>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06D7-FA23-2AB5-DD64-35B07997C036}"/>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C3627D9B-1DCA-B273-2A01-C4E1148FF44C}"/>
              </a:ext>
            </a:extLst>
          </p:cNvPr>
          <p:cNvGraphicFramePr/>
          <p:nvPr>
            <p:extLst>
              <p:ext uri="{D42A27DB-BD31-4B8C-83A1-F6EECF244321}">
                <p14:modId xmlns:p14="http://schemas.microsoft.com/office/powerpoint/2010/main" val="103038093"/>
              </p:ext>
            </p:extLst>
          </p:nvPr>
        </p:nvGraphicFramePr>
        <p:xfrm>
          <a:off x="2566921" y="1690688"/>
          <a:ext cx="6736576" cy="46217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596FC3D1-72F9-6478-B45D-4FB9480A12DB}"/>
              </a:ext>
            </a:extLst>
          </p:cNvPr>
          <p:cNvSpPr>
            <a:spLocks noGrp="1"/>
          </p:cNvSpPr>
          <p:nvPr>
            <p:ph type="title"/>
          </p:nvPr>
        </p:nvSpPr>
        <p:spPr/>
        <p:txBody>
          <a:bodyPr/>
          <a:lstStyle/>
          <a:p>
            <a:r>
              <a:rPr lang="en-US" dirty="0">
                <a:solidFill>
                  <a:srgbClr val="FABE79"/>
                </a:solidFill>
              </a:rPr>
              <a:t>ServiceNow capabilities: </a:t>
            </a:r>
            <a:r>
              <a:rPr lang="en-US" sz="2800" dirty="0"/>
              <a:t>Data certification</a:t>
            </a:r>
          </a:p>
        </p:txBody>
      </p:sp>
      <p:sp>
        <p:nvSpPr>
          <p:cNvPr id="5" name="Slide Number Placeholder 4">
            <a:extLst>
              <a:ext uri="{FF2B5EF4-FFF2-40B4-BE49-F238E27FC236}">
                <a16:creationId xmlns:a16="http://schemas.microsoft.com/office/drawing/2014/main" id="{977781B3-3E99-CAA8-D738-F780D1DC0A01}"/>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16</a:t>
            </a:fld>
            <a:endParaRPr lang="en-US" altLang="zh-CN" dirty="0"/>
          </a:p>
        </p:txBody>
      </p:sp>
      <p:sp>
        <p:nvSpPr>
          <p:cNvPr id="6" name="TextBox 10">
            <a:extLst>
              <a:ext uri="{FF2B5EF4-FFF2-40B4-BE49-F238E27FC236}">
                <a16:creationId xmlns:a16="http://schemas.microsoft.com/office/drawing/2014/main" id="{525383D1-2971-41E1-48C8-F93AF53D6A57}"/>
              </a:ext>
            </a:extLst>
          </p:cNvPr>
          <p:cNvSpPr txBox="1"/>
          <p:nvPr/>
        </p:nvSpPr>
        <p:spPr>
          <a:xfrm>
            <a:off x="7156268" y="1964066"/>
            <a:ext cx="3021932" cy="830997"/>
          </a:xfrm>
          <a:prstGeom prst="rect">
            <a:avLst/>
          </a:prstGeom>
          <a:noFill/>
        </p:spPr>
        <p:txBody>
          <a:bodyPr wrap="square" rtlCol="0">
            <a:spAutoFit/>
          </a:bodyPr>
          <a:lstStyle/>
          <a:p>
            <a:pPr marL="285750" indent="-285750" defTabSz="457040">
              <a:buFont typeface="Arial" panose="020B0604020202020204" pitchFamily="34" charset="0"/>
              <a:buChar char="•"/>
              <a:defRPr/>
            </a:pPr>
            <a:r>
              <a:rPr lang="en-US" sz="1600" dirty="0">
                <a:solidFill>
                  <a:schemeClr val="accent6"/>
                </a:solidFill>
              </a:rPr>
              <a:t>Regulatory or procedure reason requires a check for accuracy and certification</a:t>
            </a:r>
          </a:p>
        </p:txBody>
      </p:sp>
      <p:sp>
        <p:nvSpPr>
          <p:cNvPr id="7" name="TextBox 10">
            <a:extLst>
              <a:ext uri="{FF2B5EF4-FFF2-40B4-BE49-F238E27FC236}">
                <a16:creationId xmlns:a16="http://schemas.microsoft.com/office/drawing/2014/main" id="{2FF5DB7E-863D-0559-0438-52D36FDDFDB5}"/>
              </a:ext>
            </a:extLst>
          </p:cNvPr>
          <p:cNvSpPr txBox="1"/>
          <p:nvPr/>
        </p:nvSpPr>
        <p:spPr>
          <a:xfrm>
            <a:off x="699685" y="3429000"/>
            <a:ext cx="3021932" cy="1600438"/>
          </a:xfrm>
          <a:prstGeom prst="rect">
            <a:avLst/>
          </a:prstGeom>
          <a:noFill/>
        </p:spPr>
        <p:txBody>
          <a:bodyPr wrap="square" rtlCol="0">
            <a:spAutoFit/>
          </a:bodyPr>
          <a:lstStyle/>
          <a:p>
            <a:pPr marL="285750" indent="-285750" defTabSz="457040">
              <a:buFont typeface="Arial" panose="020B0604020202020204" pitchFamily="34" charset="0"/>
              <a:buChar char="•"/>
              <a:defRPr/>
            </a:pPr>
            <a:r>
              <a:rPr lang="en-US" sz="1600" dirty="0">
                <a:solidFill>
                  <a:schemeClr val="accent6"/>
                </a:solidFill>
              </a:rPr>
              <a:t>Consumers of the data, for instance a service desk or support team member can trust they are using accurate information</a:t>
            </a:r>
          </a:p>
          <a:p>
            <a:pPr marL="285750" indent="-285750" defTabSz="457040">
              <a:buFont typeface="Arial" panose="020B0604020202020204" pitchFamily="34" charset="0"/>
              <a:buChar char="•"/>
              <a:defRPr/>
            </a:pPr>
            <a:endParaRPr lang="en-US" sz="1600" dirty="0">
              <a:solidFill>
                <a:schemeClr val="accent6"/>
              </a:solidFill>
            </a:endParaRPr>
          </a:p>
        </p:txBody>
      </p:sp>
      <p:sp>
        <p:nvSpPr>
          <p:cNvPr id="8" name="TextBox 10">
            <a:extLst>
              <a:ext uri="{FF2B5EF4-FFF2-40B4-BE49-F238E27FC236}">
                <a16:creationId xmlns:a16="http://schemas.microsoft.com/office/drawing/2014/main" id="{C5C1937C-8B97-D432-8B99-FC3823ED90AA}"/>
              </a:ext>
            </a:extLst>
          </p:cNvPr>
          <p:cNvSpPr txBox="1"/>
          <p:nvPr/>
        </p:nvSpPr>
        <p:spPr>
          <a:xfrm>
            <a:off x="9085505" y="5029438"/>
            <a:ext cx="3021932" cy="1107996"/>
          </a:xfrm>
          <a:prstGeom prst="rect">
            <a:avLst/>
          </a:prstGeom>
          <a:noFill/>
        </p:spPr>
        <p:txBody>
          <a:bodyPr wrap="square" rtlCol="0">
            <a:spAutoFit/>
          </a:bodyPr>
          <a:lstStyle/>
          <a:p>
            <a:pPr marL="285750" indent="-285750" defTabSz="457040">
              <a:buFont typeface="Arial" panose="020B0604020202020204" pitchFamily="34" charset="0"/>
              <a:buChar char="•"/>
              <a:defRPr/>
            </a:pPr>
            <a:r>
              <a:rPr lang="en-US" sz="1600" dirty="0">
                <a:solidFill>
                  <a:schemeClr val="accent6"/>
                </a:solidFill>
              </a:rPr>
              <a:t>Certify specific fields on specific tables, inspect what you expect</a:t>
            </a:r>
          </a:p>
          <a:p>
            <a:pPr marL="285750" indent="-285750" defTabSz="457040">
              <a:buFont typeface="Arial" panose="020B0604020202020204" pitchFamily="34" charset="0"/>
              <a:buChar char="•"/>
              <a:defRPr/>
            </a:pPr>
            <a:endParaRPr lang="en-US" sz="1600" dirty="0">
              <a:solidFill>
                <a:schemeClr val="accent6"/>
              </a:solidFill>
            </a:endParaRPr>
          </a:p>
        </p:txBody>
      </p:sp>
      <p:sp>
        <p:nvSpPr>
          <p:cNvPr id="9" name="Text Placeholder 9">
            <a:extLst>
              <a:ext uri="{FF2B5EF4-FFF2-40B4-BE49-F238E27FC236}">
                <a16:creationId xmlns:a16="http://schemas.microsoft.com/office/drawing/2014/main" id="{C6E52FCE-CD68-6623-F29E-0E158EF135C6}"/>
              </a:ext>
            </a:extLst>
          </p:cNvPr>
          <p:cNvSpPr txBox="1">
            <a:spLocks/>
          </p:cNvSpPr>
          <p:nvPr/>
        </p:nvSpPr>
        <p:spPr>
          <a:xfrm>
            <a:off x="838200" y="1759029"/>
            <a:ext cx="3243349" cy="1665674"/>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Data Certification manages scheduled and on-demand validations of the CMDB</a:t>
            </a:r>
          </a:p>
          <a:p>
            <a:endParaRPr lang="en-US" sz="1800" dirty="0"/>
          </a:p>
        </p:txBody>
      </p:sp>
    </p:spTree>
    <p:extLst>
      <p:ext uri="{BB962C8B-B14F-4D97-AF65-F5344CB8AC3E}">
        <p14:creationId xmlns:p14="http://schemas.microsoft.com/office/powerpoint/2010/main" val="409567794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06D7-FA23-2AB5-DD64-35B07997C036}"/>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AFA53EC5-A4FC-AB18-DD59-AF0A2440887F}"/>
              </a:ext>
            </a:extLst>
          </p:cNvPr>
          <p:cNvGraphicFramePr/>
          <p:nvPr>
            <p:extLst>
              <p:ext uri="{D42A27DB-BD31-4B8C-83A1-F6EECF244321}">
                <p14:modId xmlns:p14="http://schemas.microsoft.com/office/powerpoint/2010/main" val="1335366102"/>
              </p:ext>
            </p:extLst>
          </p:nvPr>
        </p:nvGraphicFramePr>
        <p:xfrm>
          <a:off x="997831" y="1466395"/>
          <a:ext cx="6562696" cy="50822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596FC3D1-72F9-6478-B45D-4FB9480A12DB}"/>
              </a:ext>
            </a:extLst>
          </p:cNvPr>
          <p:cNvSpPr>
            <a:spLocks noGrp="1"/>
          </p:cNvSpPr>
          <p:nvPr>
            <p:ph type="title"/>
          </p:nvPr>
        </p:nvSpPr>
        <p:spPr>
          <a:xfrm>
            <a:off x="768535" y="309369"/>
            <a:ext cx="10425634" cy="1325563"/>
          </a:xfrm>
        </p:spPr>
        <p:txBody>
          <a:bodyPr/>
          <a:lstStyle/>
          <a:p>
            <a:r>
              <a:rPr lang="en-US" dirty="0">
                <a:solidFill>
                  <a:srgbClr val="FABE79"/>
                </a:solidFill>
              </a:rPr>
              <a:t>ServiceNow capabilities: </a:t>
            </a:r>
            <a:r>
              <a:rPr lang="en-US" sz="2800" dirty="0"/>
              <a:t>Data certification</a:t>
            </a:r>
          </a:p>
        </p:txBody>
      </p:sp>
      <p:sp>
        <p:nvSpPr>
          <p:cNvPr id="4" name="Text Placeholder 9">
            <a:extLst>
              <a:ext uri="{FF2B5EF4-FFF2-40B4-BE49-F238E27FC236}">
                <a16:creationId xmlns:a16="http://schemas.microsoft.com/office/drawing/2014/main" id="{373B6F51-C473-C6FD-9130-A009AD86C765}"/>
              </a:ext>
            </a:extLst>
          </p:cNvPr>
          <p:cNvSpPr txBox="1">
            <a:spLocks/>
          </p:cNvSpPr>
          <p:nvPr/>
        </p:nvSpPr>
        <p:spPr>
          <a:xfrm>
            <a:off x="7950820" y="3258944"/>
            <a:ext cx="3243349" cy="1665674"/>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400" b="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Data Certification manages scheduled and on-demand validations of the CMDB</a:t>
            </a:r>
          </a:p>
          <a:p>
            <a:endParaRPr lang="en-US" sz="1800" dirty="0"/>
          </a:p>
        </p:txBody>
      </p:sp>
      <p:sp>
        <p:nvSpPr>
          <p:cNvPr id="5" name="Slide Number Placeholder 4">
            <a:extLst>
              <a:ext uri="{FF2B5EF4-FFF2-40B4-BE49-F238E27FC236}">
                <a16:creationId xmlns:a16="http://schemas.microsoft.com/office/drawing/2014/main" id="{977781B3-3E99-CAA8-D738-F780D1DC0A01}"/>
              </a:ext>
            </a:extLst>
          </p:cNvPr>
          <p:cNvSpPr txBox="1">
            <a:spLocks/>
          </p:cNvSpPr>
          <p:nvPr/>
        </p:nvSpPr>
        <p:spPr>
          <a:xfrm>
            <a:off x="11194169" y="6217920"/>
            <a:ext cx="458592" cy="365125"/>
          </a:xfrm>
          <a:prstGeom prst="rect">
            <a:avLst/>
          </a:prstGeom>
        </p:spPr>
        <p:txBody>
          <a:bodyPr vert="horz" lIns="91440" tIns="45720" rIns="91440" bIns="45720" rtlCol="0" anchor="ctr">
            <a:noAutofit/>
          </a:bodyPr>
          <a:lstStyle>
            <a:defPPr>
              <a:defRPr lang="zh-CN"/>
            </a:defPPr>
            <a:lvl1pPr marL="0" algn="ctr"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pPr/>
              <a:t>17</a:t>
            </a:fld>
            <a:endParaRPr lang="en-US" altLang="zh-CN" dirty="0"/>
          </a:p>
        </p:txBody>
      </p:sp>
    </p:spTree>
    <p:extLst>
      <p:ext uri="{BB962C8B-B14F-4D97-AF65-F5344CB8AC3E}">
        <p14:creationId xmlns:p14="http://schemas.microsoft.com/office/powerpoint/2010/main" val="3978857104"/>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Placeholder 5">
            <a:extLst>
              <a:ext uri="{FF2B5EF4-FFF2-40B4-BE49-F238E27FC236}">
                <a16:creationId xmlns:a16="http://schemas.microsoft.com/office/drawing/2014/main" id="{55CB75FE-60FA-FDCF-5EAD-369243F7C75C}"/>
              </a:ext>
            </a:extLst>
          </p:cNvPr>
          <p:cNvSpPr>
            <a:spLocks noGrp="1"/>
          </p:cNvSpPr>
          <p:nvPr>
            <p:ph type="body" sz="quarter" idx="27"/>
          </p:nvPr>
        </p:nvSpPr>
        <p:spPr>
          <a:xfrm>
            <a:off x="1932113" y="4381613"/>
            <a:ext cx="1877575" cy="506399"/>
          </a:xfrm>
        </p:spPr>
        <p:txBody>
          <a:bodyPr>
            <a:normAutofit/>
          </a:bodyPr>
          <a:lstStyle/>
          <a:p>
            <a:pPr>
              <a:lnSpc>
                <a:spcPct val="90000"/>
              </a:lnSpc>
            </a:pPr>
            <a:r>
              <a:rPr lang="en-US" dirty="0"/>
              <a:t>Crawl</a:t>
            </a:r>
          </a:p>
        </p:txBody>
      </p:sp>
      <p:sp>
        <p:nvSpPr>
          <p:cNvPr id="39" name="Text Placeholder 2">
            <a:extLst>
              <a:ext uri="{FF2B5EF4-FFF2-40B4-BE49-F238E27FC236}">
                <a16:creationId xmlns:a16="http://schemas.microsoft.com/office/drawing/2014/main" id="{E519F29F-FF44-2B07-158A-30D3D06F4840}"/>
              </a:ext>
            </a:extLst>
          </p:cNvPr>
          <p:cNvSpPr>
            <a:spLocks noGrp="1"/>
          </p:cNvSpPr>
          <p:nvPr>
            <p:ph type="body" sz="quarter" idx="28"/>
          </p:nvPr>
        </p:nvSpPr>
        <p:spPr>
          <a:xfrm>
            <a:off x="2022970" y="4972779"/>
            <a:ext cx="1691687" cy="811178"/>
          </a:xfrm>
        </p:spPr>
        <p:txBody>
          <a:bodyPr/>
          <a:lstStyle/>
          <a:p>
            <a:r>
              <a:rPr lang="en-US" sz="1400" dirty="0"/>
              <a:t>Foundation &amp; Data Cleansing</a:t>
            </a:r>
            <a:endParaRPr lang="en-US" dirty="0"/>
          </a:p>
        </p:txBody>
      </p:sp>
      <p:sp>
        <p:nvSpPr>
          <p:cNvPr id="28" name="Text Placeholder 1">
            <a:extLst>
              <a:ext uri="{FF2B5EF4-FFF2-40B4-BE49-F238E27FC236}">
                <a16:creationId xmlns:a16="http://schemas.microsoft.com/office/drawing/2014/main" id="{93C46E0A-040B-0010-83B5-AFB920119383}"/>
              </a:ext>
            </a:extLst>
          </p:cNvPr>
          <p:cNvSpPr>
            <a:spLocks noGrp="1"/>
          </p:cNvSpPr>
          <p:nvPr>
            <p:ph type="body" sz="quarter" idx="49"/>
          </p:nvPr>
        </p:nvSpPr>
        <p:spPr>
          <a:xfrm>
            <a:off x="3998657" y="4381613"/>
            <a:ext cx="1877575" cy="506399"/>
          </a:xfrm>
        </p:spPr>
        <p:txBody>
          <a:bodyPr>
            <a:normAutofit/>
          </a:bodyPr>
          <a:lstStyle/>
          <a:p>
            <a:pPr>
              <a:lnSpc>
                <a:spcPct val="90000"/>
              </a:lnSpc>
            </a:pPr>
            <a:r>
              <a:rPr lang="en-US" dirty="0"/>
              <a:t>Walk</a:t>
            </a:r>
          </a:p>
        </p:txBody>
      </p:sp>
      <p:sp>
        <p:nvSpPr>
          <p:cNvPr id="41" name="Text Placeholder 4">
            <a:extLst>
              <a:ext uri="{FF2B5EF4-FFF2-40B4-BE49-F238E27FC236}">
                <a16:creationId xmlns:a16="http://schemas.microsoft.com/office/drawing/2014/main" id="{7BE88DA5-188A-32F1-BF1C-1AD6A6E7D8E6}"/>
              </a:ext>
            </a:extLst>
          </p:cNvPr>
          <p:cNvSpPr>
            <a:spLocks noGrp="1"/>
          </p:cNvSpPr>
          <p:nvPr>
            <p:ph type="body" sz="quarter" idx="50"/>
          </p:nvPr>
        </p:nvSpPr>
        <p:spPr>
          <a:xfrm>
            <a:off x="4089514" y="4972779"/>
            <a:ext cx="1691687" cy="811178"/>
          </a:xfrm>
        </p:spPr>
        <p:txBody>
          <a:bodyPr/>
          <a:lstStyle/>
          <a:p>
            <a:r>
              <a:rPr lang="en-US" b="0" dirty="0"/>
              <a:t>Automate discovery &amp; enforce governance</a:t>
            </a:r>
            <a:endParaRPr lang="en-US" dirty="0"/>
          </a:p>
        </p:txBody>
      </p:sp>
      <p:sp>
        <p:nvSpPr>
          <p:cNvPr id="43" name="Text Placeholder 5">
            <a:extLst>
              <a:ext uri="{FF2B5EF4-FFF2-40B4-BE49-F238E27FC236}">
                <a16:creationId xmlns:a16="http://schemas.microsoft.com/office/drawing/2014/main" id="{1AC25067-9D8E-741E-D206-8C231C9037BA}"/>
              </a:ext>
            </a:extLst>
          </p:cNvPr>
          <p:cNvSpPr>
            <a:spLocks noGrp="1"/>
          </p:cNvSpPr>
          <p:nvPr>
            <p:ph type="body" sz="quarter" idx="51"/>
          </p:nvPr>
        </p:nvSpPr>
        <p:spPr>
          <a:xfrm>
            <a:off x="6184241" y="4381613"/>
            <a:ext cx="1877575" cy="506399"/>
          </a:xfrm>
        </p:spPr>
        <p:txBody>
          <a:bodyPr/>
          <a:lstStyle/>
          <a:p>
            <a:pPr>
              <a:lnSpc>
                <a:spcPct val="90000"/>
              </a:lnSpc>
            </a:pPr>
            <a:r>
              <a:rPr lang="en-US" dirty="0"/>
              <a:t>Run</a:t>
            </a:r>
            <a:endParaRPr lang="en-US" sz="1800" dirty="0"/>
          </a:p>
        </p:txBody>
      </p:sp>
      <p:sp>
        <p:nvSpPr>
          <p:cNvPr id="45" name="Text Placeholder 6">
            <a:extLst>
              <a:ext uri="{FF2B5EF4-FFF2-40B4-BE49-F238E27FC236}">
                <a16:creationId xmlns:a16="http://schemas.microsoft.com/office/drawing/2014/main" id="{80514965-868B-BE15-C6C3-74F80BD6990F}"/>
              </a:ext>
            </a:extLst>
          </p:cNvPr>
          <p:cNvSpPr>
            <a:spLocks noGrp="1"/>
          </p:cNvSpPr>
          <p:nvPr>
            <p:ph type="body" sz="quarter" idx="52"/>
          </p:nvPr>
        </p:nvSpPr>
        <p:spPr>
          <a:xfrm>
            <a:off x="6275098" y="4972779"/>
            <a:ext cx="1691687" cy="811178"/>
          </a:xfrm>
        </p:spPr>
        <p:txBody>
          <a:bodyPr/>
          <a:lstStyle/>
          <a:p>
            <a:r>
              <a:rPr lang="en-US" b="0" dirty="0"/>
              <a:t>Optimization &amp; ITOM Integration</a:t>
            </a:r>
            <a:endParaRPr lang="en-US" dirty="0"/>
          </a:p>
        </p:txBody>
      </p:sp>
      <p:sp>
        <p:nvSpPr>
          <p:cNvPr id="47" name="Text Placeholder 7">
            <a:extLst>
              <a:ext uri="{FF2B5EF4-FFF2-40B4-BE49-F238E27FC236}">
                <a16:creationId xmlns:a16="http://schemas.microsoft.com/office/drawing/2014/main" id="{B88F392F-AAAF-425C-425D-09BCC0183769}"/>
              </a:ext>
            </a:extLst>
          </p:cNvPr>
          <p:cNvSpPr>
            <a:spLocks noGrp="1"/>
          </p:cNvSpPr>
          <p:nvPr>
            <p:ph type="body" sz="quarter" idx="53"/>
          </p:nvPr>
        </p:nvSpPr>
        <p:spPr>
          <a:xfrm>
            <a:off x="8369825" y="4381613"/>
            <a:ext cx="1877575" cy="506399"/>
          </a:xfrm>
        </p:spPr>
        <p:txBody>
          <a:bodyPr/>
          <a:lstStyle/>
          <a:p>
            <a:pPr>
              <a:lnSpc>
                <a:spcPct val="90000"/>
              </a:lnSpc>
            </a:pPr>
            <a:r>
              <a:rPr lang="en-US" dirty="0"/>
              <a:t>Fly</a:t>
            </a:r>
            <a:endParaRPr lang="en-US" sz="1800" dirty="0"/>
          </a:p>
        </p:txBody>
      </p:sp>
      <p:sp>
        <p:nvSpPr>
          <p:cNvPr id="49" name="Text Placeholder 8">
            <a:extLst>
              <a:ext uri="{FF2B5EF4-FFF2-40B4-BE49-F238E27FC236}">
                <a16:creationId xmlns:a16="http://schemas.microsoft.com/office/drawing/2014/main" id="{5220D285-2F19-2131-7390-AC6C042B70EB}"/>
              </a:ext>
            </a:extLst>
          </p:cNvPr>
          <p:cNvSpPr>
            <a:spLocks noGrp="1"/>
          </p:cNvSpPr>
          <p:nvPr>
            <p:ph type="body" sz="quarter" idx="54"/>
          </p:nvPr>
        </p:nvSpPr>
        <p:spPr>
          <a:xfrm>
            <a:off x="8460682" y="4972779"/>
            <a:ext cx="1691687" cy="811178"/>
          </a:xfrm>
        </p:spPr>
        <p:txBody>
          <a:bodyPr/>
          <a:lstStyle/>
          <a:p>
            <a:r>
              <a:rPr lang="en-US" b="0" dirty="0"/>
              <a:t>Full Maturity &amp; AI-driven Insights</a:t>
            </a:r>
            <a:endParaRPr lang="en-US" dirty="0"/>
          </a:p>
        </p:txBody>
      </p:sp>
      <p:pic>
        <p:nvPicPr>
          <p:cNvPr id="2" name="Picture Placeholder 13" descr="Badge 1 with solid fill">
            <a:extLst>
              <a:ext uri="{FF2B5EF4-FFF2-40B4-BE49-F238E27FC236}">
                <a16:creationId xmlns:a16="http://schemas.microsoft.com/office/drawing/2014/main" id="{F76FA26C-A967-35AE-8835-057754B0AF4C}"/>
              </a:ext>
            </a:extLst>
          </p:cNvPr>
          <p:cNvPicPr>
            <a:picLocks noGrp="1" noChangeAspect="1"/>
          </p:cNvPicPr>
          <p:nvPr>
            <p:ph type="pic" sz="quarter" idx="57"/>
          </p:nvPr>
        </p:nvPicPr>
        <p:blipFill>
          <a:blip r:embed="rId3">
            <a:extLst>
              <a:ext uri="{96DAC541-7B7A-43D3-8B79-37D633B846F1}">
                <asvg:svgBlip xmlns:asvg="http://schemas.microsoft.com/office/drawing/2016/SVG/main" r:embed="rId4"/>
              </a:ext>
            </a:extLst>
          </a:blip>
          <a:srcRect l="5948" r="5948"/>
          <a:stretch/>
        </p:blipFill>
        <p:spPr>
          <a:xfrm>
            <a:off x="1932113" y="2089375"/>
            <a:ext cx="1621032" cy="1839907"/>
          </a:xfrm>
        </p:spPr>
      </p:pic>
      <p:sp>
        <p:nvSpPr>
          <p:cNvPr id="21" name="Title 3">
            <a:extLst>
              <a:ext uri="{FF2B5EF4-FFF2-40B4-BE49-F238E27FC236}">
                <a16:creationId xmlns:a16="http://schemas.microsoft.com/office/drawing/2014/main" id="{D254EE33-BF05-7EAC-AD31-EC04460C5EA1}"/>
              </a:ext>
            </a:extLst>
          </p:cNvPr>
          <p:cNvSpPr>
            <a:spLocks noGrp="1"/>
          </p:cNvSpPr>
          <p:nvPr>
            <p:ph type="title"/>
          </p:nvPr>
        </p:nvSpPr>
        <p:spPr>
          <a:xfrm>
            <a:off x="838200" y="365125"/>
            <a:ext cx="10515600" cy="1325563"/>
          </a:xfrm>
        </p:spPr>
        <p:txBody>
          <a:bodyPr anchor="ctr">
            <a:normAutofit/>
          </a:bodyPr>
          <a:lstStyle/>
          <a:p>
            <a:r>
              <a:rPr lang="en-US" b="1" kern="1200" dirty="0">
                <a:latin typeface="+mj-lt"/>
                <a:ea typeface="+mj-ea"/>
                <a:cs typeface="+mj-cs"/>
              </a:rPr>
              <a:t>CMDB Project Overview – Steps</a:t>
            </a:r>
            <a:endParaRPr lang="en-US" dirty="0"/>
          </a:p>
        </p:txBody>
      </p:sp>
      <p:sp>
        <p:nvSpPr>
          <p:cNvPr id="12" name="Slide Number Placeholder 11">
            <a:extLst>
              <a:ext uri="{FF2B5EF4-FFF2-40B4-BE49-F238E27FC236}">
                <a16:creationId xmlns:a16="http://schemas.microsoft.com/office/drawing/2014/main" id="{39631633-041E-1A07-6D52-4076DA2281BA}"/>
              </a:ext>
            </a:extLst>
          </p:cNvPr>
          <p:cNvSpPr>
            <a:spLocks noGrp="1"/>
          </p:cNvSpPr>
          <p:nvPr>
            <p:ph type="sldNum" sz="quarter" idx="63"/>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18</a:t>
            </a:fld>
            <a:endParaRPr lang="en-US" altLang="zh-CN"/>
          </a:p>
        </p:txBody>
      </p:sp>
      <p:pic>
        <p:nvPicPr>
          <p:cNvPr id="3" name="Picture Placeholder 13" descr="Badge with solid fill">
            <a:extLst>
              <a:ext uri="{FF2B5EF4-FFF2-40B4-BE49-F238E27FC236}">
                <a16:creationId xmlns:a16="http://schemas.microsoft.com/office/drawing/2014/main" id="{C9F5FF92-E9A9-8D51-4046-7AC7D5D15CA2}"/>
              </a:ext>
            </a:extLst>
          </p:cNvPr>
          <p:cNvPicPr>
            <a:picLocks noGrp="1" noChangeAspect="1"/>
          </p:cNvPicPr>
          <p:nvPr>
            <p:ph type="pic" sz="quarter" idx="58"/>
          </p:nvPr>
        </p:nvPicPr>
        <p:blipFill>
          <a:blip r:embed="rId5">
            <a:extLst>
              <a:ext uri="{96DAC541-7B7A-43D3-8B79-37D633B846F1}">
                <asvg:svgBlip xmlns:asvg="http://schemas.microsoft.com/office/drawing/2016/SVG/main" r:embed="rId6"/>
              </a:ext>
            </a:extLst>
          </a:blip>
          <a:srcRect l="5991" r="5991"/>
          <a:stretch/>
        </p:blipFill>
        <p:spPr>
          <a:xfrm>
            <a:off x="3998657" y="2087782"/>
            <a:ext cx="1620837" cy="1841500"/>
          </a:xfrm>
        </p:spPr>
      </p:pic>
      <p:pic>
        <p:nvPicPr>
          <p:cNvPr id="4" name="Picture Placeholder 13" descr="Badge 3 with solid fill">
            <a:extLst>
              <a:ext uri="{FF2B5EF4-FFF2-40B4-BE49-F238E27FC236}">
                <a16:creationId xmlns:a16="http://schemas.microsoft.com/office/drawing/2014/main" id="{2C15B147-3FC6-D0AC-274B-06BB468C91FD}"/>
              </a:ext>
            </a:extLst>
          </p:cNvPr>
          <p:cNvPicPr>
            <a:picLocks noGrp="1" noChangeAspect="1"/>
          </p:cNvPicPr>
          <p:nvPr>
            <p:ph type="pic" sz="quarter" idx="59"/>
          </p:nvPr>
        </p:nvPicPr>
        <p:blipFill>
          <a:blip r:embed="rId7">
            <a:extLst>
              <a:ext uri="{96DAC541-7B7A-43D3-8B79-37D633B846F1}">
                <asvg:svgBlip xmlns:asvg="http://schemas.microsoft.com/office/drawing/2016/SVG/main" r:embed="rId8"/>
              </a:ext>
            </a:extLst>
          </a:blip>
          <a:srcRect l="5991" r="5991"/>
          <a:stretch/>
        </p:blipFill>
        <p:spPr>
          <a:xfrm>
            <a:off x="6058090" y="2087782"/>
            <a:ext cx="1620838" cy="1841500"/>
          </a:xfrm>
        </p:spPr>
      </p:pic>
      <p:pic>
        <p:nvPicPr>
          <p:cNvPr id="5" name="Picture Placeholder 13" descr="Badge 4 with solid fill">
            <a:extLst>
              <a:ext uri="{FF2B5EF4-FFF2-40B4-BE49-F238E27FC236}">
                <a16:creationId xmlns:a16="http://schemas.microsoft.com/office/drawing/2014/main" id="{0436E252-E84C-1909-951A-1F6291F4AAEB}"/>
              </a:ext>
            </a:extLst>
          </p:cNvPr>
          <p:cNvPicPr>
            <a:picLocks noGrp="1" noChangeAspect="1"/>
          </p:cNvPicPr>
          <p:nvPr>
            <p:ph type="pic" sz="quarter" idx="60"/>
          </p:nvPr>
        </p:nvPicPr>
        <p:blipFill>
          <a:blip r:embed="rId9">
            <a:extLst>
              <a:ext uri="{96DAC541-7B7A-43D3-8B79-37D633B846F1}">
                <asvg:svgBlip xmlns:asvg="http://schemas.microsoft.com/office/drawing/2016/SVG/main" r:embed="rId10"/>
              </a:ext>
            </a:extLst>
          </a:blip>
          <a:srcRect l="5948" r="5948"/>
          <a:stretch/>
        </p:blipFill>
        <p:spPr>
          <a:xfrm>
            <a:off x="8117524" y="2087782"/>
            <a:ext cx="1622425" cy="1841500"/>
          </a:xfrm>
        </p:spPr>
      </p:pic>
    </p:spTree>
    <p:extLst>
      <p:ext uri="{BB962C8B-B14F-4D97-AF65-F5344CB8AC3E}">
        <p14:creationId xmlns:p14="http://schemas.microsoft.com/office/powerpoint/2010/main" val="2274411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1">
            <a:extLst>
              <a:ext uri="{FF2B5EF4-FFF2-40B4-BE49-F238E27FC236}">
                <a16:creationId xmlns:a16="http://schemas.microsoft.com/office/drawing/2014/main" id="{93C46E0A-040B-0010-83B5-AFB920119383}"/>
              </a:ext>
            </a:extLst>
          </p:cNvPr>
          <p:cNvSpPr>
            <a:spLocks noGrp="1"/>
          </p:cNvSpPr>
          <p:nvPr>
            <p:ph type="body" sz="quarter" idx="27"/>
          </p:nvPr>
        </p:nvSpPr>
        <p:spPr>
          <a:xfrm>
            <a:off x="4656087" y="3016442"/>
            <a:ext cx="4574246" cy="3201478"/>
          </a:xfrm>
        </p:spPr>
        <p:txBody>
          <a:bodyPr/>
          <a:lstStyle/>
          <a:p>
            <a:pPr marL="285750" indent="-285750">
              <a:buFont typeface="Wingdings" panose="05000000000000000000" pitchFamily="2" charset="2"/>
              <a:buChar char="Ø"/>
            </a:pPr>
            <a:r>
              <a:rPr lang="en-US" sz="1800" b="0" dirty="0"/>
              <a:t>Establish CMDB baseline by cleaning and normalizing existing CI data</a:t>
            </a:r>
          </a:p>
          <a:p>
            <a:endParaRPr lang="en-US" sz="1800" b="0" dirty="0"/>
          </a:p>
          <a:p>
            <a:pPr marL="285750" indent="-285750">
              <a:buFont typeface="Wingdings" panose="05000000000000000000" pitchFamily="2" charset="2"/>
              <a:buChar char="Ø"/>
            </a:pPr>
            <a:r>
              <a:rPr lang="en-US" sz="1800" b="0" dirty="0"/>
              <a:t>Align data structure with CSDM to ensure proper classification of applications and services</a:t>
            </a:r>
          </a:p>
          <a:p>
            <a:pPr marL="285750" indent="-285750">
              <a:buFont typeface="Wingdings" panose="05000000000000000000" pitchFamily="2" charset="2"/>
              <a:buChar char="Ø"/>
            </a:pPr>
            <a:endParaRPr lang="en-US" sz="1800" b="0" dirty="0"/>
          </a:p>
        </p:txBody>
      </p:sp>
      <p:sp>
        <p:nvSpPr>
          <p:cNvPr id="21" name="Title 3">
            <a:extLst>
              <a:ext uri="{FF2B5EF4-FFF2-40B4-BE49-F238E27FC236}">
                <a16:creationId xmlns:a16="http://schemas.microsoft.com/office/drawing/2014/main" id="{D254EE33-BF05-7EAC-AD31-EC04460C5EA1}"/>
              </a:ext>
            </a:extLst>
          </p:cNvPr>
          <p:cNvSpPr>
            <a:spLocks noGrp="1"/>
          </p:cNvSpPr>
          <p:nvPr>
            <p:ph type="title"/>
          </p:nvPr>
        </p:nvSpPr>
        <p:spPr>
          <a:xfrm>
            <a:off x="4550704" y="1690878"/>
            <a:ext cx="6599429" cy="1325563"/>
          </a:xfrm>
        </p:spPr>
        <p:txBody>
          <a:bodyPr anchor="b">
            <a:normAutofit/>
          </a:bodyPr>
          <a:lstStyle/>
          <a:p>
            <a:r>
              <a:rPr lang="en-US" sz="5400" dirty="0">
                <a:solidFill>
                  <a:srgbClr val="FABE79"/>
                </a:solidFill>
              </a:rPr>
              <a:t>Crawl</a:t>
            </a:r>
            <a:br>
              <a:rPr lang="en-US" sz="2800" dirty="0">
                <a:solidFill>
                  <a:srgbClr val="FABE79"/>
                </a:solidFill>
              </a:rPr>
            </a:br>
            <a:r>
              <a:rPr lang="en-US" sz="2800" dirty="0"/>
              <a:t>Foundation &amp; Data Cleansing</a:t>
            </a:r>
            <a:endParaRPr lang="en-US" sz="3100" dirty="0">
              <a:solidFill>
                <a:schemeClr val="tx1"/>
              </a:solidFill>
            </a:endParaRPr>
          </a:p>
        </p:txBody>
      </p:sp>
      <p:sp>
        <p:nvSpPr>
          <p:cNvPr id="12" name="Slide Number Placeholder 11">
            <a:extLst>
              <a:ext uri="{FF2B5EF4-FFF2-40B4-BE49-F238E27FC236}">
                <a16:creationId xmlns:a16="http://schemas.microsoft.com/office/drawing/2014/main" id="{39631633-041E-1A07-6D52-4076DA2281BA}"/>
              </a:ext>
            </a:extLst>
          </p:cNvPr>
          <p:cNvSpPr>
            <a:spLocks noGrp="1"/>
          </p:cNvSpPr>
          <p:nvPr>
            <p:ph type="sldNum" sz="quarter" idx="55"/>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19</a:t>
            </a:fld>
            <a:endParaRPr lang="en-US" altLang="zh-CN"/>
          </a:p>
        </p:txBody>
      </p:sp>
      <p:pic>
        <p:nvPicPr>
          <p:cNvPr id="2" name="Picture Placeholder 13" descr="Badge 1 with solid fill">
            <a:extLst>
              <a:ext uri="{FF2B5EF4-FFF2-40B4-BE49-F238E27FC236}">
                <a16:creationId xmlns:a16="http://schemas.microsoft.com/office/drawing/2014/main" id="{F76FA26C-A967-35AE-8835-057754B0AF4C}"/>
              </a:ext>
            </a:extLst>
          </p:cNvPr>
          <p:cNvPicPr>
            <a:picLocks noGrp="1" noChangeAspect="1"/>
          </p:cNvPicPr>
          <p:nvPr>
            <p:ph type="pic" sz="quarter" idx="51"/>
          </p:nvPr>
        </p:nvPicPr>
        <p:blipFill>
          <a:blip r:embed="rId3">
            <a:extLst>
              <a:ext uri="{96DAC541-7B7A-43D3-8B79-37D633B846F1}">
                <asvg:svgBlip xmlns:asvg="http://schemas.microsoft.com/office/drawing/2016/SVG/main" r:embed="rId4"/>
              </a:ext>
            </a:extLst>
          </a:blip>
          <a:srcRect l="5996" r="5996"/>
          <a:stretch/>
        </p:blipFill>
        <p:spPr>
          <a:xfrm>
            <a:off x="1787525" y="2295525"/>
            <a:ext cx="1887538" cy="2144713"/>
          </a:xfrm>
        </p:spPr>
      </p:pic>
    </p:spTree>
    <p:extLst>
      <p:ext uri="{BB962C8B-B14F-4D97-AF65-F5344CB8AC3E}">
        <p14:creationId xmlns:p14="http://schemas.microsoft.com/office/powerpoint/2010/main" val="2841161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1">
            <a:extLst>
              <a:ext uri="{FF2B5EF4-FFF2-40B4-BE49-F238E27FC236}">
                <a16:creationId xmlns:a16="http://schemas.microsoft.com/office/drawing/2014/main" id="{93C46E0A-040B-0010-83B5-AFB920119383}"/>
              </a:ext>
            </a:extLst>
          </p:cNvPr>
          <p:cNvSpPr>
            <a:spLocks noGrp="1"/>
          </p:cNvSpPr>
          <p:nvPr>
            <p:ph type="body" sz="quarter" idx="27"/>
          </p:nvPr>
        </p:nvSpPr>
        <p:spPr>
          <a:xfrm>
            <a:off x="4550704" y="3016442"/>
            <a:ext cx="5801610" cy="2849466"/>
          </a:xfrm>
        </p:spPr>
        <p:txBody>
          <a:bodyPr/>
          <a:lstStyle/>
          <a:p>
            <a:pPr marL="285750" indent="-285750">
              <a:buFont typeface="Wingdings" panose="05000000000000000000" pitchFamily="2" charset="2"/>
              <a:buChar char="Ø"/>
            </a:pPr>
            <a:r>
              <a:rPr lang="en-US" sz="1800" b="0" dirty="0">
                <a:solidFill>
                  <a:schemeClr val="tx1"/>
                </a:solidFill>
              </a:rPr>
              <a:t>Implement automated discovery tools to maintain accurate CI records.</a:t>
            </a:r>
          </a:p>
          <a:p>
            <a:pPr marL="285750" indent="-285750">
              <a:buFont typeface="Wingdings" panose="05000000000000000000" pitchFamily="2" charset="2"/>
              <a:buChar char="Ø"/>
            </a:pPr>
            <a:endParaRPr lang="en-US" sz="1800" b="0" dirty="0">
              <a:solidFill>
                <a:schemeClr val="tx1"/>
              </a:solidFill>
            </a:endParaRPr>
          </a:p>
          <a:p>
            <a:pPr marL="285750" indent="-285750">
              <a:buFont typeface="Wingdings" panose="05000000000000000000" pitchFamily="2" charset="2"/>
              <a:buChar char="Ø"/>
            </a:pPr>
            <a:r>
              <a:rPr lang="en-US" sz="1800" b="0" dirty="0">
                <a:solidFill>
                  <a:schemeClr val="tx1"/>
                </a:solidFill>
              </a:rPr>
              <a:t>Define ownership and governance roles (e.g., service owners, change approvers).</a:t>
            </a:r>
          </a:p>
        </p:txBody>
      </p:sp>
      <p:sp>
        <p:nvSpPr>
          <p:cNvPr id="21" name="Title 3">
            <a:extLst>
              <a:ext uri="{FF2B5EF4-FFF2-40B4-BE49-F238E27FC236}">
                <a16:creationId xmlns:a16="http://schemas.microsoft.com/office/drawing/2014/main" id="{D254EE33-BF05-7EAC-AD31-EC04460C5EA1}"/>
              </a:ext>
            </a:extLst>
          </p:cNvPr>
          <p:cNvSpPr>
            <a:spLocks noGrp="1"/>
          </p:cNvSpPr>
          <p:nvPr>
            <p:ph type="title"/>
          </p:nvPr>
        </p:nvSpPr>
        <p:spPr>
          <a:xfrm>
            <a:off x="4550704" y="1690878"/>
            <a:ext cx="7219764" cy="1325563"/>
          </a:xfrm>
        </p:spPr>
        <p:txBody>
          <a:bodyPr anchor="b">
            <a:normAutofit fontScale="90000"/>
          </a:bodyPr>
          <a:lstStyle/>
          <a:p>
            <a:r>
              <a:rPr lang="en-US" sz="5400" dirty="0">
                <a:solidFill>
                  <a:srgbClr val="FABE79"/>
                </a:solidFill>
              </a:rPr>
              <a:t>Walk</a:t>
            </a:r>
            <a:br>
              <a:rPr lang="en-US" sz="5400" dirty="0">
                <a:solidFill>
                  <a:srgbClr val="FABE79"/>
                </a:solidFill>
              </a:rPr>
            </a:br>
            <a:r>
              <a:rPr lang="en-US" sz="3400" dirty="0">
                <a:solidFill>
                  <a:schemeClr val="tx1"/>
                </a:solidFill>
              </a:rPr>
              <a:t>Automate discovery &amp; enforce governance</a:t>
            </a:r>
          </a:p>
        </p:txBody>
      </p:sp>
      <p:sp>
        <p:nvSpPr>
          <p:cNvPr id="12" name="Slide Number Placeholder 11">
            <a:extLst>
              <a:ext uri="{FF2B5EF4-FFF2-40B4-BE49-F238E27FC236}">
                <a16:creationId xmlns:a16="http://schemas.microsoft.com/office/drawing/2014/main" id="{39631633-041E-1A07-6D52-4076DA2281BA}"/>
              </a:ext>
            </a:extLst>
          </p:cNvPr>
          <p:cNvSpPr>
            <a:spLocks noGrp="1"/>
          </p:cNvSpPr>
          <p:nvPr>
            <p:ph type="sldNum" sz="quarter" idx="55"/>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20</a:t>
            </a:fld>
            <a:endParaRPr lang="en-US" altLang="zh-CN"/>
          </a:p>
        </p:txBody>
      </p:sp>
      <p:pic>
        <p:nvPicPr>
          <p:cNvPr id="2" name="Picture Placeholder 13" descr="Badge with solid fill">
            <a:extLst>
              <a:ext uri="{FF2B5EF4-FFF2-40B4-BE49-F238E27FC236}">
                <a16:creationId xmlns:a16="http://schemas.microsoft.com/office/drawing/2014/main" id="{F76FA26C-A967-35AE-8835-057754B0AF4C}"/>
              </a:ext>
            </a:extLst>
          </p:cNvPr>
          <p:cNvPicPr>
            <a:picLocks noGrp="1" noChangeAspect="1"/>
          </p:cNvPicPr>
          <p:nvPr>
            <p:ph type="pic" sz="quarter" idx="51"/>
          </p:nvPr>
        </p:nvPicPr>
        <p:blipFill>
          <a:blip r:embed="rId3">
            <a:extLst>
              <a:ext uri="{96DAC541-7B7A-43D3-8B79-37D633B846F1}">
                <asvg:svgBlip xmlns:asvg="http://schemas.microsoft.com/office/drawing/2016/SVG/main" r:embed="rId4"/>
              </a:ext>
            </a:extLst>
          </a:blip>
          <a:srcRect l="5996" r="5996"/>
          <a:stretch/>
        </p:blipFill>
        <p:spPr>
          <a:xfrm>
            <a:off x="1787525" y="2295525"/>
            <a:ext cx="1887538" cy="2144713"/>
          </a:xfrm>
        </p:spPr>
      </p:pic>
      <p:pic>
        <p:nvPicPr>
          <p:cNvPr id="5" name="Picture 2">
            <a:extLst>
              <a:ext uri="{FF2B5EF4-FFF2-40B4-BE49-F238E27FC236}">
                <a16:creationId xmlns:a16="http://schemas.microsoft.com/office/drawing/2014/main" id="{C9FD289C-E85F-2D6B-820A-F8D274C411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6466" r="24621" b="-1"/>
          <a:stretch/>
        </p:blipFill>
        <p:spPr bwMode="auto">
          <a:xfrm>
            <a:off x="0" y="3429000"/>
            <a:ext cx="1760295" cy="2024347"/>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rgbClr val="FFFFFF"/>
          </a:solidFill>
        </p:spPr>
      </p:pic>
    </p:spTree>
    <p:extLst>
      <p:ext uri="{BB962C8B-B14F-4D97-AF65-F5344CB8AC3E}">
        <p14:creationId xmlns:p14="http://schemas.microsoft.com/office/powerpoint/2010/main" val="3553267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1">
            <a:extLst>
              <a:ext uri="{FF2B5EF4-FFF2-40B4-BE49-F238E27FC236}">
                <a16:creationId xmlns:a16="http://schemas.microsoft.com/office/drawing/2014/main" id="{93C46E0A-040B-0010-83B5-AFB920119383}"/>
              </a:ext>
            </a:extLst>
          </p:cNvPr>
          <p:cNvSpPr>
            <a:spLocks noGrp="1"/>
          </p:cNvSpPr>
          <p:nvPr>
            <p:ph type="body" sz="quarter" idx="27"/>
          </p:nvPr>
        </p:nvSpPr>
        <p:spPr>
          <a:xfrm>
            <a:off x="4550704" y="3016441"/>
            <a:ext cx="5574371" cy="3201479"/>
          </a:xfrm>
        </p:spPr>
        <p:txBody>
          <a:bodyPr/>
          <a:lstStyle/>
          <a:p>
            <a:pPr marL="285750" indent="-285750">
              <a:buFont typeface="Wingdings" panose="05000000000000000000" pitchFamily="2" charset="2"/>
              <a:buChar char="Ø"/>
            </a:pPr>
            <a:r>
              <a:rPr lang="en-US" b="0" dirty="0"/>
              <a:t>Integrate Service Mapping and ITOM Visibility for real-time dependency tracking</a:t>
            </a:r>
          </a:p>
          <a:p>
            <a:pPr marL="285750" indent="-285750">
              <a:buFont typeface="Wingdings" panose="05000000000000000000" pitchFamily="2" charset="2"/>
              <a:buChar char="Ø"/>
            </a:pPr>
            <a:endParaRPr lang="en-US" b="0" dirty="0">
              <a:solidFill>
                <a:schemeClr val="tx1"/>
              </a:solidFill>
            </a:endParaRPr>
          </a:p>
          <a:p>
            <a:pPr marL="285750" indent="-285750">
              <a:buFont typeface="Wingdings" panose="05000000000000000000" pitchFamily="2" charset="2"/>
              <a:buChar char="Ø"/>
            </a:pPr>
            <a:r>
              <a:rPr lang="en-US" b="0" dirty="0"/>
              <a:t>Enforce data certification processes to maintain CMDB health and compliance</a:t>
            </a:r>
            <a:endParaRPr lang="en-US" b="0" dirty="0">
              <a:solidFill>
                <a:schemeClr val="tx1"/>
              </a:solidFill>
            </a:endParaRPr>
          </a:p>
          <a:p>
            <a:pPr marL="285750" indent="-285750">
              <a:buFont typeface="Wingdings" panose="05000000000000000000" pitchFamily="2" charset="2"/>
              <a:buChar char="Ø"/>
            </a:pPr>
            <a:endParaRPr lang="en-US" sz="1800" b="0" dirty="0">
              <a:solidFill>
                <a:schemeClr val="tx1"/>
              </a:solidFill>
            </a:endParaRPr>
          </a:p>
          <a:p>
            <a:pPr marL="285750" indent="-285750">
              <a:buFont typeface="Wingdings" panose="05000000000000000000" pitchFamily="2" charset="2"/>
              <a:buChar char="Ø"/>
            </a:pPr>
            <a:endParaRPr lang="en-US" sz="1800" b="0" dirty="0">
              <a:solidFill>
                <a:schemeClr val="tx1"/>
              </a:solidFill>
            </a:endParaRPr>
          </a:p>
        </p:txBody>
      </p:sp>
      <p:sp>
        <p:nvSpPr>
          <p:cNvPr id="21" name="Title 3">
            <a:extLst>
              <a:ext uri="{FF2B5EF4-FFF2-40B4-BE49-F238E27FC236}">
                <a16:creationId xmlns:a16="http://schemas.microsoft.com/office/drawing/2014/main" id="{D254EE33-BF05-7EAC-AD31-EC04460C5EA1}"/>
              </a:ext>
            </a:extLst>
          </p:cNvPr>
          <p:cNvSpPr>
            <a:spLocks noGrp="1"/>
          </p:cNvSpPr>
          <p:nvPr>
            <p:ph type="title"/>
          </p:nvPr>
        </p:nvSpPr>
        <p:spPr>
          <a:xfrm>
            <a:off x="4550704" y="1690878"/>
            <a:ext cx="6599429" cy="1325563"/>
          </a:xfrm>
        </p:spPr>
        <p:txBody>
          <a:bodyPr anchor="b">
            <a:normAutofit/>
          </a:bodyPr>
          <a:lstStyle/>
          <a:p>
            <a:r>
              <a:rPr lang="en-US" sz="4900" dirty="0">
                <a:solidFill>
                  <a:srgbClr val="FABE79"/>
                </a:solidFill>
              </a:rPr>
              <a:t>Run</a:t>
            </a:r>
            <a:br>
              <a:rPr lang="en-US" sz="3100" dirty="0">
                <a:solidFill>
                  <a:srgbClr val="FABE79"/>
                </a:solidFill>
              </a:rPr>
            </a:br>
            <a:r>
              <a:rPr lang="en-US" sz="3100" dirty="0">
                <a:solidFill>
                  <a:schemeClr val="tx1"/>
                </a:solidFill>
              </a:rPr>
              <a:t>Optimization &amp; ITOM Integration</a:t>
            </a:r>
          </a:p>
        </p:txBody>
      </p:sp>
      <p:sp>
        <p:nvSpPr>
          <p:cNvPr id="12" name="Slide Number Placeholder 11">
            <a:extLst>
              <a:ext uri="{FF2B5EF4-FFF2-40B4-BE49-F238E27FC236}">
                <a16:creationId xmlns:a16="http://schemas.microsoft.com/office/drawing/2014/main" id="{39631633-041E-1A07-6D52-4076DA2281BA}"/>
              </a:ext>
            </a:extLst>
          </p:cNvPr>
          <p:cNvSpPr>
            <a:spLocks noGrp="1"/>
          </p:cNvSpPr>
          <p:nvPr>
            <p:ph type="sldNum" sz="quarter" idx="55"/>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21</a:t>
            </a:fld>
            <a:endParaRPr lang="en-US" altLang="zh-CN"/>
          </a:p>
        </p:txBody>
      </p:sp>
      <p:pic>
        <p:nvPicPr>
          <p:cNvPr id="2" name="Picture Placeholder 13" descr="Badge 3 with solid fill">
            <a:extLst>
              <a:ext uri="{FF2B5EF4-FFF2-40B4-BE49-F238E27FC236}">
                <a16:creationId xmlns:a16="http://schemas.microsoft.com/office/drawing/2014/main" id="{F76FA26C-A967-35AE-8835-057754B0AF4C}"/>
              </a:ext>
            </a:extLst>
          </p:cNvPr>
          <p:cNvPicPr>
            <a:picLocks noGrp="1" noChangeAspect="1"/>
          </p:cNvPicPr>
          <p:nvPr>
            <p:ph type="pic" sz="quarter" idx="51"/>
          </p:nvPr>
        </p:nvPicPr>
        <p:blipFill>
          <a:blip r:embed="rId3">
            <a:extLst>
              <a:ext uri="{96DAC541-7B7A-43D3-8B79-37D633B846F1}">
                <asvg:svgBlip xmlns:asvg="http://schemas.microsoft.com/office/drawing/2016/SVG/main" r:embed="rId4"/>
              </a:ext>
            </a:extLst>
          </a:blip>
          <a:srcRect l="5996" r="5996"/>
          <a:stretch/>
        </p:blipFill>
        <p:spPr>
          <a:xfrm>
            <a:off x="1787525" y="2295525"/>
            <a:ext cx="1887538" cy="2144713"/>
          </a:xfrm>
        </p:spPr>
      </p:pic>
    </p:spTree>
    <p:extLst>
      <p:ext uri="{BB962C8B-B14F-4D97-AF65-F5344CB8AC3E}">
        <p14:creationId xmlns:p14="http://schemas.microsoft.com/office/powerpoint/2010/main" val="2632768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1">
            <a:extLst>
              <a:ext uri="{FF2B5EF4-FFF2-40B4-BE49-F238E27FC236}">
                <a16:creationId xmlns:a16="http://schemas.microsoft.com/office/drawing/2014/main" id="{93C46E0A-040B-0010-83B5-AFB920119383}"/>
              </a:ext>
            </a:extLst>
          </p:cNvPr>
          <p:cNvSpPr>
            <a:spLocks noGrp="1"/>
          </p:cNvSpPr>
          <p:nvPr>
            <p:ph type="body" sz="quarter" idx="27"/>
          </p:nvPr>
        </p:nvSpPr>
        <p:spPr>
          <a:xfrm>
            <a:off x="4550703" y="3016441"/>
            <a:ext cx="5507697" cy="3201479"/>
          </a:xfrm>
        </p:spPr>
        <p:txBody>
          <a:bodyPr/>
          <a:lstStyle/>
          <a:p>
            <a:pPr marL="285750" indent="-285750">
              <a:buFont typeface="Wingdings" panose="05000000000000000000" pitchFamily="2" charset="2"/>
              <a:buChar char="Ø"/>
            </a:pPr>
            <a:r>
              <a:rPr lang="en-US" b="0" dirty="0"/>
              <a:t>Enable predictive analytics and AI-driven automation for proactive IT management</a:t>
            </a:r>
          </a:p>
          <a:p>
            <a:pPr marL="285750" indent="-285750">
              <a:buFont typeface="Wingdings" panose="05000000000000000000" pitchFamily="2" charset="2"/>
              <a:buChar char="Ø"/>
            </a:pPr>
            <a:endParaRPr lang="en-US" b="0" dirty="0"/>
          </a:p>
          <a:p>
            <a:pPr marL="285750" indent="-285750">
              <a:buFont typeface="Wingdings" panose="05000000000000000000" pitchFamily="2" charset="2"/>
              <a:buChar char="Ø"/>
            </a:pPr>
            <a:r>
              <a:rPr lang="en-US" b="0" dirty="0"/>
              <a:t>Extend CMDB insights to support enterprise-wide decision-making and risk reduction</a:t>
            </a:r>
            <a:endParaRPr lang="en-US" b="0" dirty="0">
              <a:solidFill>
                <a:schemeClr val="tx1"/>
              </a:solidFill>
            </a:endParaRPr>
          </a:p>
          <a:p>
            <a:endParaRPr lang="en-US" sz="1400" dirty="0">
              <a:solidFill>
                <a:schemeClr val="tx1"/>
              </a:solidFill>
            </a:endParaRPr>
          </a:p>
          <a:p>
            <a:pPr marL="971550" lvl="1" indent="-285750">
              <a:buFont typeface="Wingdings" panose="05000000000000000000" pitchFamily="2" charset="2"/>
              <a:buChar char="§"/>
            </a:pPr>
            <a:endParaRPr lang="en-US" sz="1400" dirty="0">
              <a:solidFill>
                <a:schemeClr val="tx1"/>
              </a:solidFill>
              <a:effectLst/>
            </a:endParaRPr>
          </a:p>
        </p:txBody>
      </p:sp>
      <p:sp>
        <p:nvSpPr>
          <p:cNvPr id="21" name="Title 3">
            <a:extLst>
              <a:ext uri="{FF2B5EF4-FFF2-40B4-BE49-F238E27FC236}">
                <a16:creationId xmlns:a16="http://schemas.microsoft.com/office/drawing/2014/main" id="{D254EE33-BF05-7EAC-AD31-EC04460C5EA1}"/>
              </a:ext>
            </a:extLst>
          </p:cNvPr>
          <p:cNvSpPr>
            <a:spLocks noGrp="1"/>
          </p:cNvSpPr>
          <p:nvPr>
            <p:ph type="title"/>
          </p:nvPr>
        </p:nvSpPr>
        <p:spPr>
          <a:xfrm>
            <a:off x="4550704" y="1690878"/>
            <a:ext cx="6599429" cy="1325563"/>
          </a:xfrm>
        </p:spPr>
        <p:txBody>
          <a:bodyPr anchor="b">
            <a:normAutofit/>
          </a:bodyPr>
          <a:lstStyle/>
          <a:p>
            <a:r>
              <a:rPr lang="en-US" sz="4900" dirty="0">
                <a:solidFill>
                  <a:srgbClr val="FABE79"/>
                </a:solidFill>
              </a:rPr>
              <a:t>Fly</a:t>
            </a:r>
            <a:br>
              <a:rPr lang="en-US" sz="3100" dirty="0">
                <a:solidFill>
                  <a:srgbClr val="FABE79"/>
                </a:solidFill>
              </a:rPr>
            </a:br>
            <a:r>
              <a:rPr lang="en-US" sz="3100" dirty="0">
                <a:solidFill>
                  <a:schemeClr val="tx1"/>
                </a:solidFill>
              </a:rPr>
              <a:t>Full Maturity &amp; AI-driven Insights</a:t>
            </a:r>
          </a:p>
        </p:txBody>
      </p:sp>
      <p:sp>
        <p:nvSpPr>
          <p:cNvPr id="12" name="Slide Number Placeholder 11">
            <a:extLst>
              <a:ext uri="{FF2B5EF4-FFF2-40B4-BE49-F238E27FC236}">
                <a16:creationId xmlns:a16="http://schemas.microsoft.com/office/drawing/2014/main" id="{39631633-041E-1A07-6D52-4076DA2281BA}"/>
              </a:ext>
            </a:extLst>
          </p:cNvPr>
          <p:cNvSpPr>
            <a:spLocks noGrp="1"/>
          </p:cNvSpPr>
          <p:nvPr>
            <p:ph type="sldNum" sz="quarter" idx="55"/>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22</a:t>
            </a:fld>
            <a:endParaRPr lang="en-US" altLang="zh-CN"/>
          </a:p>
        </p:txBody>
      </p:sp>
      <p:pic>
        <p:nvPicPr>
          <p:cNvPr id="2" name="Picture Placeholder 13" descr="Badge 4 with solid fill">
            <a:extLst>
              <a:ext uri="{FF2B5EF4-FFF2-40B4-BE49-F238E27FC236}">
                <a16:creationId xmlns:a16="http://schemas.microsoft.com/office/drawing/2014/main" id="{F76FA26C-A967-35AE-8835-057754B0AF4C}"/>
              </a:ext>
            </a:extLst>
          </p:cNvPr>
          <p:cNvPicPr>
            <a:picLocks noGrp="1" noChangeAspect="1"/>
          </p:cNvPicPr>
          <p:nvPr>
            <p:ph type="pic" sz="quarter" idx="51"/>
          </p:nvPr>
        </p:nvPicPr>
        <p:blipFill>
          <a:blip r:embed="rId3">
            <a:extLst>
              <a:ext uri="{96DAC541-7B7A-43D3-8B79-37D633B846F1}">
                <asvg:svgBlip xmlns:asvg="http://schemas.microsoft.com/office/drawing/2016/SVG/main" r:embed="rId4"/>
              </a:ext>
            </a:extLst>
          </a:blip>
          <a:srcRect l="5996" r="5996"/>
          <a:stretch/>
        </p:blipFill>
        <p:spPr>
          <a:xfrm>
            <a:off x="1787525" y="2295525"/>
            <a:ext cx="1887538" cy="2144713"/>
          </a:xfrm>
        </p:spPr>
      </p:pic>
      <p:sp>
        <p:nvSpPr>
          <p:cNvPr id="5" name="Text Placeholder 1">
            <a:extLst>
              <a:ext uri="{FF2B5EF4-FFF2-40B4-BE49-F238E27FC236}">
                <a16:creationId xmlns:a16="http://schemas.microsoft.com/office/drawing/2014/main" id="{06CDD872-49EC-7E9B-FB71-567514C66A70}"/>
              </a:ext>
            </a:extLst>
          </p:cNvPr>
          <p:cNvSpPr txBox="1">
            <a:spLocks/>
          </p:cNvSpPr>
          <p:nvPr/>
        </p:nvSpPr>
        <p:spPr>
          <a:xfrm>
            <a:off x="4550703" y="5254643"/>
            <a:ext cx="5136222" cy="587964"/>
          </a:xfrm>
          <a:prstGeom prst="rect">
            <a:avLst/>
          </a:prstGeom>
        </p:spPr>
        <p:txBody>
          <a:bodyPr vert="horz" lIns="91440" tIns="45720" rIns="91440" bIns="45720" rtlCol="0" anchor="b">
            <a:no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endParaRPr lang="en-US" sz="1400" dirty="0">
              <a:solidFill>
                <a:schemeClr val="tx1"/>
              </a:solidFill>
              <a:effectLst/>
            </a:endParaRPr>
          </a:p>
        </p:txBody>
      </p:sp>
    </p:spTree>
    <p:extLst>
      <p:ext uri="{BB962C8B-B14F-4D97-AF65-F5344CB8AC3E}">
        <p14:creationId xmlns:p14="http://schemas.microsoft.com/office/powerpoint/2010/main" val="2922590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39631633-041E-1A07-6D52-4076DA2281BA}"/>
              </a:ext>
            </a:extLst>
          </p:cNvPr>
          <p:cNvSpPr>
            <a:spLocks noGrp="1"/>
          </p:cNvSpPr>
          <p:nvPr>
            <p:ph type="sldNum" sz="quarter" idx="55"/>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23</a:t>
            </a:fld>
            <a:endParaRPr lang="en-US" altLang="zh-CN"/>
          </a:p>
        </p:txBody>
      </p:sp>
      <p:sp>
        <p:nvSpPr>
          <p:cNvPr id="9" name="Picture Placeholder 8">
            <a:extLst>
              <a:ext uri="{FF2B5EF4-FFF2-40B4-BE49-F238E27FC236}">
                <a16:creationId xmlns:a16="http://schemas.microsoft.com/office/drawing/2014/main" id="{66B80C06-89B3-E656-D3E0-11A3410E6FF1}"/>
              </a:ext>
            </a:extLst>
          </p:cNvPr>
          <p:cNvSpPr>
            <a:spLocks noGrp="1"/>
          </p:cNvSpPr>
          <p:nvPr>
            <p:ph type="pic" sz="quarter" idx="51"/>
          </p:nvPr>
        </p:nvSpPr>
        <p:spPr/>
        <p:txBody>
          <a:bodyPr/>
          <a:lstStyle/>
          <a:p>
            <a:endParaRPr lang="en-US"/>
          </a:p>
        </p:txBody>
      </p:sp>
    </p:spTree>
    <p:extLst>
      <p:ext uri="{BB962C8B-B14F-4D97-AF65-F5344CB8AC3E}">
        <p14:creationId xmlns:p14="http://schemas.microsoft.com/office/powerpoint/2010/main" val="4127677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Placeholder 5">
            <a:extLst>
              <a:ext uri="{FF2B5EF4-FFF2-40B4-BE49-F238E27FC236}">
                <a16:creationId xmlns:a16="http://schemas.microsoft.com/office/drawing/2014/main" id="{55CB75FE-60FA-FDCF-5EAD-369243F7C75C}"/>
              </a:ext>
            </a:extLst>
          </p:cNvPr>
          <p:cNvSpPr>
            <a:spLocks noGrp="1"/>
          </p:cNvSpPr>
          <p:nvPr>
            <p:ph type="body" sz="quarter" idx="27"/>
          </p:nvPr>
        </p:nvSpPr>
        <p:spPr>
          <a:xfrm>
            <a:off x="1932113" y="4381613"/>
            <a:ext cx="1877575" cy="506399"/>
          </a:xfrm>
        </p:spPr>
        <p:txBody>
          <a:bodyPr>
            <a:normAutofit/>
          </a:bodyPr>
          <a:lstStyle/>
          <a:p>
            <a:pPr>
              <a:lnSpc>
                <a:spcPct val="90000"/>
              </a:lnSpc>
            </a:pPr>
            <a:r>
              <a:rPr lang="en-US" dirty="0"/>
              <a:t>Step 1</a:t>
            </a:r>
          </a:p>
        </p:txBody>
      </p:sp>
      <p:sp>
        <p:nvSpPr>
          <p:cNvPr id="39" name="Text Placeholder 2">
            <a:extLst>
              <a:ext uri="{FF2B5EF4-FFF2-40B4-BE49-F238E27FC236}">
                <a16:creationId xmlns:a16="http://schemas.microsoft.com/office/drawing/2014/main" id="{E519F29F-FF44-2B07-158A-30D3D06F4840}"/>
              </a:ext>
            </a:extLst>
          </p:cNvPr>
          <p:cNvSpPr>
            <a:spLocks noGrp="1"/>
          </p:cNvSpPr>
          <p:nvPr>
            <p:ph type="body" sz="quarter" idx="28"/>
          </p:nvPr>
        </p:nvSpPr>
        <p:spPr>
          <a:xfrm>
            <a:off x="2022970" y="4972779"/>
            <a:ext cx="1691687" cy="811178"/>
          </a:xfrm>
        </p:spPr>
        <p:txBody>
          <a:bodyPr/>
          <a:lstStyle/>
          <a:p>
            <a:r>
              <a:rPr lang="en-US" sz="1400" dirty="0"/>
              <a:t>Define the CSDM / CMDB Data model</a:t>
            </a:r>
            <a:endParaRPr lang="en-US" dirty="0"/>
          </a:p>
        </p:txBody>
      </p:sp>
      <p:sp>
        <p:nvSpPr>
          <p:cNvPr id="28" name="Text Placeholder 1">
            <a:extLst>
              <a:ext uri="{FF2B5EF4-FFF2-40B4-BE49-F238E27FC236}">
                <a16:creationId xmlns:a16="http://schemas.microsoft.com/office/drawing/2014/main" id="{93C46E0A-040B-0010-83B5-AFB920119383}"/>
              </a:ext>
            </a:extLst>
          </p:cNvPr>
          <p:cNvSpPr>
            <a:spLocks noGrp="1"/>
          </p:cNvSpPr>
          <p:nvPr>
            <p:ph type="body" sz="quarter" idx="49"/>
          </p:nvPr>
        </p:nvSpPr>
        <p:spPr>
          <a:xfrm>
            <a:off x="3998657" y="4381613"/>
            <a:ext cx="1877575" cy="506399"/>
          </a:xfrm>
        </p:spPr>
        <p:txBody>
          <a:bodyPr>
            <a:normAutofit/>
          </a:bodyPr>
          <a:lstStyle/>
          <a:p>
            <a:pPr>
              <a:lnSpc>
                <a:spcPct val="90000"/>
              </a:lnSpc>
            </a:pPr>
            <a:r>
              <a:rPr lang="en-US" dirty="0"/>
              <a:t>Step 2</a:t>
            </a:r>
          </a:p>
        </p:txBody>
      </p:sp>
      <p:sp>
        <p:nvSpPr>
          <p:cNvPr id="41" name="Text Placeholder 4">
            <a:extLst>
              <a:ext uri="{FF2B5EF4-FFF2-40B4-BE49-F238E27FC236}">
                <a16:creationId xmlns:a16="http://schemas.microsoft.com/office/drawing/2014/main" id="{7BE88DA5-188A-32F1-BF1C-1AD6A6E7D8E6}"/>
              </a:ext>
            </a:extLst>
          </p:cNvPr>
          <p:cNvSpPr>
            <a:spLocks noGrp="1"/>
          </p:cNvSpPr>
          <p:nvPr>
            <p:ph type="body" sz="quarter" idx="50"/>
          </p:nvPr>
        </p:nvSpPr>
        <p:spPr>
          <a:xfrm>
            <a:off x="4089514" y="4972779"/>
            <a:ext cx="1691687" cy="811178"/>
          </a:xfrm>
        </p:spPr>
        <p:txBody>
          <a:bodyPr/>
          <a:lstStyle/>
          <a:p>
            <a:r>
              <a:rPr lang="en-US" sz="1400" dirty="0"/>
              <a:t>Create an interface</a:t>
            </a:r>
            <a:endParaRPr lang="en-US" dirty="0"/>
          </a:p>
        </p:txBody>
      </p:sp>
      <p:sp>
        <p:nvSpPr>
          <p:cNvPr id="43" name="Text Placeholder 5">
            <a:extLst>
              <a:ext uri="{FF2B5EF4-FFF2-40B4-BE49-F238E27FC236}">
                <a16:creationId xmlns:a16="http://schemas.microsoft.com/office/drawing/2014/main" id="{1AC25067-9D8E-741E-D206-8C231C9037BA}"/>
              </a:ext>
            </a:extLst>
          </p:cNvPr>
          <p:cNvSpPr>
            <a:spLocks noGrp="1"/>
          </p:cNvSpPr>
          <p:nvPr>
            <p:ph type="body" sz="quarter" idx="51"/>
          </p:nvPr>
        </p:nvSpPr>
        <p:spPr>
          <a:xfrm>
            <a:off x="6184241" y="4381613"/>
            <a:ext cx="1877575" cy="506399"/>
          </a:xfrm>
        </p:spPr>
        <p:txBody>
          <a:bodyPr/>
          <a:lstStyle/>
          <a:p>
            <a:pPr>
              <a:lnSpc>
                <a:spcPct val="90000"/>
              </a:lnSpc>
            </a:pPr>
            <a:r>
              <a:rPr lang="en-US" dirty="0"/>
              <a:t>Step</a:t>
            </a:r>
            <a:r>
              <a:rPr lang="en-US" sz="1800" dirty="0"/>
              <a:t> 3</a:t>
            </a:r>
          </a:p>
        </p:txBody>
      </p:sp>
      <p:sp>
        <p:nvSpPr>
          <p:cNvPr id="45" name="Text Placeholder 6">
            <a:extLst>
              <a:ext uri="{FF2B5EF4-FFF2-40B4-BE49-F238E27FC236}">
                <a16:creationId xmlns:a16="http://schemas.microsoft.com/office/drawing/2014/main" id="{80514965-868B-BE15-C6C3-74F80BD6990F}"/>
              </a:ext>
            </a:extLst>
          </p:cNvPr>
          <p:cNvSpPr>
            <a:spLocks noGrp="1"/>
          </p:cNvSpPr>
          <p:nvPr>
            <p:ph type="body" sz="quarter" idx="52"/>
          </p:nvPr>
        </p:nvSpPr>
        <p:spPr>
          <a:xfrm>
            <a:off x="6275098" y="4972779"/>
            <a:ext cx="1691687" cy="811178"/>
          </a:xfrm>
        </p:spPr>
        <p:txBody>
          <a:bodyPr/>
          <a:lstStyle/>
          <a:p>
            <a:r>
              <a:rPr lang="en-US" sz="1400" dirty="0"/>
              <a:t>Activate Discovery</a:t>
            </a:r>
            <a:endParaRPr lang="en-US" dirty="0"/>
          </a:p>
        </p:txBody>
      </p:sp>
      <p:sp>
        <p:nvSpPr>
          <p:cNvPr id="47" name="Text Placeholder 7">
            <a:extLst>
              <a:ext uri="{FF2B5EF4-FFF2-40B4-BE49-F238E27FC236}">
                <a16:creationId xmlns:a16="http://schemas.microsoft.com/office/drawing/2014/main" id="{B88F392F-AAAF-425C-425D-09BCC0183769}"/>
              </a:ext>
            </a:extLst>
          </p:cNvPr>
          <p:cNvSpPr>
            <a:spLocks noGrp="1"/>
          </p:cNvSpPr>
          <p:nvPr>
            <p:ph type="body" sz="quarter" idx="53"/>
          </p:nvPr>
        </p:nvSpPr>
        <p:spPr>
          <a:xfrm>
            <a:off x="8369825" y="4381613"/>
            <a:ext cx="1877575" cy="506399"/>
          </a:xfrm>
        </p:spPr>
        <p:txBody>
          <a:bodyPr/>
          <a:lstStyle/>
          <a:p>
            <a:pPr>
              <a:lnSpc>
                <a:spcPct val="90000"/>
              </a:lnSpc>
            </a:pPr>
            <a:r>
              <a:rPr lang="en-US" dirty="0"/>
              <a:t>Step</a:t>
            </a:r>
            <a:r>
              <a:rPr lang="en-US" sz="1800" dirty="0"/>
              <a:t> 4</a:t>
            </a:r>
          </a:p>
        </p:txBody>
      </p:sp>
      <p:sp>
        <p:nvSpPr>
          <p:cNvPr id="49" name="Text Placeholder 8">
            <a:extLst>
              <a:ext uri="{FF2B5EF4-FFF2-40B4-BE49-F238E27FC236}">
                <a16:creationId xmlns:a16="http://schemas.microsoft.com/office/drawing/2014/main" id="{5220D285-2F19-2131-7390-AC6C042B70EB}"/>
              </a:ext>
            </a:extLst>
          </p:cNvPr>
          <p:cNvSpPr>
            <a:spLocks noGrp="1"/>
          </p:cNvSpPr>
          <p:nvPr>
            <p:ph type="body" sz="quarter" idx="54"/>
          </p:nvPr>
        </p:nvSpPr>
        <p:spPr>
          <a:xfrm>
            <a:off x="8460682" y="4972779"/>
            <a:ext cx="1691687" cy="811178"/>
          </a:xfrm>
        </p:spPr>
        <p:txBody>
          <a:bodyPr/>
          <a:lstStyle/>
          <a:p>
            <a:r>
              <a:rPr lang="en-US" sz="1400" dirty="0"/>
              <a:t>Activate Service Mapping</a:t>
            </a:r>
            <a:endParaRPr lang="en-US" dirty="0"/>
          </a:p>
        </p:txBody>
      </p:sp>
      <p:pic>
        <p:nvPicPr>
          <p:cNvPr id="2" name="Picture Placeholder 13" descr="Badge 1 with solid fill">
            <a:extLst>
              <a:ext uri="{FF2B5EF4-FFF2-40B4-BE49-F238E27FC236}">
                <a16:creationId xmlns:a16="http://schemas.microsoft.com/office/drawing/2014/main" id="{F76FA26C-A967-35AE-8835-057754B0AF4C}"/>
              </a:ext>
            </a:extLst>
          </p:cNvPr>
          <p:cNvPicPr>
            <a:picLocks noGrp="1" noChangeAspect="1"/>
          </p:cNvPicPr>
          <p:nvPr>
            <p:ph type="pic" sz="quarter" idx="57"/>
          </p:nvPr>
        </p:nvPicPr>
        <p:blipFill>
          <a:blip r:embed="rId3">
            <a:extLst>
              <a:ext uri="{96DAC541-7B7A-43D3-8B79-37D633B846F1}">
                <asvg:svgBlip xmlns:asvg="http://schemas.microsoft.com/office/drawing/2016/SVG/main" r:embed="rId4"/>
              </a:ext>
            </a:extLst>
          </a:blip>
          <a:srcRect l="5948" r="5948"/>
          <a:stretch/>
        </p:blipFill>
        <p:spPr>
          <a:xfrm>
            <a:off x="1932113" y="2089375"/>
            <a:ext cx="1621032" cy="1839907"/>
          </a:xfrm>
        </p:spPr>
      </p:pic>
      <p:sp>
        <p:nvSpPr>
          <p:cNvPr id="21" name="Title 3">
            <a:extLst>
              <a:ext uri="{FF2B5EF4-FFF2-40B4-BE49-F238E27FC236}">
                <a16:creationId xmlns:a16="http://schemas.microsoft.com/office/drawing/2014/main" id="{D254EE33-BF05-7EAC-AD31-EC04460C5EA1}"/>
              </a:ext>
            </a:extLst>
          </p:cNvPr>
          <p:cNvSpPr>
            <a:spLocks noGrp="1"/>
          </p:cNvSpPr>
          <p:nvPr>
            <p:ph type="title"/>
          </p:nvPr>
        </p:nvSpPr>
        <p:spPr>
          <a:xfrm>
            <a:off x="838200" y="365125"/>
            <a:ext cx="10515600" cy="1325563"/>
          </a:xfrm>
        </p:spPr>
        <p:txBody>
          <a:bodyPr anchor="ctr">
            <a:normAutofit/>
          </a:bodyPr>
          <a:lstStyle/>
          <a:p>
            <a:r>
              <a:rPr lang="en-US" b="1" kern="1200" dirty="0">
                <a:latin typeface="+mj-lt"/>
                <a:ea typeface="+mj-ea"/>
                <a:cs typeface="+mj-cs"/>
              </a:rPr>
              <a:t>CMDB Project Overview – Steps</a:t>
            </a:r>
            <a:endParaRPr lang="en-US" dirty="0"/>
          </a:p>
        </p:txBody>
      </p:sp>
      <p:sp>
        <p:nvSpPr>
          <p:cNvPr id="12" name="Slide Number Placeholder 11">
            <a:extLst>
              <a:ext uri="{FF2B5EF4-FFF2-40B4-BE49-F238E27FC236}">
                <a16:creationId xmlns:a16="http://schemas.microsoft.com/office/drawing/2014/main" id="{39631633-041E-1A07-6D52-4076DA2281BA}"/>
              </a:ext>
            </a:extLst>
          </p:cNvPr>
          <p:cNvSpPr>
            <a:spLocks noGrp="1"/>
          </p:cNvSpPr>
          <p:nvPr>
            <p:ph type="sldNum" sz="quarter" idx="63"/>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24</a:t>
            </a:fld>
            <a:endParaRPr lang="en-US" altLang="zh-CN"/>
          </a:p>
        </p:txBody>
      </p:sp>
      <p:pic>
        <p:nvPicPr>
          <p:cNvPr id="3" name="Picture Placeholder 13" descr="Badge with solid fill">
            <a:extLst>
              <a:ext uri="{FF2B5EF4-FFF2-40B4-BE49-F238E27FC236}">
                <a16:creationId xmlns:a16="http://schemas.microsoft.com/office/drawing/2014/main" id="{C9F5FF92-E9A9-8D51-4046-7AC7D5D15CA2}"/>
              </a:ext>
            </a:extLst>
          </p:cNvPr>
          <p:cNvPicPr>
            <a:picLocks noGrp="1" noChangeAspect="1"/>
          </p:cNvPicPr>
          <p:nvPr>
            <p:ph type="pic" sz="quarter" idx="58"/>
          </p:nvPr>
        </p:nvPicPr>
        <p:blipFill>
          <a:blip r:embed="rId5">
            <a:extLst>
              <a:ext uri="{96DAC541-7B7A-43D3-8B79-37D633B846F1}">
                <asvg:svgBlip xmlns:asvg="http://schemas.microsoft.com/office/drawing/2016/SVG/main" r:embed="rId6"/>
              </a:ext>
            </a:extLst>
          </a:blip>
          <a:srcRect l="5991" r="5991"/>
          <a:stretch/>
        </p:blipFill>
        <p:spPr>
          <a:xfrm>
            <a:off x="3998657" y="2087782"/>
            <a:ext cx="1620837" cy="1841500"/>
          </a:xfrm>
        </p:spPr>
      </p:pic>
      <p:pic>
        <p:nvPicPr>
          <p:cNvPr id="4" name="Picture Placeholder 13" descr="Badge 3 with solid fill">
            <a:extLst>
              <a:ext uri="{FF2B5EF4-FFF2-40B4-BE49-F238E27FC236}">
                <a16:creationId xmlns:a16="http://schemas.microsoft.com/office/drawing/2014/main" id="{2C15B147-3FC6-D0AC-274B-06BB468C91FD}"/>
              </a:ext>
            </a:extLst>
          </p:cNvPr>
          <p:cNvPicPr>
            <a:picLocks noGrp="1" noChangeAspect="1"/>
          </p:cNvPicPr>
          <p:nvPr>
            <p:ph type="pic" sz="quarter" idx="59"/>
          </p:nvPr>
        </p:nvPicPr>
        <p:blipFill>
          <a:blip r:embed="rId7">
            <a:extLst>
              <a:ext uri="{96DAC541-7B7A-43D3-8B79-37D633B846F1}">
                <asvg:svgBlip xmlns:asvg="http://schemas.microsoft.com/office/drawing/2016/SVG/main" r:embed="rId8"/>
              </a:ext>
            </a:extLst>
          </a:blip>
          <a:srcRect l="5991" r="5991"/>
          <a:stretch/>
        </p:blipFill>
        <p:spPr>
          <a:xfrm>
            <a:off x="6058090" y="2087782"/>
            <a:ext cx="1620838" cy="1841500"/>
          </a:xfrm>
        </p:spPr>
      </p:pic>
      <p:pic>
        <p:nvPicPr>
          <p:cNvPr id="5" name="Picture Placeholder 13" descr="Badge 4 with solid fill">
            <a:extLst>
              <a:ext uri="{FF2B5EF4-FFF2-40B4-BE49-F238E27FC236}">
                <a16:creationId xmlns:a16="http://schemas.microsoft.com/office/drawing/2014/main" id="{0436E252-E84C-1909-951A-1F6291F4AAEB}"/>
              </a:ext>
            </a:extLst>
          </p:cNvPr>
          <p:cNvPicPr>
            <a:picLocks noGrp="1" noChangeAspect="1"/>
          </p:cNvPicPr>
          <p:nvPr>
            <p:ph type="pic" sz="quarter" idx="60"/>
          </p:nvPr>
        </p:nvPicPr>
        <p:blipFill>
          <a:blip r:embed="rId9">
            <a:extLst>
              <a:ext uri="{96DAC541-7B7A-43D3-8B79-37D633B846F1}">
                <asvg:svgBlip xmlns:asvg="http://schemas.microsoft.com/office/drawing/2016/SVG/main" r:embed="rId10"/>
              </a:ext>
            </a:extLst>
          </a:blip>
          <a:srcRect l="5948" r="5948"/>
          <a:stretch/>
        </p:blipFill>
        <p:spPr>
          <a:xfrm>
            <a:off x="8058641" y="2087782"/>
            <a:ext cx="1622425" cy="1841500"/>
          </a:xfrm>
        </p:spPr>
      </p:pic>
    </p:spTree>
    <p:extLst>
      <p:ext uri="{BB962C8B-B14F-4D97-AF65-F5344CB8AC3E}">
        <p14:creationId xmlns:p14="http://schemas.microsoft.com/office/powerpoint/2010/main" val="414072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1">
            <a:extLst>
              <a:ext uri="{FF2B5EF4-FFF2-40B4-BE49-F238E27FC236}">
                <a16:creationId xmlns:a16="http://schemas.microsoft.com/office/drawing/2014/main" id="{93C46E0A-040B-0010-83B5-AFB920119383}"/>
              </a:ext>
            </a:extLst>
          </p:cNvPr>
          <p:cNvSpPr>
            <a:spLocks noGrp="1"/>
          </p:cNvSpPr>
          <p:nvPr>
            <p:ph type="body" sz="quarter" idx="27"/>
          </p:nvPr>
        </p:nvSpPr>
        <p:spPr>
          <a:xfrm>
            <a:off x="4626904" y="3841560"/>
            <a:ext cx="4574246" cy="587964"/>
          </a:xfrm>
        </p:spPr>
        <p:txBody>
          <a:bodyPr/>
          <a:lstStyle/>
          <a:p>
            <a:pPr marL="285750" indent="-285750">
              <a:buFont typeface="Wingdings" panose="05000000000000000000" pitchFamily="2" charset="2"/>
              <a:buChar char="Ø"/>
            </a:pPr>
            <a:r>
              <a:rPr lang="en-US" sz="1800" b="0" dirty="0"/>
              <a:t>Activate Health Dashboards and Data Certification</a:t>
            </a:r>
          </a:p>
        </p:txBody>
      </p:sp>
      <p:sp>
        <p:nvSpPr>
          <p:cNvPr id="21" name="Title 3">
            <a:extLst>
              <a:ext uri="{FF2B5EF4-FFF2-40B4-BE49-F238E27FC236}">
                <a16:creationId xmlns:a16="http://schemas.microsoft.com/office/drawing/2014/main" id="{D254EE33-BF05-7EAC-AD31-EC04460C5EA1}"/>
              </a:ext>
            </a:extLst>
          </p:cNvPr>
          <p:cNvSpPr>
            <a:spLocks noGrp="1"/>
          </p:cNvSpPr>
          <p:nvPr>
            <p:ph type="title"/>
          </p:nvPr>
        </p:nvSpPr>
        <p:spPr>
          <a:xfrm>
            <a:off x="4550704" y="1690878"/>
            <a:ext cx="6599429" cy="1325563"/>
          </a:xfrm>
        </p:spPr>
        <p:txBody>
          <a:bodyPr anchor="b">
            <a:normAutofit/>
          </a:bodyPr>
          <a:lstStyle/>
          <a:p>
            <a:r>
              <a:rPr lang="en-US" sz="2800" dirty="0">
                <a:solidFill>
                  <a:srgbClr val="FABE79"/>
                </a:solidFill>
              </a:rPr>
              <a:t>Define</a:t>
            </a:r>
            <a:r>
              <a:rPr lang="en-US" sz="3100" dirty="0">
                <a:solidFill>
                  <a:srgbClr val="FABE79"/>
                </a:solidFill>
              </a:rPr>
              <a:t> the CSDM / CMDB Data model</a:t>
            </a:r>
          </a:p>
        </p:txBody>
      </p:sp>
      <p:sp>
        <p:nvSpPr>
          <p:cNvPr id="34" name="Text Placeholder 5">
            <a:extLst>
              <a:ext uri="{FF2B5EF4-FFF2-40B4-BE49-F238E27FC236}">
                <a16:creationId xmlns:a16="http://schemas.microsoft.com/office/drawing/2014/main" id="{55CB75FE-60FA-FDCF-5EAD-369243F7C75C}"/>
              </a:ext>
            </a:extLst>
          </p:cNvPr>
          <p:cNvSpPr>
            <a:spLocks noGrp="1"/>
          </p:cNvSpPr>
          <p:nvPr>
            <p:ph type="body" sz="quarter" idx="52"/>
          </p:nvPr>
        </p:nvSpPr>
        <p:spPr>
          <a:xfrm>
            <a:off x="4626904" y="5167122"/>
            <a:ext cx="4955246" cy="587964"/>
          </a:xfrm>
        </p:spPr>
        <p:txBody>
          <a:bodyPr/>
          <a:lstStyle/>
          <a:p>
            <a:pPr marL="285750" indent="-285750">
              <a:buFont typeface="Wingdings" panose="05000000000000000000" pitchFamily="2" charset="2"/>
              <a:buChar char="Ø"/>
            </a:pPr>
            <a:r>
              <a:rPr lang="en-US" sz="1800" b="0" dirty="0"/>
              <a:t>Load Data in CSDM tables and make ServiceNow the golden source if possible</a:t>
            </a:r>
          </a:p>
        </p:txBody>
      </p:sp>
      <p:sp>
        <p:nvSpPr>
          <p:cNvPr id="12" name="Slide Number Placeholder 11">
            <a:extLst>
              <a:ext uri="{FF2B5EF4-FFF2-40B4-BE49-F238E27FC236}">
                <a16:creationId xmlns:a16="http://schemas.microsoft.com/office/drawing/2014/main" id="{39631633-041E-1A07-6D52-4076DA2281BA}"/>
              </a:ext>
            </a:extLst>
          </p:cNvPr>
          <p:cNvSpPr>
            <a:spLocks noGrp="1"/>
          </p:cNvSpPr>
          <p:nvPr>
            <p:ph type="sldNum" sz="quarter" idx="55"/>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25</a:t>
            </a:fld>
            <a:endParaRPr lang="en-US" altLang="zh-CN"/>
          </a:p>
        </p:txBody>
      </p:sp>
      <p:pic>
        <p:nvPicPr>
          <p:cNvPr id="2" name="Picture Placeholder 13" descr="Badge 1 with solid fill">
            <a:extLst>
              <a:ext uri="{FF2B5EF4-FFF2-40B4-BE49-F238E27FC236}">
                <a16:creationId xmlns:a16="http://schemas.microsoft.com/office/drawing/2014/main" id="{F76FA26C-A967-35AE-8835-057754B0AF4C}"/>
              </a:ext>
            </a:extLst>
          </p:cNvPr>
          <p:cNvPicPr>
            <a:picLocks noGrp="1" noChangeAspect="1"/>
          </p:cNvPicPr>
          <p:nvPr>
            <p:ph type="pic" sz="quarter" idx="51"/>
          </p:nvPr>
        </p:nvPicPr>
        <p:blipFill>
          <a:blip r:embed="rId3">
            <a:extLst>
              <a:ext uri="{96DAC541-7B7A-43D3-8B79-37D633B846F1}">
                <asvg:svgBlip xmlns:asvg="http://schemas.microsoft.com/office/drawing/2016/SVG/main" r:embed="rId4"/>
              </a:ext>
            </a:extLst>
          </a:blip>
          <a:srcRect l="5996" r="5996"/>
          <a:stretch/>
        </p:blipFill>
        <p:spPr>
          <a:xfrm>
            <a:off x="1787525" y="2295525"/>
            <a:ext cx="1887538" cy="2144713"/>
          </a:xfrm>
        </p:spPr>
      </p:pic>
    </p:spTree>
    <p:extLst>
      <p:ext uri="{BB962C8B-B14F-4D97-AF65-F5344CB8AC3E}">
        <p14:creationId xmlns:p14="http://schemas.microsoft.com/office/powerpoint/2010/main" val="2068558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1">
            <a:extLst>
              <a:ext uri="{FF2B5EF4-FFF2-40B4-BE49-F238E27FC236}">
                <a16:creationId xmlns:a16="http://schemas.microsoft.com/office/drawing/2014/main" id="{93C46E0A-040B-0010-83B5-AFB920119383}"/>
              </a:ext>
            </a:extLst>
          </p:cNvPr>
          <p:cNvSpPr>
            <a:spLocks noGrp="1"/>
          </p:cNvSpPr>
          <p:nvPr>
            <p:ph type="body" sz="quarter" idx="27"/>
          </p:nvPr>
        </p:nvSpPr>
        <p:spPr>
          <a:xfrm>
            <a:off x="4550704" y="4146256"/>
            <a:ext cx="5801610" cy="587964"/>
          </a:xfrm>
        </p:spPr>
        <p:txBody>
          <a:bodyPr/>
          <a:lstStyle/>
          <a:p>
            <a:pPr marL="285750" indent="-285750">
              <a:buFont typeface="Wingdings" panose="05000000000000000000" pitchFamily="2" charset="2"/>
              <a:buChar char="Ø"/>
            </a:pPr>
            <a:r>
              <a:rPr lang="en-US" sz="1800" b="0" dirty="0">
                <a:solidFill>
                  <a:schemeClr val="tx1"/>
                </a:solidFill>
              </a:rPr>
              <a:t>Create an interface between the </a:t>
            </a:r>
            <a:r>
              <a:rPr lang="fr-FR" sz="1800" b="0" dirty="0" err="1">
                <a:solidFill>
                  <a:schemeClr val="tx1"/>
                </a:solidFill>
              </a:rPr>
              <a:t>Remedy’s</a:t>
            </a:r>
            <a:r>
              <a:rPr lang="fr-FR" sz="1800" b="0" dirty="0">
                <a:solidFill>
                  <a:schemeClr val="tx1"/>
                </a:solidFill>
              </a:rPr>
              <a:t> </a:t>
            </a:r>
            <a:r>
              <a:rPr lang="en-US" sz="1800" b="0" dirty="0">
                <a:solidFill>
                  <a:schemeClr val="tx1"/>
                </a:solidFill>
              </a:rPr>
              <a:t>CMDB and ServiceNow’s CMDB to load as a minimum the principal Classes and there relationship (no big bang approach)</a:t>
            </a:r>
          </a:p>
        </p:txBody>
      </p:sp>
      <p:sp>
        <p:nvSpPr>
          <p:cNvPr id="21" name="Title 3">
            <a:extLst>
              <a:ext uri="{FF2B5EF4-FFF2-40B4-BE49-F238E27FC236}">
                <a16:creationId xmlns:a16="http://schemas.microsoft.com/office/drawing/2014/main" id="{D254EE33-BF05-7EAC-AD31-EC04460C5EA1}"/>
              </a:ext>
            </a:extLst>
          </p:cNvPr>
          <p:cNvSpPr>
            <a:spLocks noGrp="1"/>
          </p:cNvSpPr>
          <p:nvPr>
            <p:ph type="title"/>
          </p:nvPr>
        </p:nvSpPr>
        <p:spPr>
          <a:xfrm>
            <a:off x="4550704" y="1690878"/>
            <a:ext cx="6599429" cy="1325563"/>
          </a:xfrm>
        </p:spPr>
        <p:txBody>
          <a:bodyPr anchor="b">
            <a:normAutofit/>
          </a:bodyPr>
          <a:lstStyle/>
          <a:p>
            <a:r>
              <a:rPr lang="en-US" sz="3100" dirty="0">
                <a:solidFill>
                  <a:srgbClr val="FABE79"/>
                </a:solidFill>
              </a:rPr>
              <a:t>Create an interface</a:t>
            </a:r>
          </a:p>
        </p:txBody>
      </p:sp>
      <p:sp>
        <p:nvSpPr>
          <p:cNvPr id="12" name="Slide Number Placeholder 11">
            <a:extLst>
              <a:ext uri="{FF2B5EF4-FFF2-40B4-BE49-F238E27FC236}">
                <a16:creationId xmlns:a16="http://schemas.microsoft.com/office/drawing/2014/main" id="{39631633-041E-1A07-6D52-4076DA2281BA}"/>
              </a:ext>
            </a:extLst>
          </p:cNvPr>
          <p:cNvSpPr>
            <a:spLocks noGrp="1"/>
          </p:cNvSpPr>
          <p:nvPr>
            <p:ph type="sldNum" sz="quarter" idx="55"/>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26</a:t>
            </a:fld>
            <a:endParaRPr lang="en-US" altLang="zh-CN"/>
          </a:p>
        </p:txBody>
      </p:sp>
      <p:pic>
        <p:nvPicPr>
          <p:cNvPr id="2" name="Picture Placeholder 13" descr="Badge with solid fill">
            <a:extLst>
              <a:ext uri="{FF2B5EF4-FFF2-40B4-BE49-F238E27FC236}">
                <a16:creationId xmlns:a16="http://schemas.microsoft.com/office/drawing/2014/main" id="{F76FA26C-A967-35AE-8835-057754B0AF4C}"/>
              </a:ext>
            </a:extLst>
          </p:cNvPr>
          <p:cNvPicPr>
            <a:picLocks noGrp="1" noChangeAspect="1"/>
          </p:cNvPicPr>
          <p:nvPr>
            <p:ph type="pic" sz="quarter" idx="51"/>
          </p:nvPr>
        </p:nvPicPr>
        <p:blipFill>
          <a:blip r:embed="rId3">
            <a:extLst>
              <a:ext uri="{96DAC541-7B7A-43D3-8B79-37D633B846F1}">
                <asvg:svgBlip xmlns:asvg="http://schemas.microsoft.com/office/drawing/2016/SVG/main" r:embed="rId4"/>
              </a:ext>
            </a:extLst>
          </a:blip>
          <a:srcRect l="5996" r="5996"/>
          <a:stretch/>
        </p:blipFill>
        <p:spPr>
          <a:xfrm>
            <a:off x="1787525" y="2295525"/>
            <a:ext cx="1887538" cy="2144713"/>
          </a:xfrm>
        </p:spPr>
      </p:pic>
      <p:pic>
        <p:nvPicPr>
          <p:cNvPr id="5" name="Picture 2">
            <a:extLst>
              <a:ext uri="{FF2B5EF4-FFF2-40B4-BE49-F238E27FC236}">
                <a16:creationId xmlns:a16="http://schemas.microsoft.com/office/drawing/2014/main" id="{C9FD289C-E85F-2D6B-820A-F8D274C411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6466" r="24621" b="-1"/>
          <a:stretch/>
        </p:blipFill>
        <p:spPr bwMode="auto">
          <a:xfrm>
            <a:off x="0" y="3429000"/>
            <a:ext cx="1760295" cy="2024347"/>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rgbClr val="FFFFFF"/>
          </a:solidFill>
        </p:spPr>
      </p:pic>
    </p:spTree>
    <p:extLst>
      <p:ext uri="{BB962C8B-B14F-4D97-AF65-F5344CB8AC3E}">
        <p14:creationId xmlns:p14="http://schemas.microsoft.com/office/powerpoint/2010/main" val="281765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1">
            <a:extLst>
              <a:ext uri="{FF2B5EF4-FFF2-40B4-BE49-F238E27FC236}">
                <a16:creationId xmlns:a16="http://schemas.microsoft.com/office/drawing/2014/main" id="{93C46E0A-040B-0010-83B5-AFB920119383}"/>
              </a:ext>
            </a:extLst>
          </p:cNvPr>
          <p:cNvSpPr>
            <a:spLocks noGrp="1"/>
          </p:cNvSpPr>
          <p:nvPr>
            <p:ph type="body" sz="quarter" idx="27"/>
          </p:nvPr>
        </p:nvSpPr>
        <p:spPr>
          <a:xfrm>
            <a:off x="4550704" y="4146256"/>
            <a:ext cx="5574371" cy="587964"/>
          </a:xfrm>
        </p:spPr>
        <p:txBody>
          <a:bodyPr/>
          <a:lstStyle/>
          <a:p>
            <a:pPr marL="285750" indent="-285750">
              <a:buFont typeface="Wingdings" panose="05000000000000000000" pitchFamily="2" charset="2"/>
              <a:buChar char="Ø"/>
            </a:pPr>
            <a:r>
              <a:rPr lang="en-US" sz="1800" b="0" dirty="0">
                <a:solidFill>
                  <a:schemeClr val="tx1"/>
                </a:solidFill>
              </a:rPr>
              <a:t>Activate Discovery and each time a new perimeter is configured, deactivate the concerned Remedy interface</a:t>
            </a:r>
          </a:p>
        </p:txBody>
      </p:sp>
      <p:sp>
        <p:nvSpPr>
          <p:cNvPr id="21" name="Title 3">
            <a:extLst>
              <a:ext uri="{FF2B5EF4-FFF2-40B4-BE49-F238E27FC236}">
                <a16:creationId xmlns:a16="http://schemas.microsoft.com/office/drawing/2014/main" id="{D254EE33-BF05-7EAC-AD31-EC04460C5EA1}"/>
              </a:ext>
            </a:extLst>
          </p:cNvPr>
          <p:cNvSpPr>
            <a:spLocks noGrp="1"/>
          </p:cNvSpPr>
          <p:nvPr>
            <p:ph type="title"/>
          </p:nvPr>
        </p:nvSpPr>
        <p:spPr>
          <a:xfrm>
            <a:off x="4550704" y="1690878"/>
            <a:ext cx="6599429" cy="1325563"/>
          </a:xfrm>
        </p:spPr>
        <p:txBody>
          <a:bodyPr anchor="b">
            <a:normAutofit/>
          </a:bodyPr>
          <a:lstStyle/>
          <a:p>
            <a:r>
              <a:rPr lang="en-US" sz="3100" dirty="0">
                <a:solidFill>
                  <a:srgbClr val="FABE79"/>
                </a:solidFill>
              </a:rPr>
              <a:t>Activate Discovery</a:t>
            </a:r>
          </a:p>
        </p:txBody>
      </p:sp>
      <p:sp>
        <p:nvSpPr>
          <p:cNvPr id="12" name="Slide Number Placeholder 11">
            <a:extLst>
              <a:ext uri="{FF2B5EF4-FFF2-40B4-BE49-F238E27FC236}">
                <a16:creationId xmlns:a16="http://schemas.microsoft.com/office/drawing/2014/main" id="{39631633-041E-1A07-6D52-4076DA2281BA}"/>
              </a:ext>
            </a:extLst>
          </p:cNvPr>
          <p:cNvSpPr>
            <a:spLocks noGrp="1"/>
          </p:cNvSpPr>
          <p:nvPr>
            <p:ph type="sldNum" sz="quarter" idx="55"/>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27</a:t>
            </a:fld>
            <a:endParaRPr lang="en-US" altLang="zh-CN"/>
          </a:p>
        </p:txBody>
      </p:sp>
      <p:pic>
        <p:nvPicPr>
          <p:cNvPr id="2" name="Picture Placeholder 13" descr="Badge 3 with solid fill">
            <a:extLst>
              <a:ext uri="{FF2B5EF4-FFF2-40B4-BE49-F238E27FC236}">
                <a16:creationId xmlns:a16="http://schemas.microsoft.com/office/drawing/2014/main" id="{F76FA26C-A967-35AE-8835-057754B0AF4C}"/>
              </a:ext>
            </a:extLst>
          </p:cNvPr>
          <p:cNvPicPr>
            <a:picLocks noGrp="1" noChangeAspect="1"/>
          </p:cNvPicPr>
          <p:nvPr>
            <p:ph type="pic" sz="quarter" idx="51"/>
          </p:nvPr>
        </p:nvPicPr>
        <p:blipFill>
          <a:blip r:embed="rId3">
            <a:extLst>
              <a:ext uri="{96DAC541-7B7A-43D3-8B79-37D633B846F1}">
                <asvg:svgBlip xmlns:asvg="http://schemas.microsoft.com/office/drawing/2016/SVG/main" r:embed="rId4"/>
              </a:ext>
            </a:extLst>
          </a:blip>
          <a:srcRect l="5996" r="5996"/>
          <a:stretch/>
        </p:blipFill>
        <p:spPr>
          <a:xfrm>
            <a:off x="1787525" y="2295525"/>
            <a:ext cx="1887538" cy="2144713"/>
          </a:xfrm>
        </p:spPr>
      </p:pic>
    </p:spTree>
    <p:extLst>
      <p:ext uri="{BB962C8B-B14F-4D97-AF65-F5344CB8AC3E}">
        <p14:creationId xmlns:p14="http://schemas.microsoft.com/office/powerpoint/2010/main" val="3876661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1">
            <a:extLst>
              <a:ext uri="{FF2B5EF4-FFF2-40B4-BE49-F238E27FC236}">
                <a16:creationId xmlns:a16="http://schemas.microsoft.com/office/drawing/2014/main" id="{93C46E0A-040B-0010-83B5-AFB920119383}"/>
              </a:ext>
            </a:extLst>
          </p:cNvPr>
          <p:cNvSpPr>
            <a:spLocks noGrp="1"/>
          </p:cNvSpPr>
          <p:nvPr>
            <p:ph type="body" sz="quarter" idx="27"/>
          </p:nvPr>
        </p:nvSpPr>
        <p:spPr>
          <a:xfrm>
            <a:off x="4550703" y="3841560"/>
            <a:ext cx="5507697" cy="587964"/>
          </a:xfrm>
        </p:spPr>
        <p:txBody>
          <a:bodyPr/>
          <a:lstStyle/>
          <a:p>
            <a:pPr marL="285750" indent="-285750">
              <a:buFont typeface="Wingdings" panose="05000000000000000000" pitchFamily="2" charset="2"/>
              <a:buChar char="Ø"/>
            </a:pPr>
            <a:r>
              <a:rPr lang="en-US" sz="1800" b="0" dirty="0">
                <a:solidFill>
                  <a:schemeClr val="tx1"/>
                </a:solidFill>
              </a:rPr>
              <a:t>Activate Service Mapping and map your Services with the CMDB infrastructure</a:t>
            </a:r>
          </a:p>
        </p:txBody>
      </p:sp>
      <p:sp>
        <p:nvSpPr>
          <p:cNvPr id="21" name="Title 3">
            <a:extLst>
              <a:ext uri="{FF2B5EF4-FFF2-40B4-BE49-F238E27FC236}">
                <a16:creationId xmlns:a16="http://schemas.microsoft.com/office/drawing/2014/main" id="{D254EE33-BF05-7EAC-AD31-EC04460C5EA1}"/>
              </a:ext>
            </a:extLst>
          </p:cNvPr>
          <p:cNvSpPr>
            <a:spLocks noGrp="1"/>
          </p:cNvSpPr>
          <p:nvPr>
            <p:ph type="title"/>
          </p:nvPr>
        </p:nvSpPr>
        <p:spPr>
          <a:xfrm>
            <a:off x="4550704" y="1690878"/>
            <a:ext cx="6599429" cy="1325563"/>
          </a:xfrm>
        </p:spPr>
        <p:txBody>
          <a:bodyPr anchor="b">
            <a:normAutofit/>
          </a:bodyPr>
          <a:lstStyle/>
          <a:p>
            <a:r>
              <a:rPr lang="en-US" sz="3100" dirty="0">
                <a:solidFill>
                  <a:srgbClr val="FABE79"/>
                </a:solidFill>
              </a:rPr>
              <a:t>Activate Service Mapping</a:t>
            </a:r>
          </a:p>
        </p:txBody>
      </p:sp>
      <p:sp>
        <p:nvSpPr>
          <p:cNvPr id="12" name="Slide Number Placeholder 11">
            <a:extLst>
              <a:ext uri="{FF2B5EF4-FFF2-40B4-BE49-F238E27FC236}">
                <a16:creationId xmlns:a16="http://schemas.microsoft.com/office/drawing/2014/main" id="{39631633-041E-1A07-6D52-4076DA2281BA}"/>
              </a:ext>
            </a:extLst>
          </p:cNvPr>
          <p:cNvSpPr>
            <a:spLocks noGrp="1"/>
          </p:cNvSpPr>
          <p:nvPr>
            <p:ph type="sldNum" sz="quarter" idx="55"/>
          </p:nvPr>
        </p:nvSpPr>
        <p:spPr>
          <a:xfrm>
            <a:off x="11194169" y="6217920"/>
            <a:ext cx="458592" cy="365125"/>
          </a:xfrm>
        </p:spPr>
        <p:txBody>
          <a:bodyPr anchor="ctr">
            <a:normAutofit/>
          </a:bodyPr>
          <a:lstStyle/>
          <a:p>
            <a:pPr>
              <a:spcAft>
                <a:spcPts val="600"/>
              </a:spcAft>
            </a:pPr>
            <a:fld id="{47FEACEE-25B4-4A2D-B147-27296E36371D}" type="slidenum">
              <a:rPr lang="en-US" altLang="zh-CN" smtClean="0"/>
              <a:pPr>
                <a:spcAft>
                  <a:spcPts val="600"/>
                </a:spcAft>
              </a:pPr>
              <a:t>28</a:t>
            </a:fld>
            <a:endParaRPr lang="en-US" altLang="zh-CN"/>
          </a:p>
        </p:txBody>
      </p:sp>
      <p:pic>
        <p:nvPicPr>
          <p:cNvPr id="2" name="Picture Placeholder 13" descr="Badge 4 with solid fill">
            <a:extLst>
              <a:ext uri="{FF2B5EF4-FFF2-40B4-BE49-F238E27FC236}">
                <a16:creationId xmlns:a16="http://schemas.microsoft.com/office/drawing/2014/main" id="{F76FA26C-A967-35AE-8835-057754B0AF4C}"/>
              </a:ext>
            </a:extLst>
          </p:cNvPr>
          <p:cNvPicPr>
            <a:picLocks noGrp="1" noChangeAspect="1"/>
          </p:cNvPicPr>
          <p:nvPr>
            <p:ph type="pic" sz="quarter" idx="51"/>
          </p:nvPr>
        </p:nvPicPr>
        <p:blipFill>
          <a:blip r:embed="rId3">
            <a:extLst>
              <a:ext uri="{96DAC541-7B7A-43D3-8B79-37D633B846F1}">
                <asvg:svgBlip xmlns:asvg="http://schemas.microsoft.com/office/drawing/2016/SVG/main" r:embed="rId4"/>
              </a:ext>
            </a:extLst>
          </a:blip>
          <a:srcRect l="5996" r="5996"/>
          <a:stretch/>
        </p:blipFill>
        <p:spPr>
          <a:xfrm>
            <a:off x="1787525" y="2295525"/>
            <a:ext cx="1887538" cy="2144713"/>
          </a:xfrm>
        </p:spPr>
      </p:pic>
      <p:sp>
        <p:nvSpPr>
          <p:cNvPr id="5" name="Text Placeholder 1">
            <a:extLst>
              <a:ext uri="{FF2B5EF4-FFF2-40B4-BE49-F238E27FC236}">
                <a16:creationId xmlns:a16="http://schemas.microsoft.com/office/drawing/2014/main" id="{06CDD872-49EC-7E9B-FB71-567514C66A70}"/>
              </a:ext>
            </a:extLst>
          </p:cNvPr>
          <p:cNvSpPr txBox="1">
            <a:spLocks/>
          </p:cNvSpPr>
          <p:nvPr/>
        </p:nvSpPr>
        <p:spPr>
          <a:xfrm>
            <a:off x="4550703" y="5254643"/>
            <a:ext cx="5136222" cy="587964"/>
          </a:xfrm>
          <a:prstGeom prst="rect">
            <a:avLst/>
          </a:prstGeom>
        </p:spPr>
        <p:txBody>
          <a:bodyPr vert="horz" lIns="91440" tIns="45720" rIns="91440" bIns="45720" rtlCol="0" anchor="b">
            <a:no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Ø"/>
            </a:pPr>
            <a:r>
              <a:rPr lang="en-US" sz="1800" b="0" kern="1200" dirty="0">
                <a:solidFill>
                  <a:schemeClr val="tx1"/>
                </a:solidFill>
                <a:effectLst/>
                <a:latin typeface="Abadi" panose="020B0604020104020204" pitchFamily="34" charset="0"/>
                <a:ea typeface="+mn-ea"/>
                <a:cs typeface="+mn-cs"/>
              </a:rPr>
              <a:t>When ServiceNow CMDB is the golden source </a:t>
            </a:r>
            <a:r>
              <a:rPr lang="en-US" b="0" dirty="0">
                <a:solidFill>
                  <a:schemeClr val="tx1"/>
                </a:solidFill>
                <a:latin typeface="Abadi" panose="020B0604020104020204" pitchFamily="34" charset="0"/>
              </a:rPr>
              <a:t>:</a:t>
            </a:r>
          </a:p>
          <a:p>
            <a:pPr marL="971550" lvl="1" indent="-285750">
              <a:buFont typeface="Wingdings" panose="05000000000000000000" pitchFamily="2" charset="2"/>
              <a:buChar char="§"/>
            </a:pPr>
            <a:r>
              <a:rPr lang="en-US" sz="1400" kern="1200" dirty="0">
                <a:solidFill>
                  <a:schemeClr val="tx1"/>
                </a:solidFill>
                <a:effectLst/>
                <a:latin typeface="Abadi" panose="020B0604020104020204" pitchFamily="34" charset="0"/>
                <a:ea typeface="+mn-ea"/>
                <a:cs typeface="+mn-cs"/>
              </a:rPr>
              <a:t>Deactivate Remedy</a:t>
            </a:r>
            <a:endParaRPr lang="en-US" sz="1400" dirty="0">
              <a:solidFill>
                <a:schemeClr val="tx1"/>
              </a:solidFill>
              <a:effectLst/>
            </a:endParaRPr>
          </a:p>
        </p:txBody>
      </p:sp>
    </p:spTree>
    <p:extLst>
      <p:ext uri="{BB962C8B-B14F-4D97-AF65-F5344CB8AC3E}">
        <p14:creationId xmlns:p14="http://schemas.microsoft.com/office/powerpoint/2010/main" val="27830920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dirty="0">
                <a:solidFill>
                  <a:srgbClr val="FABE79"/>
                </a:solidFill>
              </a:rPr>
              <a:t>Next steps</a:t>
            </a:r>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29</a:t>
            </a:fld>
            <a:endParaRPr lang="en-US" altLang="zh-CN" dirty="0"/>
          </a:p>
        </p:txBody>
      </p:sp>
      <p:pic>
        <p:nvPicPr>
          <p:cNvPr id="1030" name="Picture 6">
            <a:extLst>
              <a:ext uri="{FF2B5EF4-FFF2-40B4-BE49-F238E27FC236}">
                <a16:creationId xmlns:a16="http://schemas.microsoft.com/office/drawing/2014/main" id="{F9E4228B-60D9-E5C6-7B46-6D4B15498E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2827" y="4630451"/>
            <a:ext cx="1936865" cy="193686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Diagram 1">
            <a:extLst>
              <a:ext uri="{FF2B5EF4-FFF2-40B4-BE49-F238E27FC236}">
                <a16:creationId xmlns:a16="http://schemas.microsoft.com/office/drawing/2014/main" id="{481386D5-6DAA-03D3-DC73-2863C02AA9CF}"/>
              </a:ext>
            </a:extLst>
          </p:cNvPr>
          <p:cNvGraphicFramePr/>
          <p:nvPr>
            <p:extLst>
              <p:ext uri="{D42A27DB-BD31-4B8C-83A1-F6EECF244321}">
                <p14:modId xmlns:p14="http://schemas.microsoft.com/office/powerpoint/2010/main" val="1670021894"/>
              </p:ext>
            </p:extLst>
          </p:nvPr>
        </p:nvGraphicFramePr>
        <p:xfrm>
          <a:off x="1162612" y="772644"/>
          <a:ext cx="9866775" cy="48419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1972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dirty="0">
                <a:solidFill>
                  <a:srgbClr val="FABE79"/>
                </a:solidFill>
              </a:rPr>
              <a:t>Next steps</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a:xfrm>
            <a:off x="5271608" y="1469068"/>
            <a:ext cx="5162709" cy="2997053"/>
          </a:xfrm>
        </p:spPr>
        <p:txBody>
          <a:bodyPr/>
          <a:lstStyle/>
          <a:p>
            <a:pPr marL="0" indent="0">
              <a:buNone/>
            </a:pPr>
            <a:r>
              <a:rPr lang="en-US" sz="1800" dirty="0"/>
              <a:t>Ensure Data Quality &amp; Governance – Regularly audit and certify data accuracy using Data Certification and Health Dashboards.</a:t>
            </a:r>
          </a:p>
          <a:p>
            <a:pPr marL="0" indent="0">
              <a:buNone/>
            </a:pPr>
            <a:endParaRPr lang="en-US" sz="1800" dirty="0"/>
          </a:p>
          <a:p>
            <a:pPr marL="0" indent="0">
              <a:buNone/>
            </a:pPr>
            <a:r>
              <a:rPr lang="en-US" sz="1800" dirty="0"/>
              <a:t>Integrate with ITSM</a:t>
            </a:r>
          </a:p>
          <a:p>
            <a:pPr marL="0" indent="0">
              <a:buNone/>
            </a:pPr>
            <a:endParaRPr lang="en-US" sz="1800" dirty="0"/>
          </a:p>
          <a:p>
            <a:pPr marL="0" indent="0">
              <a:buNone/>
            </a:pPr>
            <a:r>
              <a:rPr lang="en-US" sz="1800" dirty="0"/>
              <a:t>Plan a phased rollout</a:t>
            </a:r>
          </a:p>
          <a:p>
            <a:pPr marL="0" indent="0">
              <a:buNone/>
            </a:pPr>
            <a:endParaRPr lang="en-US" sz="1800" dirty="0"/>
          </a:p>
          <a:p>
            <a:pPr marL="0" indent="0">
              <a:buNone/>
            </a:pPr>
            <a:r>
              <a:rPr lang="en-US" sz="1800" dirty="0"/>
              <a:t>ServiceNow recommendation : </a:t>
            </a:r>
          </a:p>
          <a:p>
            <a:pPr marL="457200" lvl="1" indent="0">
              <a:buNone/>
            </a:pPr>
            <a:r>
              <a:rPr lang="en-US" sz="1400" dirty="0">
                <a:hlinkClick r:id="rId3"/>
              </a:rPr>
              <a:t>How to configure incident management to align with CSDM</a:t>
            </a:r>
            <a:endParaRPr lang="en-US" sz="1800" dirty="0"/>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30</a:t>
            </a:fld>
            <a:endParaRPr lang="en-US" altLang="zh-CN" dirty="0"/>
          </a:p>
        </p:txBody>
      </p:sp>
      <p:pic>
        <p:nvPicPr>
          <p:cNvPr id="1030" name="Picture 6">
            <a:extLst>
              <a:ext uri="{FF2B5EF4-FFF2-40B4-BE49-F238E27FC236}">
                <a16:creationId xmlns:a16="http://schemas.microsoft.com/office/drawing/2014/main" id="{F9E4228B-60D9-E5C6-7B46-6D4B15498E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4423" y="2460567"/>
            <a:ext cx="1936865" cy="1936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250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63DBB8F-CD8F-4A12-2D83-CD09B04600C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D42E649-91DB-B25E-F384-1ACC32916A00}"/>
              </a:ext>
            </a:extLst>
          </p:cNvPr>
          <p:cNvSpPr>
            <a:spLocks noGrp="1"/>
          </p:cNvSpPr>
          <p:nvPr>
            <p:ph type="title"/>
          </p:nvPr>
        </p:nvSpPr>
        <p:spPr/>
        <p:txBody>
          <a:bodyPr/>
          <a:lstStyle/>
          <a:p>
            <a:r>
              <a:rPr lang="en-US" dirty="0">
                <a:solidFill>
                  <a:srgbClr val="FABE79"/>
                </a:solidFill>
              </a:rPr>
              <a:t>Key takeaways</a:t>
            </a:r>
          </a:p>
        </p:txBody>
      </p:sp>
      <p:sp>
        <p:nvSpPr>
          <p:cNvPr id="10" name="Text Placeholder 9">
            <a:extLst>
              <a:ext uri="{FF2B5EF4-FFF2-40B4-BE49-F238E27FC236}">
                <a16:creationId xmlns:a16="http://schemas.microsoft.com/office/drawing/2014/main" id="{B9FF907B-42D3-3FE3-DD8C-CB325358C134}"/>
              </a:ext>
            </a:extLst>
          </p:cNvPr>
          <p:cNvSpPr>
            <a:spLocks noGrp="1"/>
          </p:cNvSpPr>
          <p:nvPr>
            <p:ph type="body" sz="quarter" idx="28"/>
          </p:nvPr>
        </p:nvSpPr>
        <p:spPr>
          <a:xfrm>
            <a:off x="502665" y="1845895"/>
            <a:ext cx="5162709" cy="2997053"/>
          </a:xfrm>
        </p:spPr>
        <p:txBody>
          <a:bodyPr/>
          <a:lstStyle/>
          <a:p>
            <a:r>
              <a:rPr lang="en-US" sz="1800" dirty="0"/>
              <a:t> Centralized best-in-class CMDB</a:t>
            </a:r>
          </a:p>
          <a:p>
            <a:pPr marL="0" indent="0">
              <a:buNone/>
            </a:pPr>
            <a:endParaRPr lang="en-US" sz="1800" dirty="0"/>
          </a:p>
          <a:p>
            <a:r>
              <a:rPr lang="en-US" sz="1800" dirty="0"/>
              <a:t>Why the framework CSDM is crucial and an angular point in ServiceNow</a:t>
            </a:r>
          </a:p>
          <a:p>
            <a:endParaRPr lang="en-US" sz="1800" dirty="0"/>
          </a:p>
          <a:p>
            <a:r>
              <a:rPr lang="en-US" sz="1800" dirty="0"/>
              <a:t>Simplification and automation of processes across the enterprise. </a:t>
            </a:r>
          </a:p>
          <a:p>
            <a:endParaRPr lang="en-US" sz="1800" dirty="0"/>
          </a:p>
          <a:p>
            <a:r>
              <a:rPr lang="en-US" sz="1800" dirty="0"/>
              <a:t>Extendibility of the platform across the Sovereign Bank Group</a:t>
            </a:r>
          </a:p>
          <a:p>
            <a:endParaRPr lang="en-US" sz="1800" dirty="0"/>
          </a:p>
          <a:p>
            <a:endParaRPr lang="en-US" sz="1800" dirty="0"/>
          </a:p>
        </p:txBody>
      </p:sp>
      <p:sp>
        <p:nvSpPr>
          <p:cNvPr id="5" name="Slide Number Placeholder 4">
            <a:extLst>
              <a:ext uri="{FF2B5EF4-FFF2-40B4-BE49-F238E27FC236}">
                <a16:creationId xmlns:a16="http://schemas.microsoft.com/office/drawing/2014/main" id="{C06E2433-AC92-75E0-BECD-B2D6A05BF5C7}"/>
              </a:ext>
            </a:extLst>
          </p:cNvPr>
          <p:cNvSpPr>
            <a:spLocks noGrp="1"/>
          </p:cNvSpPr>
          <p:nvPr>
            <p:ph type="sldNum" sz="quarter" idx="40"/>
          </p:nvPr>
        </p:nvSpPr>
        <p:spPr/>
        <p:txBody>
          <a:bodyPr/>
          <a:lstStyle/>
          <a:p>
            <a:fld id="{47FEACEE-25B4-4A2D-B147-27296E36371D}" type="slidenum">
              <a:rPr lang="en-US" altLang="zh-CN" smtClean="0"/>
              <a:pPr/>
              <a:t>31</a:t>
            </a:fld>
            <a:endParaRPr lang="en-US" altLang="zh-CN" dirty="0"/>
          </a:p>
        </p:txBody>
      </p:sp>
      <p:pic>
        <p:nvPicPr>
          <p:cNvPr id="2" name="Picture 1" descr="A computer screen shot of a diagram&#10;&#10;Description automatically generated">
            <a:extLst>
              <a:ext uri="{FF2B5EF4-FFF2-40B4-BE49-F238E27FC236}">
                <a16:creationId xmlns:a16="http://schemas.microsoft.com/office/drawing/2014/main" id="{2D8D1B58-3F6C-C90D-59A7-4D6B2057F56B}"/>
              </a:ext>
            </a:extLst>
          </p:cNvPr>
          <p:cNvPicPr>
            <a:picLocks noChangeAspect="1"/>
          </p:cNvPicPr>
          <p:nvPr/>
        </p:nvPicPr>
        <p:blipFill>
          <a:blip r:embed="rId3"/>
          <a:stretch>
            <a:fillRect/>
          </a:stretch>
        </p:blipFill>
        <p:spPr>
          <a:xfrm>
            <a:off x="5290752" y="1845895"/>
            <a:ext cx="6690577" cy="3563222"/>
          </a:xfrm>
          <a:prstGeom prst="rect">
            <a:avLst/>
          </a:prstGeom>
        </p:spPr>
      </p:pic>
    </p:spTree>
    <p:extLst>
      <p:ext uri="{BB962C8B-B14F-4D97-AF65-F5344CB8AC3E}">
        <p14:creationId xmlns:p14="http://schemas.microsoft.com/office/powerpoint/2010/main" val="29342936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p:txBody>
          <a:bodyPr/>
          <a:lstStyle/>
          <a:p>
            <a:r>
              <a:rPr lang="en-US" dirty="0"/>
              <a:t>Thank you</a:t>
            </a:r>
          </a:p>
        </p:txBody>
      </p:sp>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cstate="print">
            <a:extLst>
              <a:ext uri="{28A0092B-C50C-407E-A947-70E740481C1C}">
                <a14:useLocalDpi xmlns:a14="http://schemas.microsoft.com/office/drawing/2010/main"/>
              </a:ext>
            </a:extLst>
          </a:blip>
          <a:srcRect/>
          <a:stretch/>
        </p:blipFill>
        <p:spPr/>
      </p:pic>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96000" y="3093990"/>
            <a:ext cx="3916218" cy="1879791"/>
          </a:xfrm>
        </p:spPr>
        <p:txBody>
          <a:bodyPr/>
          <a:lstStyle/>
          <a:p>
            <a:r>
              <a:rPr lang="en-US" dirty="0"/>
              <a:t>Group 7 – Now Architects</a:t>
            </a:r>
          </a:p>
          <a:p>
            <a:endParaRPr lang="en-US" dirty="0"/>
          </a:p>
        </p:txBody>
      </p:sp>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cstate="print">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529279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F357C0-CD2B-8435-1042-C12F840EE6A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7E6F686-3E79-14CE-C1F8-8CF7008CF3EF}"/>
              </a:ext>
            </a:extLst>
          </p:cNvPr>
          <p:cNvSpPr>
            <a:spLocks noGrp="1"/>
          </p:cNvSpPr>
          <p:nvPr>
            <p:ph type="title"/>
          </p:nvPr>
        </p:nvSpPr>
        <p:spPr/>
        <p:txBody>
          <a:bodyPr/>
          <a:lstStyle/>
          <a:p>
            <a:r>
              <a:rPr lang="en-US" dirty="0"/>
              <a:t>Preparation</a:t>
            </a:r>
          </a:p>
        </p:txBody>
      </p:sp>
      <p:sp>
        <p:nvSpPr>
          <p:cNvPr id="10" name="Text Placeholder 9">
            <a:extLst>
              <a:ext uri="{FF2B5EF4-FFF2-40B4-BE49-F238E27FC236}">
                <a16:creationId xmlns:a16="http://schemas.microsoft.com/office/drawing/2014/main" id="{7CD2A814-0E4E-EAFD-9AFC-F691E92BE197}"/>
              </a:ext>
            </a:extLst>
          </p:cNvPr>
          <p:cNvSpPr>
            <a:spLocks noGrp="1"/>
          </p:cNvSpPr>
          <p:nvPr>
            <p:ph type="body" sz="quarter" idx="28"/>
          </p:nvPr>
        </p:nvSpPr>
        <p:spPr>
          <a:xfrm>
            <a:off x="2532455" y="1586634"/>
            <a:ext cx="9250242" cy="5271366"/>
          </a:xfrm>
        </p:spPr>
        <p:txBody>
          <a:bodyPr/>
          <a:lstStyle/>
          <a:p>
            <a:r>
              <a:rPr lang="en-US" dirty="0"/>
              <a:t>Desired business outcomes:</a:t>
            </a:r>
          </a:p>
          <a:p>
            <a:pPr lvl="1"/>
            <a:r>
              <a:rPr lang="en-US" dirty="0"/>
              <a:t>A centralized best-in-class CMDB.</a:t>
            </a:r>
          </a:p>
          <a:p>
            <a:pPr lvl="1"/>
            <a:r>
              <a:rPr lang="en-US" dirty="0"/>
              <a:t>Data certification, architectural standards, and a health dashboard.</a:t>
            </a:r>
          </a:p>
          <a:p>
            <a:pPr lvl="1"/>
            <a:r>
              <a:rPr lang="en-US" dirty="0"/>
              <a:t>Simplification and automation of processes across the enterprise.</a:t>
            </a:r>
          </a:p>
          <a:p>
            <a:pPr lvl="1"/>
            <a:r>
              <a:rPr lang="en-US" dirty="0"/>
              <a:t>Extendibility of the platform across the Sovereign Bank Group.</a:t>
            </a:r>
          </a:p>
          <a:p>
            <a:pPr lvl="1"/>
            <a:endParaRPr lang="en-US" dirty="0"/>
          </a:p>
          <a:p>
            <a:r>
              <a:rPr lang="en-US" dirty="0"/>
              <a:t>Audience</a:t>
            </a:r>
          </a:p>
          <a:p>
            <a:pPr lvl="1"/>
            <a:r>
              <a:rPr lang="en-US" dirty="0"/>
              <a:t>Li Na (Enterprise Architect) </a:t>
            </a:r>
          </a:p>
          <a:p>
            <a:pPr lvl="1"/>
            <a:r>
              <a:rPr lang="en-US" dirty="0"/>
              <a:t>Configuration Manager. </a:t>
            </a:r>
          </a:p>
          <a:p>
            <a:pPr lvl="1"/>
            <a:endParaRPr lang="en-US" dirty="0"/>
          </a:p>
          <a:p>
            <a:r>
              <a:rPr lang="en-US" dirty="0"/>
              <a:t>What is the subject of the presentation : </a:t>
            </a:r>
          </a:p>
          <a:p>
            <a:pPr lvl="1"/>
            <a:r>
              <a:rPr lang="en-US" dirty="0"/>
              <a:t>Un Atelier </a:t>
            </a:r>
            <a:r>
              <a:rPr lang="en-US" dirty="0" err="1"/>
              <a:t>introductif</a:t>
            </a:r>
            <a:r>
              <a:rPr lang="en-US" dirty="0"/>
              <a:t> qui </a:t>
            </a:r>
            <a:r>
              <a:rPr lang="en-US" dirty="0" err="1"/>
              <a:t>va</a:t>
            </a:r>
            <a:r>
              <a:rPr lang="en-US" dirty="0"/>
              <a:t> </a:t>
            </a:r>
            <a:r>
              <a:rPr lang="en-US" dirty="0" err="1"/>
              <a:t>permettre</a:t>
            </a:r>
            <a:r>
              <a:rPr lang="en-US" dirty="0"/>
              <a:t> de presenter les </a:t>
            </a:r>
            <a:r>
              <a:rPr lang="en-US" dirty="0" err="1"/>
              <a:t>capacités</a:t>
            </a:r>
            <a:r>
              <a:rPr lang="en-US" dirty="0"/>
              <a:t> de CSDM avec CMDB, et les </a:t>
            </a:r>
            <a:r>
              <a:rPr lang="en-US" dirty="0" err="1"/>
              <a:t>capacités</a:t>
            </a:r>
            <a:r>
              <a:rPr lang="en-US" dirty="0"/>
              <a:t> de </a:t>
            </a:r>
            <a:r>
              <a:rPr lang="en-US" dirty="0" err="1"/>
              <a:t>ServieNow</a:t>
            </a:r>
            <a:r>
              <a:rPr lang="en-US" dirty="0"/>
              <a:t> </a:t>
            </a:r>
            <a:r>
              <a:rPr lang="en-US" dirty="0" err="1"/>
              <a:t>associés</a:t>
            </a:r>
            <a:endParaRPr lang="en-US" dirty="0"/>
          </a:p>
          <a:p>
            <a:pPr lvl="1"/>
            <a:r>
              <a:rPr lang="en-US" dirty="0"/>
              <a:t>Comment </a:t>
            </a:r>
            <a:r>
              <a:rPr lang="en-US" dirty="0" err="1"/>
              <a:t>réaliser</a:t>
            </a:r>
            <a:r>
              <a:rPr lang="en-US" dirty="0"/>
              <a:t> avec succès </a:t>
            </a:r>
            <a:r>
              <a:rPr lang="en-US" dirty="0" err="1"/>
              <a:t>une</a:t>
            </a:r>
            <a:r>
              <a:rPr lang="en-US" dirty="0"/>
              <a:t> transition de </a:t>
            </a:r>
            <a:r>
              <a:rPr lang="en-US" dirty="0" err="1"/>
              <a:t>l’ancien</a:t>
            </a:r>
            <a:r>
              <a:rPr lang="en-US" dirty="0"/>
              <a:t> </a:t>
            </a:r>
            <a:r>
              <a:rPr lang="en-US" dirty="0" err="1"/>
              <a:t>outil</a:t>
            </a:r>
            <a:r>
              <a:rPr lang="en-US" dirty="0"/>
              <a:t> </a:t>
            </a:r>
            <a:r>
              <a:rPr lang="en-US" dirty="0" err="1"/>
              <a:t>vers</a:t>
            </a:r>
            <a:r>
              <a:rPr lang="en-US" dirty="0"/>
              <a:t> ServiceNow. </a:t>
            </a:r>
          </a:p>
          <a:p>
            <a:pPr lvl="1"/>
            <a:r>
              <a:rPr lang="en-US" dirty="0"/>
              <a:t>Comment </a:t>
            </a:r>
            <a:r>
              <a:rPr lang="en-US" dirty="0" err="1"/>
              <a:t>éviter</a:t>
            </a:r>
            <a:r>
              <a:rPr lang="en-US" dirty="0"/>
              <a:t> la resistance des stakeholders </a:t>
            </a:r>
            <a:r>
              <a:rPr lang="en-US" dirty="0" err="1"/>
              <a:t>qu’il</a:t>
            </a:r>
            <a:r>
              <a:rPr lang="en-US" dirty="0"/>
              <a:t> </a:t>
            </a:r>
            <a:r>
              <a:rPr lang="en-US" dirty="0" err="1"/>
              <a:t>n’y</a:t>
            </a:r>
            <a:r>
              <a:rPr lang="en-US" dirty="0"/>
              <a:t> aura pas de </a:t>
            </a:r>
            <a:r>
              <a:rPr lang="en-US" dirty="0" err="1"/>
              <a:t>changement</a:t>
            </a:r>
            <a:r>
              <a:rPr lang="en-US" dirty="0"/>
              <a:t> dans </a:t>
            </a:r>
            <a:r>
              <a:rPr lang="en-US" dirty="0" err="1"/>
              <a:t>leur</a:t>
            </a:r>
            <a:r>
              <a:rPr lang="en-US" dirty="0"/>
              <a:t> manière de </a:t>
            </a:r>
            <a:r>
              <a:rPr lang="en-US" dirty="0" err="1"/>
              <a:t>travailler</a:t>
            </a:r>
            <a:endParaRPr lang="en-US" dirty="0"/>
          </a:p>
          <a:p>
            <a:pPr lvl="1"/>
            <a:endParaRPr lang="en-US" dirty="0"/>
          </a:p>
          <a:p>
            <a:r>
              <a:rPr lang="en-US" dirty="0"/>
              <a:t>What are you trying to communicate : </a:t>
            </a:r>
          </a:p>
          <a:p>
            <a:pPr lvl="1"/>
            <a:r>
              <a:rPr lang="en-US" dirty="0" err="1"/>
              <a:t>J’essaye</a:t>
            </a:r>
            <a:r>
              <a:rPr lang="en-US" dirty="0"/>
              <a:t> de </a:t>
            </a:r>
            <a:r>
              <a:rPr lang="en-US" dirty="0" err="1"/>
              <a:t>montrer</a:t>
            </a:r>
            <a:r>
              <a:rPr lang="en-US" dirty="0"/>
              <a:t> que le </a:t>
            </a:r>
            <a:r>
              <a:rPr lang="en-US" dirty="0" err="1"/>
              <a:t>changement</a:t>
            </a:r>
            <a:r>
              <a:rPr lang="en-US" dirty="0"/>
              <a:t> </a:t>
            </a:r>
            <a:r>
              <a:rPr lang="en-US" dirty="0" err="1"/>
              <a:t>opéré</a:t>
            </a:r>
            <a:r>
              <a:rPr lang="en-US" dirty="0"/>
              <a:t> </a:t>
            </a:r>
            <a:r>
              <a:rPr lang="en-US" dirty="0" err="1"/>
              <a:t>va</a:t>
            </a:r>
            <a:r>
              <a:rPr lang="en-US" dirty="0"/>
              <a:t> se faire de manière </a:t>
            </a:r>
            <a:r>
              <a:rPr lang="en-US" dirty="0" err="1"/>
              <a:t>douce</a:t>
            </a:r>
            <a:r>
              <a:rPr lang="en-US" dirty="0"/>
              <a:t>, </a:t>
            </a:r>
            <a:r>
              <a:rPr lang="en-US" dirty="0" err="1"/>
              <a:t>en</a:t>
            </a:r>
            <a:r>
              <a:rPr lang="en-US" dirty="0"/>
              <a:t> </a:t>
            </a:r>
            <a:r>
              <a:rPr lang="en-US" dirty="0" err="1"/>
              <a:t>incluant</a:t>
            </a:r>
            <a:r>
              <a:rPr lang="en-US" dirty="0"/>
              <a:t> les plus </a:t>
            </a:r>
            <a:r>
              <a:rPr lang="en-US" dirty="0" err="1"/>
              <a:t>resistants</a:t>
            </a:r>
            <a:r>
              <a:rPr lang="en-US" dirty="0"/>
              <a:t> des stakeholders, et que </a:t>
            </a:r>
            <a:r>
              <a:rPr lang="en-US" dirty="0" err="1"/>
              <a:t>ce</a:t>
            </a:r>
            <a:r>
              <a:rPr lang="en-US" dirty="0"/>
              <a:t> </a:t>
            </a:r>
            <a:r>
              <a:rPr lang="en-US" dirty="0" err="1"/>
              <a:t>projet</a:t>
            </a:r>
            <a:r>
              <a:rPr lang="en-US" dirty="0"/>
              <a:t> avec la bonne démarche et le bon </a:t>
            </a:r>
            <a:r>
              <a:rPr lang="en-US" dirty="0" err="1"/>
              <a:t>accompagnement</a:t>
            </a:r>
            <a:r>
              <a:rPr lang="en-US" dirty="0"/>
              <a:t> </a:t>
            </a:r>
            <a:r>
              <a:rPr lang="en-US" dirty="0" err="1"/>
              <a:t>va</a:t>
            </a:r>
            <a:r>
              <a:rPr lang="en-US" dirty="0"/>
              <a:t> bien se passer</a:t>
            </a:r>
          </a:p>
          <a:p>
            <a:pPr lvl="1"/>
            <a:endParaRPr lang="en-US" dirty="0"/>
          </a:p>
          <a:p>
            <a:r>
              <a:rPr lang="en-US" b="1" dirty="0"/>
              <a:t>Discussion point:</a:t>
            </a:r>
            <a:endParaRPr lang="en-US" dirty="0"/>
          </a:p>
          <a:p>
            <a:pPr lvl="1"/>
            <a:r>
              <a:rPr lang="en-US" dirty="0"/>
              <a:t>What are the critical IT and business gaps, related to the CMDB, to resolve for Sovereign Bank?</a:t>
            </a:r>
          </a:p>
          <a:p>
            <a:pPr lvl="1"/>
            <a:r>
              <a:rPr lang="en-US" dirty="0"/>
              <a:t>What are the biggest challenges you may encounter?</a:t>
            </a:r>
          </a:p>
          <a:p>
            <a:pPr lvl="1"/>
            <a:r>
              <a:rPr lang="en-US" dirty="0"/>
              <a:t>What did you learn from Suzi about mapping concepts to real ServiceNow models to find the most correct approach?</a:t>
            </a:r>
          </a:p>
          <a:p>
            <a:pPr lvl="1"/>
            <a:r>
              <a:rPr lang="en-US" dirty="0"/>
              <a:t>Where could you identify and capture quick win opportunities?</a:t>
            </a:r>
          </a:p>
          <a:p>
            <a:endParaRPr lang="en-US" dirty="0"/>
          </a:p>
        </p:txBody>
      </p:sp>
      <p:sp>
        <p:nvSpPr>
          <p:cNvPr id="5" name="Slide Number Placeholder 4">
            <a:extLst>
              <a:ext uri="{FF2B5EF4-FFF2-40B4-BE49-F238E27FC236}">
                <a16:creationId xmlns:a16="http://schemas.microsoft.com/office/drawing/2014/main" id="{4CF4EBA2-D810-1C8C-6F7B-3F2067BE5018}"/>
              </a:ext>
            </a:extLst>
          </p:cNvPr>
          <p:cNvSpPr>
            <a:spLocks noGrp="1"/>
          </p:cNvSpPr>
          <p:nvPr>
            <p:ph type="sldNum" sz="quarter" idx="40"/>
          </p:nvPr>
        </p:nvSpPr>
        <p:spPr/>
        <p:txBody>
          <a:bodyPr/>
          <a:lstStyle/>
          <a:p>
            <a:fld id="{47FEACEE-25B4-4A2D-B147-27296E36371D}" type="slidenum">
              <a:rPr lang="en-US" altLang="zh-CN" smtClean="0"/>
              <a:pPr/>
              <a:t>33</a:t>
            </a:fld>
            <a:endParaRPr lang="en-US" altLang="zh-CN" dirty="0"/>
          </a:p>
        </p:txBody>
      </p:sp>
    </p:spTree>
    <p:extLst>
      <p:ext uri="{BB962C8B-B14F-4D97-AF65-F5344CB8AC3E}">
        <p14:creationId xmlns:p14="http://schemas.microsoft.com/office/powerpoint/2010/main" val="299180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
                                            <p:txEl>
                                              <p:pRg st="16" end="1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
                                            <p:txEl>
                                              <p:pRg st="18" end="1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0">
                                            <p:txEl>
                                              <p:pRg st="19" end="19"/>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
                                            <p:txEl>
                                              <p:pRg st="20" end="2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0">
                                            <p:txEl>
                                              <p:pRg st="21" end="2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0">
                                            <p:txEl>
                                              <p:pRg st="22" end="2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presentation light - tm89027928_Win22_jx_v15" id="{E4F720B1-AC3A-441F-B00A-6ECF71D2AB0C}" vid="{71933BEE-9DD7-4D62-B50F-A654080E9C9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511997D-2559-4D54-8469-327570B187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0D8C9A-C895-482B-B501-694996FFDE4D}">
  <ds:schemaRefs>
    <ds:schemaRef ds:uri="http://schemas.microsoft.com/sharepoint/v3/contenttype/forms"/>
  </ds:schemaRefs>
</ds:datastoreItem>
</file>

<file path=customXml/itemProps3.xml><?xml version="1.0" encoding="utf-8"?>
<ds:datastoreItem xmlns:ds="http://schemas.openxmlformats.org/officeDocument/2006/customXml" ds:itemID="{F4AD51DF-C727-4608-B606-5D6C957D4C4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0</TotalTime>
  <Words>3280</Words>
  <Application>Microsoft Office PowerPoint</Application>
  <PresentationFormat>Widescreen</PresentationFormat>
  <Paragraphs>451</Paragraphs>
  <Slides>33</Slides>
  <Notes>33</Notes>
  <HiddenSlides>1</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33</vt:i4>
      </vt:variant>
    </vt:vector>
  </HeadingPairs>
  <TitlesOfParts>
    <vt:vector size="46" baseType="lpstr">
      <vt:lpstr>等线</vt:lpstr>
      <vt:lpstr>Abadi</vt:lpstr>
      <vt:lpstr>Arial</vt:lpstr>
      <vt:lpstr>Calibri</vt:lpstr>
      <vt:lpstr>inherit</vt:lpstr>
      <vt:lpstr>Posterama</vt:lpstr>
      <vt:lpstr>Posterama Text Black</vt:lpstr>
      <vt:lpstr>Posterama Text SemiBold</vt:lpstr>
      <vt:lpstr>Slack-Lato</vt:lpstr>
      <vt:lpstr>SN Century Gothic</vt:lpstr>
      <vt:lpstr>System Font Regular</vt:lpstr>
      <vt:lpstr>Wingdings</vt:lpstr>
      <vt:lpstr>Custom</vt:lpstr>
      <vt:lpstr>Sovereign Bank Workshop CMDB &amp; CSDM</vt:lpstr>
      <vt:lpstr>Agenda</vt:lpstr>
      <vt:lpstr>Problem Statement</vt:lpstr>
      <vt:lpstr>Problem Statement</vt:lpstr>
      <vt:lpstr>Why CMDB &amp; CSDM?</vt:lpstr>
      <vt:lpstr>Why CMDB &amp; CSDM?</vt:lpstr>
      <vt:lpstr>Data Model: What is an application ? </vt:lpstr>
      <vt:lpstr>PowerPoint Presentation</vt:lpstr>
      <vt:lpstr>Data Model: Services Axis</vt:lpstr>
      <vt:lpstr>Data Model: Application Service</vt:lpstr>
      <vt:lpstr>Data Model: Example with Change Management</vt:lpstr>
      <vt:lpstr>ServiceNow capabilities: CMDB Key elements</vt:lpstr>
      <vt:lpstr>ServiceNow capabilities: CSDM &amp; CMDB automation</vt:lpstr>
      <vt:lpstr>ServiceNow capabilities: CMDB Health</vt:lpstr>
      <vt:lpstr>ServiceNow capabilities: Data certification</vt:lpstr>
      <vt:lpstr>ServiceNow capabilities: Data certification</vt:lpstr>
      <vt:lpstr>ServiceNow capabilities: Data certification</vt:lpstr>
      <vt:lpstr>CMDB Project Overview – Steps</vt:lpstr>
      <vt:lpstr>Crawl Foundation &amp; Data Cleansing</vt:lpstr>
      <vt:lpstr>Walk Automate discovery &amp; enforce governance</vt:lpstr>
      <vt:lpstr>Run Optimization &amp; ITOM Integration</vt:lpstr>
      <vt:lpstr>Fly Full Maturity &amp; AI-driven Insights</vt:lpstr>
      <vt:lpstr>PowerPoint Presentation</vt:lpstr>
      <vt:lpstr>CMDB Project Overview – Steps</vt:lpstr>
      <vt:lpstr>Define the CSDM / CMDB Data model</vt:lpstr>
      <vt:lpstr>Create an interface</vt:lpstr>
      <vt:lpstr>Activate Discovery</vt:lpstr>
      <vt:lpstr>Activate Service Mapping</vt:lpstr>
      <vt:lpstr>Next steps</vt:lpstr>
      <vt:lpstr>Next steps</vt:lpstr>
      <vt:lpstr>Key takeaways</vt:lpstr>
      <vt:lpstr>Thank you</vt:lpstr>
      <vt:lpstr>Preparation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2023-09-14T06:03:51Z</dcterms:created>
  <dcterms:modified xsi:type="dcterms:W3CDTF">2025-02-18T16:20:00Z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a7295cc1-d279-42ac-ab4d-3b0f4fece050_Enabled">
    <vt:lpwstr>true</vt:lpwstr>
  </property>
  <property fmtid="{D5CDD505-2E9C-101B-9397-08002B2CF9AE}" pid="5" name="MSIP_Label_a7295cc1-d279-42ac-ab4d-3b0f4fece050_SetDate">
    <vt:lpwstr>2025-02-11T09:30:08Z</vt:lpwstr>
  </property>
  <property fmtid="{D5CDD505-2E9C-101B-9397-08002B2CF9AE}" pid="6" name="MSIP_Label_a7295cc1-d279-42ac-ab4d-3b0f4fece050_Method">
    <vt:lpwstr>Standard</vt:lpwstr>
  </property>
  <property fmtid="{D5CDD505-2E9C-101B-9397-08002B2CF9AE}" pid="7" name="MSIP_Label_a7295cc1-d279-42ac-ab4d-3b0f4fece050_Name">
    <vt:lpwstr>FUJITSU-RESTRICTED​</vt:lpwstr>
  </property>
  <property fmtid="{D5CDD505-2E9C-101B-9397-08002B2CF9AE}" pid="8" name="MSIP_Label_a7295cc1-d279-42ac-ab4d-3b0f4fece050_SiteId">
    <vt:lpwstr>a19f121d-81e1-4858-a9d8-736e267fd4c7</vt:lpwstr>
  </property>
  <property fmtid="{D5CDD505-2E9C-101B-9397-08002B2CF9AE}" pid="9" name="MSIP_Label_a7295cc1-d279-42ac-ab4d-3b0f4fece050_ActionId">
    <vt:lpwstr>95278961-6634-494c-b22a-8a8e584a4a75</vt:lpwstr>
  </property>
  <property fmtid="{D5CDD505-2E9C-101B-9397-08002B2CF9AE}" pid="10" name="MSIP_Label_a7295cc1-d279-42ac-ab4d-3b0f4fece050_ContentBits">
    <vt:lpwstr>0</vt:lpwstr>
  </property>
</Properties>
</file>