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4.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5.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1" r:id="rId4"/>
    <p:sldMasterId id="2147483745" r:id="rId5"/>
    <p:sldMasterId id="2147483753" r:id="rId6"/>
    <p:sldMasterId id="2147483761" r:id="rId7"/>
    <p:sldMasterId id="2147483769" r:id="rId8"/>
    <p:sldMasterId id="2147483733" r:id="rId9"/>
  </p:sldMasterIdLst>
  <p:notesMasterIdLst>
    <p:notesMasterId r:id="rId24"/>
  </p:notesMasterIdLst>
  <p:handoutMasterIdLst>
    <p:handoutMasterId r:id="rId25"/>
  </p:handoutMasterIdLst>
  <p:sldIdLst>
    <p:sldId id="261" r:id="rId10"/>
    <p:sldId id="284" r:id="rId11"/>
    <p:sldId id="283" r:id="rId12"/>
    <p:sldId id="287" r:id="rId13"/>
    <p:sldId id="285" r:id="rId14"/>
    <p:sldId id="290" r:id="rId15"/>
    <p:sldId id="279" r:id="rId16"/>
    <p:sldId id="288" r:id="rId17"/>
    <p:sldId id="289" r:id="rId18"/>
    <p:sldId id="286" r:id="rId19"/>
    <p:sldId id="291" r:id="rId20"/>
    <p:sldId id="294" r:id="rId21"/>
    <p:sldId id="292" r:id="rId22"/>
    <p:sldId id="260" r:id="rId23"/>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400B0"/>
    <a:srgbClr val="008224"/>
    <a:srgbClr val="FFE700"/>
    <a:srgbClr val="61D600"/>
    <a:srgbClr val="D80084"/>
    <a:srgbClr val="00E7EF"/>
    <a:srgbClr val="FF8000"/>
    <a:srgbClr val="6D6E70"/>
    <a:srgbClr val="EA0000"/>
    <a:srgbClr val="E6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45" d="100"/>
          <a:sy n="145" d="100"/>
        </p:scale>
        <p:origin x="660" y="12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75" d="100"/>
          <a:sy n="75" d="100"/>
        </p:scale>
        <p:origin x="3228" y="33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2.xml"/><Relationship Id="rId7" Type="http://schemas.openxmlformats.org/officeDocument/2006/relationships/slideMaster" Target="slideMasters/slideMaster4.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7.xml"/><Relationship Id="rId20" Type="http://schemas.openxmlformats.org/officeDocument/2006/relationships/slide" Target="slides/slide11.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2.xml"/><Relationship Id="rId24"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theme" Target="theme/theme1.xml"/><Relationship Id="rId10" Type="http://schemas.openxmlformats.org/officeDocument/2006/relationships/slide" Target="slides/slide1.xml"/><Relationship Id="rId19" Type="http://schemas.openxmlformats.org/officeDocument/2006/relationships/slide" Target="slides/slide10.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61361770-CF84-48C2-8710-34DAB79A95E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kumimoji="1" lang="en-US" altLang="ja-JP" dirty="0"/>
              <a:t>Header</a:t>
            </a:r>
            <a:endParaRPr kumimoji="1" lang="ja-JP" altLang="en-US" dirty="0"/>
          </a:p>
        </p:txBody>
      </p:sp>
      <p:sp>
        <p:nvSpPr>
          <p:cNvPr id="3" name="日付プレースホルダー 2">
            <a:extLst>
              <a:ext uri="{FF2B5EF4-FFF2-40B4-BE49-F238E27FC236}">
                <a16:creationId xmlns:a16="http://schemas.microsoft.com/office/drawing/2014/main" id="{6AED8D3B-9082-49AA-B4BC-F3F4425AA75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89ACFA8-1AB5-47AD-8712-789ED582E266}" type="datetimeFigureOut">
              <a:rPr kumimoji="1" lang="ja-JP" altLang="en-US" smtClean="0"/>
              <a:t>2022/2/22</a:t>
            </a:fld>
            <a:endParaRPr kumimoji="1" lang="ja-JP" altLang="en-US"/>
          </a:p>
        </p:txBody>
      </p:sp>
      <p:sp>
        <p:nvSpPr>
          <p:cNvPr id="4" name="フッター プレースホルダー 3">
            <a:extLst>
              <a:ext uri="{FF2B5EF4-FFF2-40B4-BE49-F238E27FC236}">
                <a16:creationId xmlns:a16="http://schemas.microsoft.com/office/drawing/2014/main" id="{5DAB9B36-94C5-4135-B352-9570B260F3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ltLang="ja-JP" sz="1000" dirty="0"/>
              <a:t>Copyright 2021 FUJITSU LIMITED</a:t>
            </a:r>
          </a:p>
        </p:txBody>
      </p:sp>
      <p:sp>
        <p:nvSpPr>
          <p:cNvPr id="5" name="スライド番号プレースホルダー 4">
            <a:extLst>
              <a:ext uri="{FF2B5EF4-FFF2-40B4-BE49-F238E27FC236}">
                <a16:creationId xmlns:a16="http://schemas.microsoft.com/office/drawing/2014/main" id="{91EDE976-DD9F-4E5B-8DD7-50A554BDD88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2DA504E-F46D-4C99-BD4A-3BE220F742A8}" type="slidenum">
              <a:rPr kumimoji="1" lang="ja-JP" altLang="en-US" smtClean="0"/>
              <a:t>‹#›</a:t>
            </a:fld>
            <a:endParaRPr kumimoji="1" lang="ja-JP" altLang="en-US"/>
          </a:p>
        </p:txBody>
      </p:sp>
    </p:spTree>
    <p:extLst>
      <p:ext uri="{BB962C8B-B14F-4D97-AF65-F5344CB8AC3E}">
        <p14:creationId xmlns:p14="http://schemas.microsoft.com/office/powerpoint/2010/main" val="95594160"/>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mn-lt"/>
              </a:defRPr>
            </a:lvl1pPr>
          </a:lstStyle>
          <a:p>
            <a:r>
              <a:rPr kumimoji="1" lang="en-US" altLang="ja-JP" dirty="0"/>
              <a:t>Header</a:t>
            </a:r>
            <a:endParaRPr kumimoji="1" lang="ja-JP" altLang="en-US" dirty="0"/>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mn-lt"/>
              </a:defRPr>
            </a:lvl1pPr>
          </a:lstStyle>
          <a:p>
            <a:fld id="{49E156C8-D1E6-4437-B817-0C57EC289493}" type="datetimeFigureOut">
              <a:rPr kumimoji="1" lang="ja-JP" altLang="en-US" smtClean="0"/>
              <a:pPr/>
              <a:t>2022/2/22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en-US" altLang="ja-JP" dirty="0"/>
              <a:t>Headline</a:t>
            </a:r>
            <a:endParaRPr kumimoji="1" lang="ja-JP" altLang="en-US" dirty="0"/>
          </a:p>
          <a:p>
            <a:pPr lvl="1"/>
            <a:r>
              <a:rPr kumimoji="1" lang="en-US" altLang="ja-JP" dirty="0"/>
              <a:t>1st subhead</a:t>
            </a:r>
            <a:endParaRPr kumimoji="1" lang="ja-JP" altLang="en-US" dirty="0"/>
          </a:p>
          <a:p>
            <a:pPr lvl="2"/>
            <a:r>
              <a:rPr kumimoji="1" lang="en-US" altLang="ja-JP" dirty="0"/>
              <a:t>2nd subhead</a:t>
            </a:r>
            <a:endParaRPr kumimoji="1" lang="ja-JP" altLang="en-US" dirty="0"/>
          </a:p>
          <a:p>
            <a:pPr lvl="3"/>
            <a:r>
              <a:rPr kumimoji="1" lang="en-US" altLang="ja-JP" dirty="0"/>
              <a:t>Text</a:t>
            </a:r>
          </a:p>
          <a:p>
            <a:pPr lvl="4"/>
            <a:r>
              <a:rPr kumimoji="1" lang="en-US" altLang="ja-JP" dirty="0"/>
              <a:t>Text</a:t>
            </a:r>
            <a:endParaRPr kumimoji="1" lang="ja-JP" altLang="en-US" dirty="0"/>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000">
                <a:latin typeface="+mn-lt"/>
              </a:defRPr>
            </a:lvl1pPr>
          </a:lstStyle>
          <a:p>
            <a:r>
              <a:rPr kumimoji="1" lang="en-US" altLang="ja-JP" dirty="0"/>
              <a:t>Copyright 2021 FUJITSU LIMITED</a:t>
            </a:r>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000">
                <a:latin typeface="+mn-lt"/>
              </a:defRPr>
            </a:lvl1pPr>
          </a:lstStyle>
          <a:p>
            <a:fld id="{C0644275-5C74-4E59-8F01-9B0DD8D2F6FE}" type="slidenum">
              <a:rPr kumimoji="1" lang="ja-JP" altLang="en-US" smtClean="0"/>
              <a:pPr/>
              <a:t>‹#›</a:t>
            </a:fld>
            <a:endParaRPr kumimoji="1" lang="ja-JP" altLang="en-US"/>
          </a:p>
        </p:txBody>
      </p:sp>
    </p:spTree>
    <p:extLst>
      <p:ext uri="{BB962C8B-B14F-4D97-AF65-F5344CB8AC3E}">
        <p14:creationId xmlns:p14="http://schemas.microsoft.com/office/powerpoint/2010/main" val="2664097101"/>
      </p:ext>
    </p:extLst>
  </p:cSld>
  <p:clrMap bg1="lt1" tx1="dk1" bg2="lt2" tx2="dk2" accent1="accent1" accent2="accent2" accent3="accent3" accent4="accent4" accent5="accent5" accent6="accent6" hlink="hlink" folHlink="folHlink"/>
  <p:hf hdr="0" dt="0"/>
  <p:notesStyle>
    <a:lvl1pPr marL="0" algn="l" defTabSz="685800" rtl="0" eaLnBrk="1" latinLnBrk="0" hangingPunct="1">
      <a:defRPr kumimoji="1" sz="900" kern="1200">
        <a:solidFill>
          <a:schemeClr val="tx1"/>
        </a:solidFill>
        <a:latin typeface="+mn-lt"/>
        <a:ea typeface="+mn-ea"/>
        <a:cs typeface="+mn-cs"/>
      </a:defRPr>
    </a:lvl1pPr>
    <a:lvl2pPr marL="342900" algn="l" defTabSz="685800" rtl="0" eaLnBrk="1" latinLnBrk="0" hangingPunct="1">
      <a:defRPr kumimoji="1" sz="900" kern="1200">
        <a:solidFill>
          <a:schemeClr val="tx1"/>
        </a:solidFill>
        <a:latin typeface="+mn-lt"/>
        <a:ea typeface="+mn-ea"/>
        <a:cs typeface="+mn-cs"/>
      </a:defRPr>
    </a:lvl2pPr>
    <a:lvl3pPr marL="685800" algn="l" defTabSz="685800" rtl="0" eaLnBrk="1" latinLnBrk="0" hangingPunct="1">
      <a:defRPr kumimoji="1" sz="900" kern="1200">
        <a:solidFill>
          <a:schemeClr val="tx1"/>
        </a:solidFill>
        <a:latin typeface="+mn-lt"/>
        <a:ea typeface="+mn-ea"/>
        <a:cs typeface="+mn-cs"/>
      </a:defRPr>
    </a:lvl3pPr>
    <a:lvl4pPr marL="1028700" algn="l" defTabSz="685800" rtl="0" eaLnBrk="1" latinLnBrk="0" hangingPunct="1">
      <a:defRPr kumimoji="1" sz="900" kern="1200">
        <a:solidFill>
          <a:schemeClr val="tx1"/>
        </a:solidFill>
        <a:latin typeface="+mn-lt"/>
        <a:ea typeface="+mn-ea"/>
        <a:cs typeface="+mn-cs"/>
      </a:defRPr>
    </a:lvl4pPr>
    <a:lvl5pPr marL="1371600" algn="l" defTabSz="685800" rtl="0" eaLnBrk="1" latinLnBrk="0" hangingPunct="1">
      <a:defRPr kumimoji="1" sz="900" kern="1200">
        <a:solidFill>
          <a:schemeClr val="tx1"/>
        </a:solidFill>
        <a:latin typeface="+mn-lt"/>
        <a:ea typeface="+mn-ea"/>
        <a:cs typeface="+mn-cs"/>
      </a:defRPr>
    </a:lvl5pPr>
    <a:lvl6pPr marL="1714500" algn="l" defTabSz="685800" rtl="0" eaLnBrk="1" latinLnBrk="0" hangingPunct="1">
      <a:defRPr kumimoji="1" sz="900" kern="1200">
        <a:solidFill>
          <a:schemeClr val="tx1"/>
        </a:solidFill>
        <a:latin typeface="+mn-lt"/>
        <a:ea typeface="+mn-ea"/>
        <a:cs typeface="+mn-cs"/>
      </a:defRPr>
    </a:lvl6pPr>
    <a:lvl7pPr marL="2057400" algn="l" defTabSz="685800" rtl="0" eaLnBrk="1" latinLnBrk="0" hangingPunct="1">
      <a:defRPr kumimoji="1" sz="900" kern="1200">
        <a:solidFill>
          <a:schemeClr val="tx1"/>
        </a:solidFill>
        <a:latin typeface="+mn-lt"/>
        <a:ea typeface="+mn-ea"/>
        <a:cs typeface="+mn-cs"/>
      </a:defRPr>
    </a:lvl7pPr>
    <a:lvl8pPr marL="2400300" algn="l" defTabSz="685800" rtl="0" eaLnBrk="1" latinLnBrk="0" hangingPunct="1">
      <a:defRPr kumimoji="1" sz="900" kern="1200">
        <a:solidFill>
          <a:schemeClr val="tx1"/>
        </a:solidFill>
        <a:latin typeface="+mn-lt"/>
        <a:ea typeface="+mn-ea"/>
        <a:cs typeface="+mn-cs"/>
      </a:defRPr>
    </a:lvl8pPr>
    <a:lvl9pPr marL="2743200" algn="l" defTabSz="685800" rtl="0" eaLnBrk="1" latinLnBrk="0" hangingPunct="1">
      <a:defRPr kumimoji="1"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4"/>
          </p:nvPr>
        </p:nvSpPr>
        <p:spPr/>
        <p:txBody>
          <a:bodyPr/>
          <a:lstStyle/>
          <a:p>
            <a:r>
              <a:rPr kumimoji="1" lang="en-US" altLang="ja-JP" dirty="0"/>
              <a:t>Copyright 2021 FUJITSU LIMITED</a:t>
            </a:r>
            <a:endParaRPr kumimoji="1" lang="ja-JP" altLang="en-US"/>
          </a:p>
        </p:txBody>
      </p:sp>
      <p:sp>
        <p:nvSpPr>
          <p:cNvPr id="5" name="スライド番号プレースホルダー 4"/>
          <p:cNvSpPr>
            <a:spLocks noGrp="1"/>
          </p:cNvSpPr>
          <p:nvPr>
            <p:ph type="sldNum" sz="quarter" idx="5"/>
          </p:nvPr>
        </p:nvSpPr>
        <p:spPr/>
        <p:txBody>
          <a:bodyPr/>
          <a:lstStyle/>
          <a:p>
            <a:fld id="{C0644275-5C74-4E59-8F01-9B0DD8D2F6FE}" type="slidenum">
              <a:rPr kumimoji="1" lang="ja-JP" altLang="en-US" smtClean="0"/>
              <a:pPr/>
              <a:t>1</a:t>
            </a:fld>
            <a:endParaRPr kumimoji="1" lang="ja-JP" altLang="en-US"/>
          </a:p>
        </p:txBody>
      </p:sp>
    </p:spTree>
    <p:extLst>
      <p:ext uri="{BB962C8B-B14F-4D97-AF65-F5344CB8AC3E}">
        <p14:creationId xmlns:p14="http://schemas.microsoft.com/office/powerpoint/2010/main" val="42161062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4"/>
          </p:nvPr>
        </p:nvSpPr>
        <p:spPr/>
        <p:txBody>
          <a:bodyPr/>
          <a:lstStyle/>
          <a:p>
            <a:r>
              <a:rPr kumimoji="1" lang="en-US" altLang="ja-JP" dirty="0"/>
              <a:t>Copyright 2021 FUJITSU LIMITED</a:t>
            </a:r>
            <a:endParaRPr kumimoji="1" lang="ja-JP" altLang="en-US"/>
          </a:p>
        </p:txBody>
      </p:sp>
      <p:sp>
        <p:nvSpPr>
          <p:cNvPr id="5" name="スライド番号プレースホルダー 4"/>
          <p:cNvSpPr>
            <a:spLocks noGrp="1"/>
          </p:cNvSpPr>
          <p:nvPr>
            <p:ph type="sldNum" sz="quarter" idx="5"/>
          </p:nvPr>
        </p:nvSpPr>
        <p:spPr/>
        <p:txBody>
          <a:bodyPr/>
          <a:lstStyle/>
          <a:p>
            <a:fld id="{C0644275-5C74-4E59-8F01-9B0DD8D2F6FE}" type="slidenum">
              <a:rPr kumimoji="1" lang="ja-JP" altLang="en-US" smtClean="0"/>
              <a:pPr/>
              <a:t>14</a:t>
            </a:fld>
            <a:endParaRPr kumimoji="1" lang="ja-JP" altLang="en-US"/>
          </a:p>
        </p:txBody>
      </p:sp>
    </p:spTree>
    <p:extLst>
      <p:ext uri="{BB962C8B-B14F-4D97-AF65-F5344CB8AC3E}">
        <p14:creationId xmlns:p14="http://schemas.microsoft.com/office/powerpoint/2010/main" val="427275377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0.pn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Master" Target="../slideMasters/slideMaster5.xml"/><Relationship Id="rId4" Type="http://schemas.openxmlformats.org/officeDocument/2006/relationships/image" Target="../media/image22.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5.png"/><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6.png"/><Relationship Id="rId1" Type="http://schemas.openxmlformats.org/officeDocument/2006/relationships/slideMaster" Target="../slideMasters/slideMaster5.xml"/><Relationship Id="rId4" Type="http://schemas.openxmlformats.org/officeDocument/2006/relationships/image" Target="../media/image22.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4" name="図 18">
            <a:extLst>
              <a:ext uri="{FF2B5EF4-FFF2-40B4-BE49-F238E27FC236}">
                <a16:creationId xmlns:a16="http://schemas.microsoft.com/office/drawing/2014/main" id="{05DC843B-D956-44AA-8B43-E1D70F77183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gray">
          <a:xfrm>
            <a:off x="6601333" y="0"/>
            <a:ext cx="2542667" cy="5143499"/>
          </a:xfrm>
          <a:prstGeom prst="rect">
            <a:avLst/>
          </a:prstGeom>
        </p:spPr>
      </p:pic>
      <p:sp>
        <p:nvSpPr>
          <p:cNvPr id="5" name="Rectangle 4">
            <a:extLst>
              <a:ext uri="{FF2B5EF4-FFF2-40B4-BE49-F238E27FC236}">
                <a16:creationId xmlns:a16="http://schemas.microsoft.com/office/drawing/2014/main" id="{9D49D70F-2F49-4E2D-9DA6-96EA64654FE2}"/>
              </a:ext>
            </a:extLst>
          </p:cNvPr>
          <p:cNvSpPr/>
          <p:nvPr userDrawn="1"/>
        </p:nvSpPr>
        <p:spPr>
          <a:xfrm>
            <a:off x="0" y="0"/>
            <a:ext cx="6601333"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GB" dirty="0" err="1">
              <a:solidFill>
                <a:schemeClr val="tx1"/>
              </a:solidFill>
            </a:endParaRPr>
          </a:p>
        </p:txBody>
      </p:sp>
      <p:pic>
        <p:nvPicPr>
          <p:cNvPr id="6" name="図 19">
            <a:extLst>
              <a:ext uri="{FF2B5EF4-FFF2-40B4-BE49-F238E27FC236}">
                <a16:creationId xmlns:a16="http://schemas.microsoft.com/office/drawing/2014/main" id="{686362E9-7CDA-4932-A309-42B27E2A8CA8}"/>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bwMode="gray">
          <a:xfrm>
            <a:off x="5162716" y="1350838"/>
            <a:ext cx="3142800" cy="2442021"/>
          </a:xfrm>
          <a:prstGeom prst="rect">
            <a:avLst/>
          </a:prstGeom>
        </p:spPr>
      </p:pic>
      <p:sp>
        <p:nvSpPr>
          <p:cNvPr id="7" name="TextBox 17">
            <a:extLst>
              <a:ext uri="{FF2B5EF4-FFF2-40B4-BE49-F238E27FC236}">
                <a16:creationId xmlns:a16="http://schemas.microsoft.com/office/drawing/2014/main" id="{A48EAE0D-F742-4787-AB4C-67158EB9A42B}"/>
              </a:ext>
            </a:extLst>
          </p:cNvPr>
          <p:cNvSpPr txBox="1"/>
          <p:nvPr userDrawn="1"/>
        </p:nvSpPr>
        <p:spPr>
          <a:xfrm>
            <a:off x="7984067" y="4891390"/>
            <a:ext cx="935568" cy="107722"/>
          </a:xfrm>
          <a:prstGeom prst="rect">
            <a:avLst/>
          </a:prstGeom>
          <a:noFill/>
        </p:spPr>
        <p:txBody>
          <a:bodyPr wrap="square" lIns="0" tIns="0" rIns="0" bIns="0" rtlCol="0" anchor="b" anchorCtr="0">
            <a:spAutoFit/>
          </a:bodyPr>
          <a:lstStyle/>
          <a:p>
            <a:pPr marL="0" algn="r" defTabSz="457200" rtl="0" eaLnBrk="1" latinLnBrk="0" hangingPunct="1"/>
            <a:r>
              <a:rPr kumimoji="1" lang="en-GB" sz="700" kern="1200" dirty="0">
                <a:solidFill>
                  <a:schemeClr val="bg1"/>
                </a:solidFill>
                <a:latin typeface="+mn-lt"/>
                <a:ea typeface="+mn-ea"/>
                <a:cs typeface="+mn-cs"/>
              </a:rPr>
              <a:t>© FUJITSU 2021</a:t>
            </a:r>
          </a:p>
        </p:txBody>
      </p:sp>
      <p:sp>
        <p:nvSpPr>
          <p:cNvPr id="8" name="Rounded Rectangle 21">
            <a:extLst>
              <a:ext uri="{FF2B5EF4-FFF2-40B4-BE49-F238E27FC236}">
                <a16:creationId xmlns:a16="http://schemas.microsoft.com/office/drawing/2014/main" id="{00832B23-641D-414F-84E1-124850478808}"/>
              </a:ext>
            </a:extLst>
          </p:cNvPr>
          <p:cNvSpPr/>
          <p:nvPr userDrawn="1"/>
        </p:nvSpPr>
        <p:spPr bwMode="black">
          <a:xfrm>
            <a:off x="231775" y="4911725"/>
            <a:ext cx="1595438" cy="141161"/>
          </a:xfrm>
          <a:prstGeom prst="roundRect">
            <a:avLst>
              <a:gd name="adj" fmla="val 50000"/>
            </a:avLst>
          </a:prstGeom>
          <a:noFill/>
          <a:ln w="6350"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1218673" rtl="0" eaLnBrk="1" fontAlgn="ctr" latinLnBrk="0" hangingPunct="1">
              <a:lnSpc>
                <a:spcPct val="100000"/>
              </a:lnSpc>
              <a:spcBef>
                <a:spcPct val="0"/>
              </a:spcBef>
              <a:spcAft>
                <a:spcPct val="0"/>
              </a:spcAft>
              <a:buClrTx/>
              <a:buSzTx/>
              <a:buFontTx/>
              <a:buNone/>
              <a:tabLst/>
              <a:defRPr/>
            </a:pPr>
            <a:r>
              <a:rPr kumimoji="1" lang="en-GB" altLang="ja-JP" sz="700" b="0" i="0" u="none" strike="noStrike" kern="1200" cap="none" spc="0" normalizeH="0" baseline="0" noProof="0" dirty="0">
                <a:ln>
                  <a:noFill/>
                </a:ln>
                <a:solidFill>
                  <a:srgbClr val="000000"/>
                </a:solidFill>
                <a:effectLst/>
                <a:uLnTx/>
                <a:uFillTx/>
                <a:latin typeface="Arial"/>
                <a:ea typeface="+mn-ea"/>
                <a:cs typeface="+mn-cs"/>
              </a:rPr>
              <a:t>Fujitsu Restricted - Internal Use Only</a:t>
            </a:r>
            <a:endParaRPr kumimoji="1" lang="en-US" altLang="ja-JP" sz="700" b="0" i="0" u="none" strike="noStrike" kern="1200" cap="none" spc="0" normalizeH="0" baseline="0" noProof="0" dirty="0">
              <a:ln>
                <a:noFill/>
              </a:ln>
              <a:solidFill>
                <a:srgbClr val="000000"/>
              </a:solidFill>
              <a:effectLst/>
              <a:uLnTx/>
              <a:uFillTx/>
              <a:latin typeface="Arial"/>
              <a:ea typeface="+mn-ea"/>
              <a:cs typeface="+mn-cs"/>
            </a:endParaRPr>
          </a:p>
        </p:txBody>
      </p:sp>
      <p:sp>
        <p:nvSpPr>
          <p:cNvPr id="11" name="Text Placeholder 10">
            <a:extLst>
              <a:ext uri="{FF2B5EF4-FFF2-40B4-BE49-F238E27FC236}">
                <a16:creationId xmlns:a16="http://schemas.microsoft.com/office/drawing/2014/main" id="{F3BA3734-909E-4036-AC8E-1576506A4DD8}"/>
              </a:ext>
            </a:extLst>
          </p:cNvPr>
          <p:cNvSpPr>
            <a:spLocks noGrp="1"/>
          </p:cNvSpPr>
          <p:nvPr>
            <p:ph type="body" sz="quarter" idx="10" hasCustomPrompt="1"/>
          </p:nvPr>
        </p:nvSpPr>
        <p:spPr>
          <a:xfrm>
            <a:off x="219076" y="1119716"/>
            <a:ext cx="4645024" cy="1454244"/>
          </a:xfrm>
          <a:prstGeom prst="rect">
            <a:avLst/>
          </a:prstGeom>
        </p:spPr>
        <p:txBody>
          <a:bodyPr wrap="square" lIns="0" tIns="0" rIns="0" bIns="0" numCol="1" spcCol="0" anchor="b" anchorCtr="0">
            <a:spAutoFit/>
          </a:bodyPr>
          <a:lstStyle>
            <a:lvl1pPr marL="0" indent="0">
              <a:buNone/>
              <a:defRPr sz="3500" b="1">
                <a:latin typeface="Arial" panose="020B0604020202020204" pitchFamily="34" charset="0"/>
                <a:cs typeface="Arial" panose="020B0604020202020204" pitchFamily="34" charset="0"/>
              </a:defRPr>
            </a:lvl1pPr>
            <a:lvl5pPr marL="1543050" indent="-171450">
              <a:buFont typeface="Arial" panose="020B0604020202020204" pitchFamily="34" charset="0"/>
              <a:buChar char="•"/>
              <a:defRPr/>
            </a:lvl5pPr>
          </a:lstStyle>
          <a:p>
            <a:pPr lvl="0"/>
            <a:r>
              <a:rPr lang="en-US" dirty="0"/>
              <a:t>Presentation headline Presentation headline Presentation headline</a:t>
            </a:r>
          </a:p>
        </p:txBody>
      </p:sp>
      <p:sp>
        <p:nvSpPr>
          <p:cNvPr id="13" name="Text Placeholder 12">
            <a:extLst>
              <a:ext uri="{FF2B5EF4-FFF2-40B4-BE49-F238E27FC236}">
                <a16:creationId xmlns:a16="http://schemas.microsoft.com/office/drawing/2014/main" id="{FECC21CA-F12D-4874-ACBA-CEBBD402B02A}"/>
              </a:ext>
            </a:extLst>
          </p:cNvPr>
          <p:cNvSpPr>
            <a:spLocks noGrp="1"/>
          </p:cNvSpPr>
          <p:nvPr>
            <p:ph type="body" sz="quarter" idx="11" hasCustomPrompt="1"/>
          </p:nvPr>
        </p:nvSpPr>
        <p:spPr>
          <a:xfrm>
            <a:off x="231775" y="3058147"/>
            <a:ext cx="4632325" cy="249299"/>
          </a:xfrm>
          <a:prstGeom prst="rect">
            <a:avLst/>
          </a:prstGeom>
        </p:spPr>
        <p:txBody>
          <a:bodyPr lIns="0" tIns="0" rIns="0" bIns="0">
            <a:spAutoFit/>
          </a:bodyPr>
          <a:lstStyle>
            <a:lvl1pPr marL="0" indent="0">
              <a:buNone/>
              <a:defRPr sz="1800"/>
            </a:lvl1pPr>
            <a:lvl2pPr marL="307975" indent="0">
              <a:buNone/>
              <a:defRPr/>
            </a:lvl2pPr>
            <a:lvl5pPr marL="1543050" indent="-171450">
              <a:buFont typeface="Arial" panose="020B0604020202020204" pitchFamily="34" charset="0"/>
              <a:buChar char="•"/>
              <a:defRPr/>
            </a:lvl5pPr>
          </a:lstStyle>
          <a:p>
            <a:pPr lvl="0"/>
            <a:r>
              <a:rPr lang="en-US" dirty="0"/>
              <a:t>Subheadline and description</a:t>
            </a:r>
          </a:p>
        </p:txBody>
      </p:sp>
      <p:grpSp>
        <p:nvGrpSpPr>
          <p:cNvPr id="14" name="Group 13" descr="Fujitsu">
            <a:extLst>
              <a:ext uri="{FF2B5EF4-FFF2-40B4-BE49-F238E27FC236}">
                <a16:creationId xmlns:a16="http://schemas.microsoft.com/office/drawing/2014/main" id="{7F71AA2D-9C3E-4C7E-B85E-CA30E6D9AB29}"/>
              </a:ext>
            </a:extLst>
          </p:cNvPr>
          <p:cNvGrpSpPr>
            <a:grpSpLocks noChangeAspect="1"/>
          </p:cNvGrpSpPr>
          <p:nvPr userDrawn="1"/>
        </p:nvGrpSpPr>
        <p:grpSpPr>
          <a:xfrm>
            <a:off x="7948615" y="226928"/>
            <a:ext cx="968769" cy="472173"/>
            <a:chOff x="8012114" y="249161"/>
            <a:chExt cx="892174" cy="434841"/>
          </a:xfrm>
        </p:grpSpPr>
        <p:sp>
          <p:nvSpPr>
            <p:cNvPr id="15" name="Freeform 34">
              <a:extLst>
                <a:ext uri="{FF2B5EF4-FFF2-40B4-BE49-F238E27FC236}">
                  <a16:creationId xmlns:a16="http://schemas.microsoft.com/office/drawing/2014/main" id="{380AEC81-1543-47BA-AAAC-DA9C8731273F}"/>
                </a:ext>
              </a:extLst>
            </p:cNvPr>
            <p:cNvSpPr>
              <a:spLocks/>
            </p:cNvSpPr>
            <p:nvPr userDrawn="1"/>
          </p:nvSpPr>
          <p:spPr bwMode="gray">
            <a:xfrm>
              <a:off x="8307389" y="249161"/>
              <a:ext cx="179387" cy="139657"/>
            </a:xfrm>
            <a:custGeom>
              <a:avLst/>
              <a:gdLst>
                <a:gd name="T0" fmla="*/ 961 w 2365"/>
                <a:gd name="T1" fmla="*/ 764 h 1825"/>
                <a:gd name="T2" fmla="*/ 599 w 2365"/>
                <a:gd name="T3" fmla="*/ 642 h 1825"/>
                <a:gd name="T4" fmla="*/ 1 w 2365"/>
                <a:gd name="T5" fmla="*/ 1235 h 1825"/>
                <a:gd name="T6" fmla="*/ 599 w 2365"/>
                <a:gd name="T7" fmla="*/ 1825 h 1825"/>
                <a:gd name="T8" fmla="*/ 1053 w 2365"/>
                <a:gd name="T9" fmla="*/ 1619 h 1825"/>
                <a:gd name="T10" fmla="*/ 1053 w 2365"/>
                <a:gd name="T11" fmla="*/ 1293 h 1825"/>
                <a:gd name="T12" fmla="*/ 771 w 2365"/>
                <a:gd name="T13" fmla="*/ 1568 h 1825"/>
                <a:gd name="T14" fmla="*/ 599 w 2365"/>
                <a:gd name="T15" fmla="*/ 1604 h 1825"/>
                <a:gd name="T16" fmla="*/ 225 w 2365"/>
                <a:gd name="T17" fmla="*/ 1235 h 1825"/>
                <a:gd name="T18" fmla="*/ 599 w 2365"/>
                <a:gd name="T19" fmla="*/ 863 h 1825"/>
                <a:gd name="T20" fmla="*/ 861 w 2365"/>
                <a:gd name="T21" fmla="*/ 972 h 1825"/>
                <a:gd name="T22" fmla="*/ 1093 w 2365"/>
                <a:gd name="T23" fmla="*/ 1239 h 1825"/>
                <a:gd name="T24" fmla="*/ 1630 w 2365"/>
                <a:gd name="T25" fmla="*/ 1473 h 1825"/>
                <a:gd name="T26" fmla="*/ 2365 w 2365"/>
                <a:gd name="T27" fmla="*/ 741 h 1825"/>
                <a:gd name="T28" fmla="*/ 1630 w 2365"/>
                <a:gd name="T29" fmla="*/ 0 h 1825"/>
                <a:gd name="T30" fmla="*/ 1053 w 2365"/>
                <a:gd name="T31" fmla="*/ 295 h 1825"/>
                <a:gd name="T32" fmla="*/ 1053 w 2365"/>
                <a:gd name="T33" fmla="*/ 735 h 1825"/>
                <a:gd name="T34" fmla="*/ 1630 w 2365"/>
                <a:gd name="T35" fmla="*/ 232 h 1825"/>
                <a:gd name="T36" fmla="*/ 2134 w 2365"/>
                <a:gd name="T37" fmla="*/ 741 h 1825"/>
                <a:gd name="T38" fmla="*/ 1630 w 2365"/>
                <a:gd name="T39" fmla="*/ 1245 h 1825"/>
                <a:gd name="T40" fmla="*/ 1303 w 2365"/>
                <a:gd name="T41" fmla="*/ 1125 h 1825"/>
                <a:gd name="T42" fmla="*/ 961 w 2365"/>
                <a:gd name="T43" fmla="*/ 764 h 1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65" h="1825">
                  <a:moveTo>
                    <a:pt x="961" y="764"/>
                  </a:moveTo>
                  <a:cubicBezTo>
                    <a:pt x="875" y="688"/>
                    <a:pt x="736" y="643"/>
                    <a:pt x="599" y="642"/>
                  </a:cubicBezTo>
                  <a:cubicBezTo>
                    <a:pt x="270" y="641"/>
                    <a:pt x="2" y="900"/>
                    <a:pt x="1" y="1235"/>
                  </a:cubicBezTo>
                  <a:cubicBezTo>
                    <a:pt x="0" y="1563"/>
                    <a:pt x="270" y="1824"/>
                    <a:pt x="599" y="1825"/>
                  </a:cubicBezTo>
                  <a:cubicBezTo>
                    <a:pt x="783" y="1825"/>
                    <a:pt x="943" y="1751"/>
                    <a:pt x="1053" y="1619"/>
                  </a:cubicBezTo>
                  <a:cubicBezTo>
                    <a:pt x="1053" y="1293"/>
                    <a:pt x="1053" y="1293"/>
                    <a:pt x="1053" y="1293"/>
                  </a:cubicBezTo>
                  <a:cubicBezTo>
                    <a:pt x="994" y="1394"/>
                    <a:pt x="877" y="1524"/>
                    <a:pt x="771" y="1568"/>
                  </a:cubicBezTo>
                  <a:cubicBezTo>
                    <a:pt x="717" y="1590"/>
                    <a:pt x="662" y="1604"/>
                    <a:pt x="599" y="1604"/>
                  </a:cubicBezTo>
                  <a:cubicBezTo>
                    <a:pt x="394" y="1604"/>
                    <a:pt x="225" y="1445"/>
                    <a:pt x="225" y="1235"/>
                  </a:cubicBezTo>
                  <a:cubicBezTo>
                    <a:pt x="225" y="1041"/>
                    <a:pt x="380" y="862"/>
                    <a:pt x="599" y="863"/>
                  </a:cubicBezTo>
                  <a:cubicBezTo>
                    <a:pt x="701" y="863"/>
                    <a:pt x="793" y="905"/>
                    <a:pt x="861" y="972"/>
                  </a:cubicBezTo>
                  <a:cubicBezTo>
                    <a:pt x="931" y="1040"/>
                    <a:pt x="1041" y="1183"/>
                    <a:pt x="1093" y="1239"/>
                  </a:cubicBezTo>
                  <a:cubicBezTo>
                    <a:pt x="1227" y="1383"/>
                    <a:pt x="1419" y="1473"/>
                    <a:pt x="1630" y="1473"/>
                  </a:cubicBezTo>
                  <a:cubicBezTo>
                    <a:pt x="2036" y="1474"/>
                    <a:pt x="2365" y="1146"/>
                    <a:pt x="2365" y="741"/>
                  </a:cubicBezTo>
                  <a:cubicBezTo>
                    <a:pt x="2365" y="336"/>
                    <a:pt x="2035" y="0"/>
                    <a:pt x="1630" y="0"/>
                  </a:cubicBezTo>
                  <a:cubicBezTo>
                    <a:pt x="1395" y="0"/>
                    <a:pt x="1187" y="122"/>
                    <a:pt x="1053" y="295"/>
                  </a:cubicBezTo>
                  <a:cubicBezTo>
                    <a:pt x="1053" y="735"/>
                    <a:pt x="1053" y="735"/>
                    <a:pt x="1053" y="735"/>
                  </a:cubicBezTo>
                  <a:cubicBezTo>
                    <a:pt x="1155" y="455"/>
                    <a:pt x="1340" y="232"/>
                    <a:pt x="1630" y="232"/>
                  </a:cubicBezTo>
                  <a:cubicBezTo>
                    <a:pt x="1909" y="232"/>
                    <a:pt x="2135" y="463"/>
                    <a:pt x="2134" y="741"/>
                  </a:cubicBezTo>
                  <a:cubicBezTo>
                    <a:pt x="2134" y="1020"/>
                    <a:pt x="1909" y="1246"/>
                    <a:pt x="1630" y="1245"/>
                  </a:cubicBezTo>
                  <a:cubicBezTo>
                    <a:pt x="1506" y="1244"/>
                    <a:pt x="1391" y="1199"/>
                    <a:pt x="1303" y="1125"/>
                  </a:cubicBezTo>
                  <a:cubicBezTo>
                    <a:pt x="1194" y="1040"/>
                    <a:pt x="1074" y="860"/>
                    <a:pt x="961" y="76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6" name="Freeform 35">
              <a:extLst>
                <a:ext uri="{FF2B5EF4-FFF2-40B4-BE49-F238E27FC236}">
                  <a16:creationId xmlns:a16="http://schemas.microsoft.com/office/drawing/2014/main" id="{73D39904-8561-48A1-8410-0016C94071B8}"/>
                </a:ext>
              </a:extLst>
            </p:cNvPr>
            <p:cNvSpPr>
              <a:spLocks/>
            </p:cNvSpPr>
            <p:nvPr userDrawn="1"/>
          </p:nvSpPr>
          <p:spPr bwMode="gray">
            <a:xfrm>
              <a:off x="8012114" y="401514"/>
              <a:ext cx="123825" cy="201551"/>
            </a:xfrm>
            <a:custGeom>
              <a:avLst/>
              <a:gdLst>
                <a:gd name="T0" fmla="*/ 0 w 1624"/>
                <a:gd name="T1" fmla="*/ 0 h 2651"/>
                <a:gd name="T2" fmla="*/ 1624 w 1624"/>
                <a:gd name="T3" fmla="*/ 0 h 2651"/>
                <a:gd name="T4" fmla="*/ 1624 w 1624"/>
                <a:gd name="T5" fmla="*/ 452 h 2651"/>
                <a:gd name="T6" fmla="*/ 1365 w 1624"/>
                <a:gd name="T7" fmla="*/ 273 h 2651"/>
                <a:gd name="T8" fmla="*/ 613 w 1624"/>
                <a:gd name="T9" fmla="*/ 273 h 2651"/>
                <a:gd name="T10" fmla="*/ 613 w 1624"/>
                <a:gd name="T11" fmla="*/ 1053 h 2651"/>
                <a:gd name="T12" fmla="*/ 1428 w 1624"/>
                <a:gd name="T13" fmla="*/ 1053 h 2651"/>
                <a:gd name="T14" fmla="*/ 1428 w 1624"/>
                <a:gd name="T15" fmla="*/ 1467 h 2651"/>
                <a:gd name="T16" fmla="*/ 1205 w 1624"/>
                <a:gd name="T17" fmla="*/ 1335 h 2651"/>
                <a:gd name="T18" fmla="*/ 613 w 1624"/>
                <a:gd name="T19" fmla="*/ 1335 h 2651"/>
                <a:gd name="T20" fmla="*/ 613 w 1624"/>
                <a:gd name="T21" fmla="*/ 2401 h 2651"/>
                <a:gd name="T22" fmla="*/ 784 w 1624"/>
                <a:gd name="T23" fmla="*/ 2651 h 2651"/>
                <a:gd name="T24" fmla="*/ 11 w 1624"/>
                <a:gd name="T25" fmla="*/ 2651 h 2651"/>
                <a:gd name="T26" fmla="*/ 173 w 1624"/>
                <a:gd name="T27" fmla="*/ 2401 h 2651"/>
                <a:gd name="T28" fmla="*/ 173 w 1624"/>
                <a:gd name="T29" fmla="*/ 278 h 2651"/>
                <a:gd name="T30" fmla="*/ 0 w 1624"/>
                <a:gd name="T31"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24" h="2651">
                  <a:moveTo>
                    <a:pt x="0" y="0"/>
                  </a:moveTo>
                  <a:cubicBezTo>
                    <a:pt x="1624" y="0"/>
                    <a:pt x="1624" y="0"/>
                    <a:pt x="1624" y="0"/>
                  </a:cubicBezTo>
                  <a:cubicBezTo>
                    <a:pt x="1624" y="452"/>
                    <a:pt x="1624" y="452"/>
                    <a:pt x="1624" y="452"/>
                  </a:cubicBezTo>
                  <a:cubicBezTo>
                    <a:pt x="1624" y="452"/>
                    <a:pt x="1540" y="274"/>
                    <a:pt x="1365" y="273"/>
                  </a:cubicBezTo>
                  <a:cubicBezTo>
                    <a:pt x="613" y="273"/>
                    <a:pt x="613" y="273"/>
                    <a:pt x="613" y="273"/>
                  </a:cubicBezTo>
                  <a:cubicBezTo>
                    <a:pt x="613" y="1053"/>
                    <a:pt x="613" y="1053"/>
                    <a:pt x="613" y="1053"/>
                  </a:cubicBezTo>
                  <a:cubicBezTo>
                    <a:pt x="1428" y="1053"/>
                    <a:pt x="1428" y="1053"/>
                    <a:pt x="1428" y="1053"/>
                  </a:cubicBezTo>
                  <a:cubicBezTo>
                    <a:pt x="1428" y="1467"/>
                    <a:pt x="1428" y="1467"/>
                    <a:pt x="1428" y="1467"/>
                  </a:cubicBezTo>
                  <a:cubicBezTo>
                    <a:pt x="1428" y="1467"/>
                    <a:pt x="1402" y="1335"/>
                    <a:pt x="1205" y="1335"/>
                  </a:cubicBezTo>
                  <a:cubicBezTo>
                    <a:pt x="613" y="1335"/>
                    <a:pt x="613" y="1335"/>
                    <a:pt x="613" y="1335"/>
                  </a:cubicBezTo>
                  <a:cubicBezTo>
                    <a:pt x="613" y="2401"/>
                    <a:pt x="613" y="2401"/>
                    <a:pt x="613" y="2401"/>
                  </a:cubicBezTo>
                  <a:cubicBezTo>
                    <a:pt x="613" y="2558"/>
                    <a:pt x="784" y="2651"/>
                    <a:pt x="784" y="2651"/>
                  </a:cubicBezTo>
                  <a:cubicBezTo>
                    <a:pt x="11" y="2651"/>
                    <a:pt x="11" y="2651"/>
                    <a:pt x="11" y="2651"/>
                  </a:cubicBezTo>
                  <a:cubicBezTo>
                    <a:pt x="11" y="2651"/>
                    <a:pt x="173" y="2569"/>
                    <a:pt x="173" y="2401"/>
                  </a:cubicBezTo>
                  <a:cubicBezTo>
                    <a:pt x="173" y="278"/>
                    <a:pt x="173" y="278"/>
                    <a:pt x="173" y="278"/>
                  </a:cubicBezTo>
                  <a:cubicBezTo>
                    <a:pt x="173" y="9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7" name="Freeform 36">
              <a:extLst>
                <a:ext uri="{FF2B5EF4-FFF2-40B4-BE49-F238E27FC236}">
                  <a16:creationId xmlns:a16="http://schemas.microsoft.com/office/drawing/2014/main" id="{B496E634-8841-45FC-8EBD-7E4DD907E45B}"/>
                </a:ext>
              </a:extLst>
            </p:cNvPr>
            <p:cNvSpPr>
              <a:spLocks/>
            </p:cNvSpPr>
            <p:nvPr userDrawn="1"/>
          </p:nvSpPr>
          <p:spPr bwMode="gray">
            <a:xfrm>
              <a:off x="8305801" y="401514"/>
              <a:ext cx="80962" cy="282488"/>
            </a:xfrm>
            <a:custGeom>
              <a:avLst/>
              <a:gdLst>
                <a:gd name="T0" fmla="*/ 246 w 1072"/>
                <a:gd name="T1" fmla="*/ 0 h 3696"/>
                <a:gd name="T2" fmla="*/ 1072 w 1072"/>
                <a:gd name="T3" fmla="*/ 0 h 3696"/>
                <a:gd name="T4" fmla="*/ 887 w 1072"/>
                <a:gd name="T5" fmla="*/ 230 h 3696"/>
                <a:gd name="T6" fmla="*/ 887 w 1072"/>
                <a:gd name="T7" fmla="*/ 2717 h 3696"/>
                <a:gd name="T8" fmla="*/ 0 w 1072"/>
                <a:gd name="T9" fmla="*/ 3693 h 3696"/>
                <a:gd name="T10" fmla="*/ 423 w 1072"/>
                <a:gd name="T11" fmla="*/ 2717 h 3696"/>
                <a:gd name="T12" fmla="*/ 423 w 1072"/>
                <a:gd name="T13" fmla="*/ 230 h 3696"/>
                <a:gd name="T14" fmla="*/ 246 w 1072"/>
                <a:gd name="T15" fmla="*/ 0 h 36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2" h="3696">
                  <a:moveTo>
                    <a:pt x="246" y="0"/>
                  </a:moveTo>
                  <a:cubicBezTo>
                    <a:pt x="1072" y="0"/>
                    <a:pt x="1072" y="0"/>
                    <a:pt x="1072" y="0"/>
                  </a:cubicBezTo>
                  <a:cubicBezTo>
                    <a:pt x="1072" y="0"/>
                    <a:pt x="887" y="87"/>
                    <a:pt x="887" y="230"/>
                  </a:cubicBezTo>
                  <a:cubicBezTo>
                    <a:pt x="887" y="2717"/>
                    <a:pt x="887" y="2717"/>
                    <a:pt x="887" y="2717"/>
                  </a:cubicBezTo>
                  <a:cubicBezTo>
                    <a:pt x="887" y="3558"/>
                    <a:pt x="44" y="3696"/>
                    <a:pt x="0" y="3693"/>
                  </a:cubicBezTo>
                  <a:cubicBezTo>
                    <a:pt x="72" y="3647"/>
                    <a:pt x="422" y="3349"/>
                    <a:pt x="423" y="2717"/>
                  </a:cubicBezTo>
                  <a:cubicBezTo>
                    <a:pt x="423" y="230"/>
                    <a:pt x="423" y="230"/>
                    <a:pt x="423" y="230"/>
                  </a:cubicBezTo>
                  <a:cubicBezTo>
                    <a:pt x="424" y="96"/>
                    <a:pt x="246" y="0"/>
                    <a:pt x="24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8" name="Freeform 37">
              <a:extLst>
                <a:ext uri="{FF2B5EF4-FFF2-40B4-BE49-F238E27FC236}">
                  <a16:creationId xmlns:a16="http://schemas.microsoft.com/office/drawing/2014/main" id="{8CFC6E5D-D468-4FA4-86CF-D74794D2316B}"/>
                </a:ext>
              </a:extLst>
            </p:cNvPr>
            <p:cNvSpPr>
              <a:spLocks/>
            </p:cNvSpPr>
            <p:nvPr userDrawn="1"/>
          </p:nvSpPr>
          <p:spPr bwMode="gray">
            <a:xfrm>
              <a:off x="8396289" y="401514"/>
              <a:ext cx="63500" cy="201551"/>
            </a:xfrm>
            <a:custGeom>
              <a:avLst/>
              <a:gdLst>
                <a:gd name="T0" fmla="*/ 0 w 828"/>
                <a:gd name="T1" fmla="*/ 0 h 2653"/>
                <a:gd name="T2" fmla="*/ 828 w 828"/>
                <a:gd name="T3" fmla="*/ 0 h 2653"/>
                <a:gd name="T4" fmla="*/ 645 w 828"/>
                <a:gd name="T5" fmla="*/ 235 h 2653"/>
                <a:gd name="T6" fmla="*/ 645 w 828"/>
                <a:gd name="T7" fmla="*/ 2401 h 2653"/>
                <a:gd name="T8" fmla="*/ 828 w 828"/>
                <a:gd name="T9" fmla="*/ 2653 h 2653"/>
                <a:gd name="T10" fmla="*/ 0 w 828"/>
                <a:gd name="T11" fmla="*/ 2653 h 2653"/>
                <a:gd name="T12" fmla="*/ 184 w 828"/>
                <a:gd name="T13" fmla="*/ 2401 h 2653"/>
                <a:gd name="T14" fmla="*/ 184 w 828"/>
                <a:gd name="T15" fmla="*/ 235 h 2653"/>
                <a:gd name="T16" fmla="*/ 0 w 828"/>
                <a:gd name="T17" fmla="*/ 0 h 2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2653">
                  <a:moveTo>
                    <a:pt x="0" y="0"/>
                  </a:moveTo>
                  <a:cubicBezTo>
                    <a:pt x="828" y="0"/>
                    <a:pt x="828" y="0"/>
                    <a:pt x="828" y="0"/>
                  </a:cubicBezTo>
                  <a:cubicBezTo>
                    <a:pt x="828" y="0"/>
                    <a:pt x="645" y="89"/>
                    <a:pt x="645" y="235"/>
                  </a:cubicBezTo>
                  <a:cubicBezTo>
                    <a:pt x="645" y="2401"/>
                    <a:pt x="645" y="2401"/>
                    <a:pt x="645" y="2401"/>
                  </a:cubicBezTo>
                  <a:cubicBezTo>
                    <a:pt x="645" y="2556"/>
                    <a:pt x="828" y="2653"/>
                    <a:pt x="828" y="2653"/>
                  </a:cubicBezTo>
                  <a:cubicBezTo>
                    <a:pt x="0" y="2653"/>
                    <a:pt x="0" y="2653"/>
                    <a:pt x="0" y="2653"/>
                  </a:cubicBezTo>
                  <a:cubicBezTo>
                    <a:pt x="0" y="2653"/>
                    <a:pt x="184" y="2557"/>
                    <a:pt x="184" y="2401"/>
                  </a:cubicBezTo>
                  <a:cubicBezTo>
                    <a:pt x="184" y="235"/>
                    <a:pt x="184" y="235"/>
                    <a:pt x="184" y="235"/>
                  </a:cubicBezTo>
                  <a:cubicBezTo>
                    <a:pt x="184" y="8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9" name="Freeform 38">
              <a:extLst>
                <a:ext uri="{FF2B5EF4-FFF2-40B4-BE49-F238E27FC236}">
                  <a16:creationId xmlns:a16="http://schemas.microsoft.com/office/drawing/2014/main" id="{6086F808-7E1A-4F83-95B3-FAA6348F1C62}"/>
                </a:ext>
              </a:extLst>
            </p:cNvPr>
            <p:cNvSpPr>
              <a:spLocks/>
            </p:cNvSpPr>
            <p:nvPr userDrawn="1"/>
          </p:nvSpPr>
          <p:spPr bwMode="gray">
            <a:xfrm>
              <a:off x="8459789" y="401514"/>
              <a:ext cx="150812" cy="201551"/>
            </a:xfrm>
            <a:custGeom>
              <a:avLst/>
              <a:gdLst>
                <a:gd name="T0" fmla="*/ 161 w 1984"/>
                <a:gd name="T1" fmla="*/ 0 h 2651"/>
                <a:gd name="T2" fmla="*/ 1984 w 1984"/>
                <a:gd name="T3" fmla="*/ 0 h 2651"/>
                <a:gd name="T4" fmla="*/ 1829 w 1984"/>
                <a:gd name="T5" fmla="*/ 482 h 2651"/>
                <a:gd name="T6" fmla="*/ 1607 w 1984"/>
                <a:gd name="T7" fmla="*/ 279 h 2651"/>
                <a:gd name="T8" fmla="*/ 1229 w 1984"/>
                <a:gd name="T9" fmla="*/ 279 h 2651"/>
                <a:gd name="T10" fmla="*/ 1229 w 1984"/>
                <a:gd name="T11" fmla="*/ 2401 h 2651"/>
                <a:gd name="T12" fmla="*/ 1407 w 1984"/>
                <a:gd name="T13" fmla="*/ 2651 h 2651"/>
                <a:gd name="T14" fmla="*/ 595 w 1984"/>
                <a:gd name="T15" fmla="*/ 2651 h 2651"/>
                <a:gd name="T16" fmla="*/ 771 w 1984"/>
                <a:gd name="T17" fmla="*/ 2401 h 2651"/>
                <a:gd name="T18" fmla="*/ 771 w 1984"/>
                <a:gd name="T19" fmla="*/ 279 h 2651"/>
                <a:gd name="T20" fmla="*/ 315 w 1984"/>
                <a:gd name="T21" fmla="*/ 279 h 2651"/>
                <a:gd name="T22" fmla="*/ 0 w 1984"/>
                <a:gd name="T23" fmla="*/ 522 h 2651"/>
                <a:gd name="T24" fmla="*/ 161 w 1984"/>
                <a:gd name="T25"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4" h="2651">
                  <a:moveTo>
                    <a:pt x="161" y="0"/>
                  </a:moveTo>
                  <a:cubicBezTo>
                    <a:pt x="1984" y="0"/>
                    <a:pt x="1984" y="0"/>
                    <a:pt x="1984" y="0"/>
                  </a:cubicBezTo>
                  <a:cubicBezTo>
                    <a:pt x="1829" y="482"/>
                    <a:pt x="1829" y="482"/>
                    <a:pt x="1829" y="482"/>
                  </a:cubicBezTo>
                  <a:cubicBezTo>
                    <a:pt x="1829" y="482"/>
                    <a:pt x="1783" y="279"/>
                    <a:pt x="1607" y="279"/>
                  </a:cubicBezTo>
                  <a:cubicBezTo>
                    <a:pt x="1229" y="279"/>
                    <a:pt x="1229" y="279"/>
                    <a:pt x="1229" y="279"/>
                  </a:cubicBezTo>
                  <a:cubicBezTo>
                    <a:pt x="1229" y="2401"/>
                    <a:pt x="1229" y="2401"/>
                    <a:pt x="1229" y="2401"/>
                  </a:cubicBezTo>
                  <a:cubicBezTo>
                    <a:pt x="1229" y="2535"/>
                    <a:pt x="1407" y="2651"/>
                    <a:pt x="1407" y="2651"/>
                  </a:cubicBezTo>
                  <a:cubicBezTo>
                    <a:pt x="595" y="2651"/>
                    <a:pt x="595" y="2651"/>
                    <a:pt x="595" y="2651"/>
                  </a:cubicBezTo>
                  <a:cubicBezTo>
                    <a:pt x="595" y="2651"/>
                    <a:pt x="771" y="2547"/>
                    <a:pt x="771" y="2401"/>
                  </a:cubicBezTo>
                  <a:cubicBezTo>
                    <a:pt x="771" y="279"/>
                    <a:pt x="771" y="279"/>
                    <a:pt x="771" y="279"/>
                  </a:cubicBezTo>
                  <a:cubicBezTo>
                    <a:pt x="315" y="279"/>
                    <a:pt x="315" y="279"/>
                    <a:pt x="315" y="279"/>
                  </a:cubicBezTo>
                  <a:cubicBezTo>
                    <a:pt x="185" y="280"/>
                    <a:pt x="0" y="522"/>
                    <a:pt x="0" y="522"/>
                  </a:cubicBezTo>
                  <a:lnTo>
                    <a:pt x="16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0" name="Freeform 39">
              <a:extLst>
                <a:ext uri="{FF2B5EF4-FFF2-40B4-BE49-F238E27FC236}">
                  <a16:creationId xmlns:a16="http://schemas.microsoft.com/office/drawing/2014/main" id="{7E66457B-8F67-4219-BE87-101A16D7FCBB}"/>
                </a:ext>
              </a:extLst>
            </p:cNvPr>
            <p:cNvSpPr>
              <a:spLocks/>
            </p:cNvSpPr>
            <p:nvPr userDrawn="1"/>
          </p:nvSpPr>
          <p:spPr bwMode="gray">
            <a:xfrm>
              <a:off x="8734426" y="401514"/>
              <a:ext cx="169862" cy="204725"/>
            </a:xfrm>
            <a:custGeom>
              <a:avLst/>
              <a:gdLst>
                <a:gd name="T0" fmla="*/ 1420 w 2219"/>
                <a:gd name="T1" fmla="*/ 0 h 2693"/>
                <a:gd name="T2" fmla="*/ 2219 w 2219"/>
                <a:gd name="T3" fmla="*/ 0 h 2693"/>
                <a:gd name="T4" fmla="*/ 2048 w 2219"/>
                <a:gd name="T5" fmla="*/ 234 h 2693"/>
                <a:gd name="T6" fmla="*/ 2048 w 2219"/>
                <a:gd name="T7" fmla="*/ 1840 h 2693"/>
                <a:gd name="T8" fmla="*/ 1131 w 2219"/>
                <a:gd name="T9" fmla="*/ 2693 h 2693"/>
                <a:gd name="T10" fmla="*/ 176 w 2219"/>
                <a:gd name="T11" fmla="*/ 1840 h 2693"/>
                <a:gd name="T12" fmla="*/ 176 w 2219"/>
                <a:gd name="T13" fmla="*/ 234 h 2693"/>
                <a:gd name="T14" fmla="*/ 0 w 2219"/>
                <a:gd name="T15" fmla="*/ 0 h 2693"/>
                <a:gd name="T16" fmla="*/ 821 w 2219"/>
                <a:gd name="T17" fmla="*/ 0 h 2693"/>
                <a:gd name="T18" fmla="*/ 638 w 2219"/>
                <a:gd name="T19" fmla="*/ 234 h 2693"/>
                <a:gd name="T20" fmla="*/ 638 w 2219"/>
                <a:gd name="T21" fmla="*/ 1840 h 2693"/>
                <a:gd name="T22" fmla="*/ 1131 w 2219"/>
                <a:gd name="T23" fmla="*/ 2406 h 2693"/>
                <a:gd name="T24" fmla="*/ 1601 w 2219"/>
                <a:gd name="T25" fmla="*/ 1840 h 2693"/>
                <a:gd name="T26" fmla="*/ 1601 w 2219"/>
                <a:gd name="T27" fmla="*/ 234 h 2693"/>
                <a:gd name="T28" fmla="*/ 1420 w 2219"/>
                <a:gd name="T29" fmla="*/ 0 h 2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19" h="2693">
                  <a:moveTo>
                    <a:pt x="1420" y="0"/>
                  </a:moveTo>
                  <a:cubicBezTo>
                    <a:pt x="2219" y="0"/>
                    <a:pt x="2219" y="0"/>
                    <a:pt x="2219" y="0"/>
                  </a:cubicBezTo>
                  <a:cubicBezTo>
                    <a:pt x="2219" y="0"/>
                    <a:pt x="2048" y="91"/>
                    <a:pt x="2048" y="234"/>
                  </a:cubicBezTo>
                  <a:cubicBezTo>
                    <a:pt x="2048" y="1840"/>
                    <a:pt x="2048" y="1840"/>
                    <a:pt x="2048" y="1840"/>
                  </a:cubicBezTo>
                  <a:cubicBezTo>
                    <a:pt x="2047" y="2492"/>
                    <a:pt x="1506" y="2693"/>
                    <a:pt x="1131" y="2693"/>
                  </a:cubicBezTo>
                  <a:cubicBezTo>
                    <a:pt x="759" y="2693"/>
                    <a:pt x="175" y="2490"/>
                    <a:pt x="176" y="1840"/>
                  </a:cubicBezTo>
                  <a:cubicBezTo>
                    <a:pt x="176" y="234"/>
                    <a:pt x="176" y="234"/>
                    <a:pt x="176" y="234"/>
                  </a:cubicBezTo>
                  <a:cubicBezTo>
                    <a:pt x="176" y="91"/>
                    <a:pt x="0" y="0"/>
                    <a:pt x="0" y="0"/>
                  </a:cubicBezTo>
                  <a:cubicBezTo>
                    <a:pt x="821" y="0"/>
                    <a:pt x="821" y="0"/>
                    <a:pt x="821" y="0"/>
                  </a:cubicBezTo>
                  <a:cubicBezTo>
                    <a:pt x="821" y="0"/>
                    <a:pt x="638" y="88"/>
                    <a:pt x="638" y="234"/>
                  </a:cubicBezTo>
                  <a:cubicBezTo>
                    <a:pt x="638" y="1840"/>
                    <a:pt x="638" y="1840"/>
                    <a:pt x="638" y="1840"/>
                  </a:cubicBezTo>
                  <a:cubicBezTo>
                    <a:pt x="638" y="2182"/>
                    <a:pt x="865" y="2406"/>
                    <a:pt x="1131" y="2406"/>
                  </a:cubicBezTo>
                  <a:cubicBezTo>
                    <a:pt x="1397" y="2406"/>
                    <a:pt x="1600" y="2173"/>
                    <a:pt x="1601" y="1840"/>
                  </a:cubicBezTo>
                  <a:cubicBezTo>
                    <a:pt x="1601" y="234"/>
                    <a:pt x="1601" y="234"/>
                    <a:pt x="1601" y="234"/>
                  </a:cubicBezTo>
                  <a:cubicBezTo>
                    <a:pt x="1601" y="91"/>
                    <a:pt x="1420" y="0"/>
                    <a:pt x="1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1" name="Freeform 40">
              <a:extLst>
                <a:ext uri="{FF2B5EF4-FFF2-40B4-BE49-F238E27FC236}">
                  <a16:creationId xmlns:a16="http://schemas.microsoft.com/office/drawing/2014/main" id="{19BF96C5-0296-4403-B242-A6CF19644F11}"/>
                </a:ext>
              </a:extLst>
            </p:cNvPr>
            <p:cNvSpPr>
              <a:spLocks/>
            </p:cNvSpPr>
            <p:nvPr userDrawn="1"/>
          </p:nvSpPr>
          <p:spPr bwMode="gray">
            <a:xfrm>
              <a:off x="8142289" y="401514"/>
              <a:ext cx="169862" cy="206312"/>
            </a:xfrm>
            <a:custGeom>
              <a:avLst/>
              <a:gdLst>
                <a:gd name="T0" fmla="*/ 1427 w 2240"/>
                <a:gd name="T1" fmla="*/ 0 h 2700"/>
                <a:gd name="T2" fmla="*/ 2240 w 2240"/>
                <a:gd name="T3" fmla="*/ 0 h 2700"/>
                <a:gd name="T4" fmla="*/ 2068 w 2240"/>
                <a:gd name="T5" fmla="*/ 237 h 2700"/>
                <a:gd name="T6" fmla="*/ 2067 w 2240"/>
                <a:gd name="T7" fmla="*/ 1838 h 2700"/>
                <a:gd name="T8" fmla="*/ 1122 w 2240"/>
                <a:gd name="T9" fmla="*/ 2700 h 2700"/>
                <a:gd name="T10" fmla="*/ 166 w 2240"/>
                <a:gd name="T11" fmla="*/ 1838 h 2700"/>
                <a:gd name="T12" fmla="*/ 166 w 2240"/>
                <a:gd name="T13" fmla="*/ 237 h 2700"/>
                <a:gd name="T14" fmla="*/ 0 w 2240"/>
                <a:gd name="T15" fmla="*/ 0 h 2700"/>
                <a:gd name="T16" fmla="*/ 821 w 2240"/>
                <a:gd name="T17" fmla="*/ 0 h 2700"/>
                <a:gd name="T18" fmla="*/ 631 w 2240"/>
                <a:gd name="T19" fmla="*/ 237 h 2700"/>
                <a:gd name="T20" fmla="*/ 630 w 2240"/>
                <a:gd name="T21" fmla="*/ 1838 h 2700"/>
                <a:gd name="T22" fmla="*/ 1122 w 2240"/>
                <a:gd name="T23" fmla="*/ 2413 h 2700"/>
                <a:gd name="T24" fmla="*/ 1602 w 2240"/>
                <a:gd name="T25" fmla="*/ 1838 h 2700"/>
                <a:gd name="T26" fmla="*/ 1603 w 2240"/>
                <a:gd name="T27" fmla="*/ 237 h 2700"/>
                <a:gd name="T28" fmla="*/ 1427 w 2240"/>
                <a:gd name="T29" fmla="*/ 0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0" h="2700">
                  <a:moveTo>
                    <a:pt x="1427" y="0"/>
                  </a:moveTo>
                  <a:cubicBezTo>
                    <a:pt x="2240" y="0"/>
                    <a:pt x="2240" y="0"/>
                    <a:pt x="2240" y="0"/>
                  </a:cubicBezTo>
                  <a:cubicBezTo>
                    <a:pt x="2240" y="0"/>
                    <a:pt x="2068" y="95"/>
                    <a:pt x="2068" y="237"/>
                  </a:cubicBezTo>
                  <a:cubicBezTo>
                    <a:pt x="2068" y="238"/>
                    <a:pt x="2067" y="1838"/>
                    <a:pt x="2067" y="1838"/>
                  </a:cubicBezTo>
                  <a:cubicBezTo>
                    <a:pt x="2067" y="2494"/>
                    <a:pt x="1501" y="2700"/>
                    <a:pt x="1122" y="2700"/>
                  </a:cubicBezTo>
                  <a:cubicBezTo>
                    <a:pt x="750" y="2700"/>
                    <a:pt x="166" y="2491"/>
                    <a:pt x="166" y="1838"/>
                  </a:cubicBezTo>
                  <a:cubicBezTo>
                    <a:pt x="166" y="237"/>
                    <a:pt x="166" y="237"/>
                    <a:pt x="166" y="237"/>
                  </a:cubicBezTo>
                  <a:cubicBezTo>
                    <a:pt x="166" y="94"/>
                    <a:pt x="0" y="0"/>
                    <a:pt x="0" y="0"/>
                  </a:cubicBezTo>
                  <a:cubicBezTo>
                    <a:pt x="821" y="0"/>
                    <a:pt x="821" y="0"/>
                    <a:pt x="821" y="0"/>
                  </a:cubicBezTo>
                  <a:cubicBezTo>
                    <a:pt x="821" y="0"/>
                    <a:pt x="631" y="94"/>
                    <a:pt x="631" y="237"/>
                  </a:cubicBezTo>
                  <a:cubicBezTo>
                    <a:pt x="630" y="1838"/>
                    <a:pt x="630" y="1838"/>
                    <a:pt x="630" y="1838"/>
                  </a:cubicBezTo>
                  <a:cubicBezTo>
                    <a:pt x="630" y="2178"/>
                    <a:pt x="856" y="2412"/>
                    <a:pt x="1122" y="2413"/>
                  </a:cubicBezTo>
                  <a:cubicBezTo>
                    <a:pt x="1388" y="2414"/>
                    <a:pt x="1602" y="2174"/>
                    <a:pt x="1602" y="1838"/>
                  </a:cubicBezTo>
                  <a:cubicBezTo>
                    <a:pt x="1603" y="237"/>
                    <a:pt x="1603" y="237"/>
                    <a:pt x="1603" y="237"/>
                  </a:cubicBezTo>
                  <a:cubicBezTo>
                    <a:pt x="1603" y="94"/>
                    <a:pt x="1427" y="0"/>
                    <a:pt x="142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2" name="Freeform 41">
              <a:extLst>
                <a:ext uri="{FF2B5EF4-FFF2-40B4-BE49-F238E27FC236}">
                  <a16:creationId xmlns:a16="http://schemas.microsoft.com/office/drawing/2014/main" id="{D34F3219-DFD9-4479-84E6-8E988B1DF744}"/>
                </a:ext>
              </a:extLst>
            </p:cNvPr>
            <p:cNvSpPr>
              <a:spLocks/>
            </p:cNvSpPr>
            <p:nvPr userDrawn="1"/>
          </p:nvSpPr>
          <p:spPr bwMode="gray">
            <a:xfrm>
              <a:off x="8604251" y="396753"/>
              <a:ext cx="130175" cy="211073"/>
            </a:xfrm>
            <a:custGeom>
              <a:avLst/>
              <a:gdLst>
                <a:gd name="T0" fmla="*/ 1467 w 1707"/>
                <a:gd name="T1" fmla="*/ 479 h 2755"/>
                <a:gd name="T2" fmla="*/ 1019 w 1707"/>
                <a:gd name="T3" fmla="*/ 276 h 2755"/>
                <a:gd name="T4" fmla="*/ 504 w 1707"/>
                <a:gd name="T5" fmla="*/ 677 h 2755"/>
                <a:gd name="T6" fmla="*/ 995 w 1707"/>
                <a:gd name="T7" fmla="*/ 1174 h 2755"/>
                <a:gd name="T8" fmla="*/ 1705 w 1707"/>
                <a:gd name="T9" fmla="*/ 1974 h 2755"/>
                <a:gd name="T10" fmla="*/ 651 w 1707"/>
                <a:gd name="T11" fmla="*/ 2755 h 2755"/>
                <a:gd name="T12" fmla="*/ 155 w 1707"/>
                <a:gd name="T13" fmla="*/ 2686 h 2755"/>
                <a:gd name="T14" fmla="*/ 0 w 1707"/>
                <a:gd name="T15" fmla="*/ 2177 h 2755"/>
                <a:gd name="T16" fmla="*/ 658 w 1707"/>
                <a:gd name="T17" fmla="*/ 2466 h 2755"/>
                <a:gd name="T18" fmla="*/ 1252 w 1707"/>
                <a:gd name="T19" fmla="*/ 2030 h 2755"/>
                <a:gd name="T20" fmla="*/ 46 w 1707"/>
                <a:gd name="T21" fmla="*/ 731 h 2755"/>
                <a:gd name="T22" fmla="*/ 973 w 1707"/>
                <a:gd name="T23" fmla="*/ 0 h 2755"/>
                <a:gd name="T24" fmla="*/ 1467 w 1707"/>
                <a:gd name="T25" fmla="*/ 69 h 2755"/>
                <a:gd name="T26" fmla="*/ 1467 w 1707"/>
                <a:gd name="T27" fmla="*/ 479 h 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7" h="2755">
                  <a:moveTo>
                    <a:pt x="1467" y="479"/>
                  </a:moveTo>
                  <a:cubicBezTo>
                    <a:pt x="1467" y="479"/>
                    <a:pt x="1352" y="277"/>
                    <a:pt x="1019" y="276"/>
                  </a:cubicBezTo>
                  <a:cubicBezTo>
                    <a:pt x="686" y="275"/>
                    <a:pt x="505" y="450"/>
                    <a:pt x="504" y="677"/>
                  </a:cubicBezTo>
                  <a:cubicBezTo>
                    <a:pt x="503" y="934"/>
                    <a:pt x="696" y="1031"/>
                    <a:pt x="995" y="1174"/>
                  </a:cubicBezTo>
                  <a:cubicBezTo>
                    <a:pt x="1279" y="1311"/>
                    <a:pt x="1707" y="1499"/>
                    <a:pt x="1705" y="1974"/>
                  </a:cubicBezTo>
                  <a:cubicBezTo>
                    <a:pt x="1704" y="2399"/>
                    <a:pt x="1327" y="2755"/>
                    <a:pt x="651" y="2755"/>
                  </a:cubicBezTo>
                  <a:cubicBezTo>
                    <a:pt x="442" y="2754"/>
                    <a:pt x="155" y="2686"/>
                    <a:pt x="155" y="2686"/>
                  </a:cubicBezTo>
                  <a:cubicBezTo>
                    <a:pt x="0" y="2177"/>
                    <a:pt x="0" y="2177"/>
                    <a:pt x="0" y="2177"/>
                  </a:cubicBezTo>
                  <a:cubicBezTo>
                    <a:pt x="143" y="2316"/>
                    <a:pt x="397" y="2466"/>
                    <a:pt x="658" y="2466"/>
                  </a:cubicBezTo>
                  <a:cubicBezTo>
                    <a:pt x="929" y="2466"/>
                    <a:pt x="1252" y="2298"/>
                    <a:pt x="1252" y="2030"/>
                  </a:cubicBezTo>
                  <a:cubicBezTo>
                    <a:pt x="1252" y="1512"/>
                    <a:pt x="46" y="1598"/>
                    <a:pt x="46" y="731"/>
                  </a:cubicBezTo>
                  <a:cubicBezTo>
                    <a:pt x="46" y="433"/>
                    <a:pt x="254" y="0"/>
                    <a:pt x="973" y="0"/>
                  </a:cubicBezTo>
                  <a:cubicBezTo>
                    <a:pt x="1207" y="0"/>
                    <a:pt x="1467" y="69"/>
                    <a:pt x="1467" y="69"/>
                  </a:cubicBezTo>
                  <a:lnTo>
                    <a:pt x="1467" y="4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grpSp>
    </p:spTree>
    <p:extLst>
      <p:ext uri="{BB962C8B-B14F-4D97-AF65-F5344CB8AC3E}">
        <p14:creationId xmlns:p14="http://schemas.microsoft.com/office/powerpoint/2010/main" val="2987186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Section Divider 1">
    <p:spTree>
      <p:nvGrpSpPr>
        <p:cNvPr id="1" name=""/>
        <p:cNvGrpSpPr/>
        <p:nvPr/>
      </p:nvGrpSpPr>
      <p:grpSpPr>
        <a:xfrm>
          <a:off x="0" y="0"/>
          <a:ext cx="0" cy="0"/>
          <a:chOff x="0" y="0"/>
          <a:chExt cx="0" cy="0"/>
        </a:xfrm>
      </p:grpSpPr>
      <p:pic>
        <p:nvPicPr>
          <p:cNvPr id="17" name="図 14">
            <a:extLst>
              <a:ext uri="{FF2B5EF4-FFF2-40B4-BE49-F238E27FC236}">
                <a16:creationId xmlns:a16="http://schemas.microsoft.com/office/drawing/2014/main" id="{F799F721-E896-45A4-A217-A40C27204D8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ltGray">
          <a:xfrm>
            <a:off x="1" y="0"/>
            <a:ext cx="9147692" cy="5145577"/>
          </a:xfrm>
          <a:prstGeom prst="rect">
            <a:avLst/>
          </a:prstGeom>
        </p:spPr>
      </p:pic>
      <p:sp>
        <p:nvSpPr>
          <p:cNvPr id="2" name="Title 1"/>
          <p:cNvSpPr>
            <a:spLocks noGrp="1"/>
          </p:cNvSpPr>
          <p:nvPr>
            <p:ph type="ctrTitle" hasCustomPrompt="1"/>
          </p:nvPr>
        </p:nvSpPr>
        <p:spPr>
          <a:xfrm>
            <a:off x="234000" y="2002371"/>
            <a:ext cx="8670288" cy="498598"/>
          </a:xfrm>
          <a:prstGeom prst="rect">
            <a:avLst/>
          </a:prstGeom>
        </p:spPr>
        <p:txBody>
          <a:bodyPr wrap="square" anchor="b">
            <a:spAutoFit/>
          </a:bodyPr>
          <a:lstStyle>
            <a:lvl1pPr algn="l">
              <a:defRPr sz="3600" b="1">
                <a:solidFill>
                  <a:schemeClr val="bg1"/>
                </a:solidFill>
              </a:defRPr>
            </a:lvl1pPr>
          </a:lstStyle>
          <a:p>
            <a:r>
              <a:rPr lang="en-US" altLang="ja-JP" dirty="0"/>
              <a:t>Section title</a:t>
            </a:r>
            <a:endParaRPr lang="en-US" dirty="0"/>
          </a:p>
        </p:txBody>
      </p:sp>
      <p:sp>
        <p:nvSpPr>
          <p:cNvPr id="3" name="Subtitle 2"/>
          <p:cNvSpPr>
            <a:spLocks noGrp="1"/>
          </p:cNvSpPr>
          <p:nvPr>
            <p:ph type="subTitle" idx="1" hasCustomPrompt="1"/>
          </p:nvPr>
        </p:nvSpPr>
        <p:spPr>
          <a:xfrm>
            <a:off x="234000" y="2655769"/>
            <a:ext cx="8675050" cy="276999"/>
          </a:xfrm>
          <a:prstGeom prst="rect">
            <a:avLst/>
          </a:prstGeom>
        </p:spPr>
        <p:txBody>
          <a:bodyPr wrap="square" lIns="0" tIns="0" rIns="0" bIns="0">
            <a:spAutoFit/>
          </a:bodyPr>
          <a:lstStyle>
            <a:lvl1pPr marL="0" indent="0" algn="l">
              <a:lnSpc>
                <a:spcPct val="90000"/>
              </a:lnSpc>
              <a:spcBef>
                <a:spcPts val="0"/>
              </a:spcBef>
              <a:spcAft>
                <a:spcPts val="600"/>
              </a:spcAft>
              <a:buNone/>
              <a:defRPr sz="20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ltLang="ja-JP" dirty="0"/>
              <a:t>Subheading</a:t>
            </a:r>
            <a:endParaRPr lang="en-US" dirty="0"/>
          </a:p>
        </p:txBody>
      </p:sp>
      <p:grpSp>
        <p:nvGrpSpPr>
          <p:cNvPr id="19" name="Group 18" descr="Fujitsu">
            <a:extLst>
              <a:ext uri="{FF2B5EF4-FFF2-40B4-BE49-F238E27FC236}">
                <a16:creationId xmlns:a16="http://schemas.microsoft.com/office/drawing/2014/main" id="{1F100140-E7BA-4172-872F-512D0BBE2FF7}"/>
              </a:ext>
            </a:extLst>
          </p:cNvPr>
          <p:cNvGrpSpPr>
            <a:grpSpLocks noChangeAspect="1"/>
          </p:cNvGrpSpPr>
          <p:nvPr userDrawn="1"/>
        </p:nvGrpSpPr>
        <p:grpSpPr>
          <a:xfrm>
            <a:off x="7948615" y="226928"/>
            <a:ext cx="968769" cy="472173"/>
            <a:chOff x="8012114" y="249161"/>
            <a:chExt cx="892174" cy="434841"/>
          </a:xfrm>
        </p:grpSpPr>
        <p:sp>
          <p:nvSpPr>
            <p:cNvPr id="20" name="Freeform 34">
              <a:extLst>
                <a:ext uri="{FF2B5EF4-FFF2-40B4-BE49-F238E27FC236}">
                  <a16:creationId xmlns:a16="http://schemas.microsoft.com/office/drawing/2014/main" id="{2E6DAB3A-493B-4C94-A624-C34C12E3BDFC}"/>
                </a:ext>
              </a:extLst>
            </p:cNvPr>
            <p:cNvSpPr>
              <a:spLocks/>
            </p:cNvSpPr>
            <p:nvPr userDrawn="1"/>
          </p:nvSpPr>
          <p:spPr bwMode="gray">
            <a:xfrm>
              <a:off x="8307389" y="249161"/>
              <a:ext cx="179387" cy="139657"/>
            </a:xfrm>
            <a:custGeom>
              <a:avLst/>
              <a:gdLst>
                <a:gd name="T0" fmla="*/ 961 w 2365"/>
                <a:gd name="T1" fmla="*/ 764 h 1825"/>
                <a:gd name="T2" fmla="*/ 599 w 2365"/>
                <a:gd name="T3" fmla="*/ 642 h 1825"/>
                <a:gd name="T4" fmla="*/ 1 w 2365"/>
                <a:gd name="T5" fmla="*/ 1235 h 1825"/>
                <a:gd name="T6" fmla="*/ 599 w 2365"/>
                <a:gd name="T7" fmla="*/ 1825 h 1825"/>
                <a:gd name="T8" fmla="*/ 1053 w 2365"/>
                <a:gd name="T9" fmla="*/ 1619 h 1825"/>
                <a:gd name="T10" fmla="*/ 1053 w 2365"/>
                <a:gd name="T11" fmla="*/ 1293 h 1825"/>
                <a:gd name="T12" fmla="*/ 771 w 2365"/>
                <a:gd name="T13" fmla="*/ 1568 h 1825"/>
                <a:gd name="T14" fmla="*/ 599 w 2365"/>
                <a:gd name="T15" fmla="*/ 1604 h 1825"/>
                <a:gd name="T16" fmla="*/ 225 w 2365"/>
                <a:gd name="T17" fmla="*/ 1235 h 1825"/>
                <a:gd name="T18" fmla="*/ 599 w 2365"/>
                <a:gd name="T19" fmla="*/ 863 h 1825"/>
                <a:gd name="T20" fmla="*/ 861 w 2365"/>
                <a:gd name="T21" fmla="*/ 972 h 1825"/>
                <a:gd name="T22" fmla="*/ 1093 w 2365"/>
                <a:gd name="T23" fmla="*/ 1239 h 1825"/>
                <a:gd name="T24" fmla="*/ 1630 w 2365"/>
                <a:gd name="T25" fmla="*/ 1473 h 1825"/>
                <a:gd name="T26" fmla="*/ 2365 w 2365"/>
                <a:gd name="T27" fmla="*/ 741 h 1825"/>
                <a:gd name="T28" fmla="*/ 1630 w 2365"/>
                <a:gd name="T29" fmla="*/ 0 h 1825"/>
                <a:gd name="T30" fmla="*/ 1053 w 2365"/>
                <a:gd name="T31" fmla="*/ 295 h 1825"/>
                <a:gd name="T32" fmla="*/ 1053 w 2365"/>
                <a:gd name="T33" fmla="*/ 735 h 1825"/>
                <a:gd name="T34" fmla="*/ 1630 w 2365"/>
                <a:gd name="T35" fmla="*/ 232 h 1825"/>
                <a:gd name="T36" fmla="*/ 2134 w 2365"/>
                <a:gd name="T37" fmla="*/ 741 h 1825"/>
                <a:gd name="T38" fmla="*/ 1630 w 2365"/>
                <a:gd name="T39" fmla="*/ 1245 h 1825"/>
                <a:gd name="T40" fmla="*/ 1303 w 2365"/>
                <a:gd name="T41" fmla="*/ 1125 h 1825"/>
                <a:gd name="T42" fmla="*/ 961 w 2365"/>
                <a:gd name="T43" fmla="*/ 764 h 1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65" h="1825">
                  <a:moveTo>
                    <a:pt x="961" y="764"/>
                  </a:moveTo>
                  <a:cubicBezTo>
                    <a:pt x="875" y="688"/>
                    <a:pt x="736" y="643"/>
                    <a:pt x="599" y="642"/>
                  </a:cubicBezTo>
                  <a:cubicBezTo>
                    <a:pt x="270" y="641"/>
                    <a:pt x="2" y="900"/>
                    <a:pt x="1" y="1235"/>
                  </a:cubicBezTo>
                  <a:cubicBezTo>
                    <a:pt x="0" y="1563"/>
                    <a:pt x="270" y="1824"/>
                    <a:pt x="599" y="1825"/>
                  </a:cubicBezTo>
                  <a:cubicBezTo>
                    <a:pt x="783" y="1825"/>
                    <a:pt x="943" y="1751"/>
                    <a:pt x="1053" y="1619"/>
                  </a:cubicBezTo>
                  <a:cubicBezTo>
                    <a:pt x="1053" y="1293"/>
                    <a:pt x="1053" y="1293"/>
                    <a:pt x="1053" y="1293"/>
                  </a:cubicBezTo>
                  <a:cubicBezTo>
                    <a:pt x="994" y="1394"/>
                    <a:pt x="877" y="1524"/>
                    <a:pt x="771" y="1568"/>
                  </a:cubicBezTo>
                  <a:cubicBezTo>
                    <a:pt x="717" y="1590"/>
                    <a:pt x="662" y="1604"/>
                    <a:pt x="599" y="1604"/>
                  </a:cubicBezTo>
                  <a:cubicBezTo>
                    <a:pt x="394" y="1604"/>
                    <a:pt x="225" y="1445"/>
                    <a:pt x="225" y="1235"/>
                  </a:cubicBezTo>
                  <a:cubicBezTo>
                    <a:pt x="225" y="1041"/>
                    <a:pt x="380" y="862"/>
                    <a:pt x="599" y="863"/>
                  </a:cubicBezTo>
                  <a:cubicBezTo>
                    <a:pt x="701" y="863"/>
                    <a:pt x="793" y="905"/>
                    <a:pt x="861" y="972"/>
                  </a:cubicBezTo>
                  <a:cubicBezTo>
                    <a:pt x="931" y="1040"/>
                    <a:pt x="1041" y="1183"/>
                    <a:pt x="1093" y="1239"/>
                  </a:cubicBezTo>
                  <a:cubicBezTo>
                    <a:pt x="1227" y="1383"/>
                    <a:pt x="1419" y="1473"/>
                    <a:pt x="1630" y="1473"/>
                  </a:cubicBezTo>
                  <a:cubicBezTo>
                    <a:pt x="2036" y="1474"/>
                    <a:pt x="2365" y="1146"/>
                    <a:pt x="2365" y="741"/>
                  </a:cubicBezTo>
                  <a:cubicBezTo>
                    <a:pt x="2365" y="336"/>
                    <a:pt x="2035" y="0"/>
                    <a:pt x="1630" y="0"/>
                  </a:cubicBezTo>
                  <a:cubicBezTo>
                    <a:pt x="1395" y="0"/>
                    <a:pt x="1187" y="122"/>
                    <a:pt x="1053" y="295"/>
                  </a:cubicBezTo>
                  <a:cubicBezTo>
                    <a:pt x="1053" y="735"/>
                    <a:pt x="1053" y="735"/>
                    <a:pt x="1053" y="735"/>
                  </a:cubicBezTo>
                  <a:cubicBezTo>
                    <a:pt x="1155" y="455"/>
                    <a:pt x="1340" y="232"/>
                    <a:pt x="1630" y="232"/>
                  </a:cubicBezTo>
                  <a:cubicBezTo>
                    <a:pt x="1909" y="232"/>
                    <a:pt x="2135" y="463"/>
                    <a:pt x="2134" y="741"/>
                  </a:cubicBezTo>
                  <a:cubicBezTo>
                    <a:pt x="2134" y="1020"/>
                    <a:pt x="1909" y="1246"/>
                    <a:pt x="1630" y="1245"/>
                  </a:cubicBezTo>
                  <a:cubicBezTo>
                    <a:pt x="1506" y="1244"/>
                    <a:pt x="1391" y="1199"/>
                    <a:pt x="1303" y="1125"/>
                  </a:cubicBezTo>
                  <a:cubicBezTo>
                    <a:pt x="1194" y="1040"/>
                    <a:pt x="1074" y="860"/>
                    <a:pt x="961" y="76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1" name="Freeform 35">
              <a:extLst>
                <a:ext uri="{FF2B5EF4-FFF2-40B4-BE49-F238E27FC236}">
                  <a16:creationId xmlns:a16="http://schemas.microsoft.com/office/drawing/2014/main" id="{82C3B378-2E63-4808-87F0-DEDFE243ACAE}"/>
                </a:ext>
              </a:extLst>
            </p:cNvPr>
            <p:cNvSpPr>
              <a:spLocks/>
            </p:cNvSpPr>
            <p:nvPr userDrawn="1"/>
          </p:nvSpPr>
          <p:spPr bwMode="gray">
            <a:xfrm>
              <a:off x="8012114" y="401514"/>
              <a:ext cx="123825" cy="201551"/>
            </a:xfrm>
            <a:custGeom>
              <a:avLst/>
              <a:gdLst>
                <a:gd name="T0" fmla="*/ 0 w 1624"/>
                <a:gd name="T1" fmla="*/ 0 h 2651"/>
                <a:gd name="T2" fmla="*/ 1624 w 1624"/>
                <a:gd name="T3" fmla="*/ 0 h 2651"/>
                <a:gd name="T4" fmla="*/ 1624 w 1624"/>
                <a:gd name="T5" fmla="*/ 452 h 2651"/>
                <a:gd name="T6" fmla="*/ 1365 w 1624"/>
                <a:gd name="T7" fmla="*/ 273 h 2651"/>
                <a:gd name="T8" fmla="*/ 613 w 1624"/>
                <a:gd name="T9" fmla="*/ 273 h 2651"/>
                <a:gd name="T10" fmla="*/ 613 w 1624"/>
                <a:gd name="T11" fmla="*/ 1053 h 2651"/>
                <a:gd name="T12" fmla="*/ 1428 w 1624"/>
                <a:gd name="T13" fmla="*/ 1053 h 2651"/>
                <a:gd name="T14" fmla="*/ 1428 w 1624"/>
                <a:gd name="T15" fmla="*/ 1467 h 2651"/>
                <a:gd name="T16" fmla="*/ 1205 w 1624"/>
                <a:gd name="T17" fmla="*/ 1335 h 2651"/>
                <a:gd name="T18" fmla="*/ 613 w 1624"/>
                <a:gd name="T19" fmla="*/ 1335 h 2651"/>
                <a:gd name="T20" fmla="*/ 613 w 1624"/>
                <a:gd name="T21" fmla="*/ 2401 h 2651"/>
                <a:gd name="T22" fmla="*/ 784 w 1624"/>
                <a:gd name="T23" fmla="*/ 2651 h 2651"/>
                <a:gd name="T24" fmla="*/ 11 w 1624"/>
                <a:gd name="T25" fmla="*/ 2651 h 2651"/>
                <a:gd name="T26" fmla="*/ 173 w 1624"/>
                <a:gd name="T27" fmla="*/ 2401 h 2651"/>
                <a:gd name="T28" fmla="*/ 173 w 1624"/>
                <a:gd name="T29" fmla="*/ 278 h 2651"/>
                <a:gd name="T30" fmla="*/ 0 w 1624"/>
                <a:gd name="T31"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24" h="2651">
                  <a:moveTo>
                    <a:pt x="0" y="0"/>
                  </a:moveTo>
                  <a:cubicBezTo>
                    <a:pt x="1624" y="0"/>
                    <a:pt x="1624" y="0"/>
                    <a:pt x="1624" y="0"/>
                  </a:cubicBezTo>
                  <a:cubicBezTo>
                    <a:pt x="1624" y="452"/>
                    <a:pt x="1624" y="452"/>
                    <a:pt x="1624" y="452"/>
                  </a:cubicBezTo>
                  <a:cubicBezTo>
                    <a:pt x="1624" y="452"/>
                    <a:pt x="1540" y="274"/>
                    <a:pt x="1365" y="273"/>
                  </a:cubicBezTo>
                  <a:cubicBezTo>
                    <a:pt x="613" y="273"/>
                    <a:pt x="613" y="273"/>
                    <a:pt x="613" y="273"/>
                  </a:cubicBezTo>
                  <a:cubicBezTo>
                    <a:pt x="613" y="1053"/>
                    <a:pt x="613" y="1053"/>
                    <a:pt x="613" y="1053"/>
                  </a:cubicBezTo>
                  <a:cubicBezTo>
                    <a:pt x="1428" y="1053"/>
                    <a:pt x="1428" y="1053"/>
                    <a:pt x="1428" y="1053"/>
                  </a:cubicBezTo>
                  <a:cubicBezTo>
                    <a:pt x="1428" y="1467"/>
                    <a:pt x="1428" y="1467"/>
                    <a:pt x="1428" y="1467"/>
                  </a:cubicBezTo>
                  <a:cubicBezTo>
                    <a:pt x="1428" y="1467"/>
                    <a:pt x="1402" y="1335"/>
                    <a:pt x="1205" y="1335"/>
                  </a:cubicBezTo>
                  <a:cubicBezTo>
                    <a:pt x="613" y="1335"/>
                    <a:pt x="613" y="1335"/>
                    <a:pt x="613" y="1335"/>
                  </a:cubicBezTo>
                  <a:cubicBezTo>
                    <a:pt x="613" y="2401"/>
                    <a:pt x="613" y="2401"/>
                    <a:pt x="613" y="2401"/>
                  </a:cubicBezTo>
                  <a:cubicBezTo>
                    <a:pt x="613" y="2558"/>
                    <a:pt x="784" y="2651"/>
                    <a:pt x="784" y="2651"/>
                  </a:cubicBezTo>
                  <a:cubicBezTo>
                    <a:pt x="11" y="2651"/>
                    <a:pt x="11" y="2651"/>
                    <a:pt x="11" y="2651"/>
                  </a:cubicBezTo>
                  <a:cubicBezTo>
                    <a:pt x="11" y="2651"/>
                    <a:pt x="173" y="2569"/>
                    <a:pt x="173" y="2401"/>
                  </a:cubicBezTo>
                  <a:cubicBezTo>
                    <a:pt x="173" y="278"/>
                    <a:pt x="173" y="278"/>
                    <a:pt x="173" y="278"/>
                  </a:cubicBezTo>
                  <a:cubicBezTo>
                    <a:pt x="173" y="9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2" name="Freeform 36">
              <a:extLst>
                <a:ext uri="{FF2B5EF4-FFF2-40B4-BE49-F238E27FC236}">
                  <a16:creationId xmlns:a16="http://schemas.microsoft.com/office/drawing/2014/main" id="{CAC9D896-0364-478E-8EC9-E1BF49631BE5}"/>
                </a:ext>
              </a:extLst>
            </p:cNvPr>
            <p:cNvSpPr>
              <a:spLocks/>
            </p:cNvSpPr>
            <p:nvPr userDrawn="1"/>
          </p:nvSpPr>
          <p:spPr bwMode="gray">
            <a:xfrm>
              <a:off x="8305801" y="401514"/>
              <a:ext cx="80962" cy="282488"/>
            </a:xfrm>
            <a:custGeom>
              <a:avLst/>
              <a:gdLst>
                <a:gd name="T0" fmla="*/ 246 w 1072"/>
                <a:gd name="T1" fmla="*/ 0 h 3696"/>
                <a:gd name="T2" fmla="*/ 1072 w 1072"/>
                <a:gd name="T3" fmla="*/ 0 h 3696"/>
                <a:gd name="T4" fmla="*/ 887 w 1072"/>
                <a:gd name="T5" fmla="*/ 230 h 3696"/>
                <a:gd name="T6" fmla="*/ 887 w 1072"/>
                <a:gd name="T7" fmla="*/ 2717 h 3696"/>
                <a:gd name="T8" fmla="*/ 0 w 1072"/>
                <a:gd name="T9" fmla="*/ 3693 h 3696"/>
                <a:gd name="T10" fmla="*/ 423 w 1072"/>
                <a:gd name="T11" fmla="*/ 2717 h 3696"/>
                <a:gd name="T12" fmla="*/ 423 w 1072"/>
                <a:gd name="T13" fmla="*/ 230 h 3696"/>
                <a:gd name="T14" fmla="*/ 246 w 1072"/>
                <a:gd name="T15" fmla="*/ 0 h 36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2" h="3696">
                  <a:moveTo>
                    <a:pt x="246" y="0"/>
                  </a:moveTo>
                  <a:cubicBezTo>
                    <a:pt x="1072" y="0"/>
                    <a:pt x="1072" y="0"/>
                    <a:pt x="1072" y="0"/>
                  </a:cubicBezTo>
                  <a:cubicBezTo>
                    <a:pt x="1072" y="0"/>
                    <a:pt x="887" y="87"/>
                    <a:pt x="887" y="230"/>
                  </a:cubicBezTo>
                  <a:cubicBezTo>
                    <a:pt x="887" y="2717"/>
                    <a:pt x="887" y="2717"/>
                    <a:pt x="887" y="2717"/>
                  </a:cubicBezTo>
                  <a:cubicBezTo>
                    <a:pt x="887" y="3558"/>
                    <a:pt x="44" y="3696"/>
                    <a:pt x="0" y="3693"/>
                  </a:cubicBezTo>
                  <a:cubicBezTo>
                    <a:pt x="72" y="3647"/>
                    <a:pt x="422" y="3349"/>
                    <a:pt x="423" y="2717"/>
                  </a:cubicBezTo>
                  <a:cubicBezTo>
                    <a:pt x="423" y="230"/>
                    <a:pt x="423" y="230"/>
                    <a:pt x="423" y="230"/>
                  </a:cubicBezTo>
                  <a:cubicBezTo>
                    <a:pt x="424" y="96"/>
                    <a:pt x="246" y="0"/>
                    <a:pt x="24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3" name="Freeform 37">
              <a:extLst>
                <a:ext uri="{FF2B5EF4-FFF2-40B4-BE49-F238E27FC236}">
                  <a16:creationId xmlns:a16="http://schemas.microsoft.com/office/drawing/2014/main" id="{AE4512C4-B33D-49B1-AE30-646A970A5077}"/>
                </a:ext>
              </a:extLst>
            </p:cNvPr>
            <p:cNvSpPr>
              <a:spLocks/>
            </p:cNvSpPr>
            <p:nvPr userDrawn="1"/>
          </p:nvSpPr>
          <p:spPr bwMode="gray">
            <a:xfrm>
              <a:off x="8396289" y="401514"/>
              <a:ext cx="63500" cy="201551"/>
            </a:xfrm>
            <a:custGeom>
              <a:avLst/>
              <a:gdLst>
                <a:gd name="T0" fmla="*/ 0 w 828"/>
                <a:gd name="T1" fmla="*/ 0 h 2653"/>
                <a:gd name="T2" fmla="*/ 828 w 828"/>
                <a:gd name="T3" fmla="*/ 0 h 2653"/>
                <a:gd name="T4" fmla="*/ 645 w 828"/>
                <a:gd name="T5" fmla="*/ 235 h 2653"/>
                <a:gd name="T6" fmla="*/ 645 w 828"/>
                <a:gd name="T7" fmla="*/ 2401 h 2653"/>
                <a:gd name="T8" fmla="*/ 828 w 828"/>
                <a:gd name="T9" fmla="*/ 2653 h 2653"/>
                <a:gd name="T10" fmla="*/ 0 w 828"/>
                <a:gd name="T11" fmla="*/ 2653 h 2653"/>
                <a:gd name="T12" fmla="*/ 184 w 828"/>
                <a:gd name="T13" fmla="*/ 2401 h 2653"/>
                <a:gd name="T14" fmla="*/ 184 w 828"/>
                <a:gd name="T15" fmla="*/ 235 h 2653"/>
                <a:gd name="T16" fmla="*/ 0 w 828"/>
                <a:gd name="T17" fmla="*/ 0 h 2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2653">
                  <a:moveTo>
                    <a:pt x="0" y="0"/>
                  </a:moveTo>
                  <a:cubicBezTo>
                    <a:pt x="828" y="0"/>
                    <a:pt x="828" y="0"/>
                    <a:pt x="828" y="0"/>
                  </a:cubicBezTo>
                  <a:cubicBezTo>
                    <a:pt x="828" y="0"/>
                    <a:pt x="645" y="89"/>
                    <a:pt x="645" y="235"/>
                  </a:cubicBezTo>
                  <a:cubicBezTo>
                    <a:pt x="645" y="2401"/>
                    <a:pt x="645" y="2401"/>
                    <a:pt x="645" y="2401"/>
                  </a:cubicBezTo>
                  <a:cubicBezTo>
                    <a:pt x="645" y="2556"/>
                    <a:pt x="828" y="2653"/>
                    <a:pt x="828" y="2653"/>
                  </a:cubicBezTo>
                  <a:cubicBezTo>
                    <a:pt x="0" y="2653"/>
                    <a:pt x="0" y="2653"/>
                    <a:pt x="0" y="2653"/>
                  </a:cubicBezTo>
                  <a:cubicBezTo>
                    <a:pt x="0" y="2653"/>
                    <a:pt x="184" y="2557"/>
                    <a:pt x="184" y="2401"/>
                  </a:cubicBezTo>
                  <a:cubicBezTo>
                    <a:pt x="184" y="235"/>
                    <a:pt x="184" y="235"/>
                    <a:pt x="184" y="235"/>
                  </a:cubicBezTo>
                  <a:cubicBezTo>
                    <a:pt x="184" y="8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4" name="Freeform 38">
              <a:extLst>
                <a:ext uri="{FF2B5EF4-FFF2-40B4-BE49-F238E27FC236}">
                  <a16:creationId xmlns:a16="http://schemas.microsoft.com/office/drawing/2014/main" id="{184123A7-2111-4426-816D-00195BCE79BD}"/>
                </a:ext>
              </a:extLst>
            </p:cNvPr>
            <p:cNvSpPr>
              <a:spLocks/>
            </p:cNvSpPr>
            <p:nvPr userDrawn="1"/>
          </p:nvSpPr>
          <p:spPr bwMode="gray">
            <a:xfrm>
              <a:off x="8459789" y="401514"/>
              <a:ext cx="150812" cy="201551"/>
            </a:xfrm>
            <a:custGeom>
              <a:avLst/>
              <a:gdLst>
                <a:gd name="T0" fmla="*/ 161 w 1984"/>
                <a:gd name="T1" fmla="*/ 0 h 2651"/>
                <a:gd name="T2" fmla="*/ 1984 w 1984"/>
                <a:gd name="T3" fmla="*/ 0 h 2651"/>
                <a:gd name="T4" fmla="*/ 1829 w 1984"/>
                <a:gd name="T5" fmla="*/ 482 h 2651"/>
                <a:gd name="T6" fmla="*/ 1607 w 1984"/>
                <a:gd name="T7" fmla="*/ 279 h 2651"/>
                <a:gd name="T8" fmla="*/ 1229 w 1984"/>
                <a:gd name="T9" fmla="*/ 279 h 2651"/>
                <a:gd name="T10" fmla="*/ 1229 w 1984"/>
                <a:gd name="T11" fmla="*/ 2401 h 2651"/>
                <a:gd name="T12" fmla="*/ 1407 w 1984"/>
                <a:gd name="T13" fmla="*/ 2651 h 2651"/>
                <a:gd name="T14" fmla="*/ 595 w 1984"/>
                <a:gd name="T15" fmla="*/ 2651 h 2651"/>
                <a:gd name="T16" fmla="*/ 771 w 1984"/>
                <a:gd name="T17" fmla="*/ 2401 h 2651"/>
                <a:gd name="T18" fmla="*/ 771 w 1984"/>
                <a:gd name="T19" fmla="*/ 279 h 2651"/>
                <a:gd name="T20" fmla="*/ 315 w 1984"/>
                <a:gd name="T21" fmla="*/ 279 h 2651"/>
                <a:gd name="T22" fmla="*/ 0 w 1984"/>
                <a:gd name="T23" fmla="*/ 522 h 2651"/>
                <a:gd name="T24" fmla="*/ 161 w 1984"/>
                <a:gd name="T25"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4" h="2651">
                  <a:moveTo>
                    <a:pt x="161" y="0"/>
                  </a:moveTo>
                  <a:cubicBezTo>
                    <a:pt x="1984" y="0"/>
                    <a:pt x="1984" y="0"/>
                    <a:pt x="1984" y="0"/>
                  </a:cubicBezTo>
                  <a:cubicBezTo>
                    <a:pt x="1829" y="482"/>
                    <a:pt x="1829" y="482"/>
                    <a:pt x="1829" y="482"/>
                  </a:cubicBezTo>
                  <a:cubicBezTo>
                    <a:pt x="1829" y="482"/>
                    <a:pt x="1783" y="279"/>
                    <a:pt x="1607" y="279"/>
                  </a:cubicBezTo>
                  <a:cubicBezTo>
                    <a:pt x="1229" y="279"/>
                    <a:pt x="1229" y="279"/>
                    <a:pt x="1229" y="279"/>
                  </a:cubicBezTo>
                  <a:cubicBezTo>
                    <a:pt x="1229" y="2401"/>
                    <a:pt x="1229" y="2401"/>
                    <a:pt x="1229" y="2401"/>
                  </a:cubicBezTo>
                  <a:cubicBezTo>
                    <a:pt x="1229" y="2535"/>
                    <a:pt x="1407" y="2651"/>
                    <a:pt x="1407" y="2651"/>
                  </a:cubicBezTo>
                  <a:cubicBezTo>
                    <a:pt x="595" y="2651"/>
                    <a:pt x="595" y="2651"/>
                    <a:pt x="595" y="2651"/>
                  </a:cubicBezTo>
                  <a:cubicBezTo>
                    <a:pt x="595" y="2651"/>
                    <a:pt x="771" y="2547"/>
                    <a:pt x="771" y="2401"/>
                  </a:cubicBezTo>
                  <a:cubicBezTo>
                    <a:pt x="771" y="279"/>
                    <a:pt x="771" y="279"/>
                    <a:pt x="771" y="279"/>
                  </a:cubicBezTo>
                  <a:cubicBezTo>
                    <a:pt x="315" y="279"/>
                    <a:pt x="315" y="279"/>
                    <a:pt x="315" y="279"/>
                  </a:cubicBezTo>
                  <a:cubicBezTo>
                    <a:pt x="185" y="280"/>
                    <a:pt x="0" y="522"/>
                    <a:pt x="0" y="522"/>
                  </a:cubicBezTo>
                  <a:lnTo>
                    <a:pt x="16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5" name="Freeform 39">
              <a:extLst>
                <a:ext uri="{FF2B5EF4-FFF2-40B4-BE49-F238E27FC236}">
                  <a16:creationId xmlns:a16="http://schemas.microsoft.com/office/drawing/2014/main" id="{A7DEA05E-E614-40D9-A049-B65FFFB96DAB}"/>
                </a:ext>
              </a:extLst>
            </p:cNvPr>
            <p:cNvSpPr>
              <a:spLocks/>
            </p:cNvSpPr>
            <p:nvPr userDrawn="1"/>
          </p:nvSpPr>
          <p:spPr bwMode="gray">
            <a:xfrm>
              <a:off x="8734426" y="401514"/>
              <a:ext cx="169862" cy="204725"/>
            </a:xfrm>
            <a:custGeom>
              <a:avLst/>
              <a:gdLst>
                <a:gd name="T0" fmla="*/ 1420 w 2219"/>
                <a:gd name="T1" fmla="*/ 0 h 2693"/>
                <a:gd name="T2" fmla="*/ 2219 w 2219"/>
                <a:gd name="T3" fmla="*/ 0 h 2693"/>
                <a:gd name="T4" fmla="*/ 2048 w 2219"/>
                <a:gd name="T5" fmla="*/ 234 h 2693"/>
                <a:gd name="T6" fmla="*/ 2048 w 2219"/>
                <a:gd name="T7" fmla="*/ 1840 h 2693"/>
                <a:gd name="T8" fmla="*/ 1131 w 2219"/>
                <a:gd name="T9" fmla="*/ 2693 h 2693"/>
                <a:gd name="T10" fmla="*/ 176 w 2219"/>
                <a:gd name="T11" fmla="*/ 1840 h 2693"/>
                <a:gd name="T12" fmla="*/ 176 w 2219"/>
                <a:gd name="T13" fmla="*/ 234 h 2693"/>
                <a:gd name="T14" fmla="*/ 0 w 2219"/>
                <a:gd name="T15" fmla="*/ 0 h 2693"/>
                <a:gd name="T16" fmla="*/ 821 w 2219"/>
                <a:gd name="T17" fmla="*/ 0 h 2693"/>
                <a:gd name="T18" fmla="*/ 638 w 2219"/>
                <a:gd name="T19" fmla="*/ 234 h 2693"/>
                <a:gd name="T20" fmla="*/ 638 w 2219"/>
                <a:gd name="T21" fmla="*/ 1840 h 2693"/>
                <a:gd name="T22" fmla="*/ 1131 w 2219"/>
                <a:gd name="T23" fmla="*/ 2406 h 2693"/>
                <a:gd name="T24" fmla="*/ 1601 w 2219"/>
                <a:gd name="T25" fmla="*/ 1840 h 2693"/>
                <a:gd name="T26" fmla="*/ 1601 w 2219"/>
                <a:gd name="T27" fmla="*/ 234 h 2693"/>
                <a:gd name="T28" fmla="*/ 1420 w 2219"/>
                <a:gd name="T29" fmla="*/ 0 h 2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19" h="2693">
                  <a:moveTo>
                    <a:pt x="1420" y="0"/>
                  </a:moveTo>
                  <a:cubicBezTo>
                    <a:pt x="2219" y="0"/>
                    <a:pt x="2219" y="0"/>
                    <a:pt x="2219" y="0"/>
                  </a:cubicBezTo>
                  <a:cubicBezTo>
                    <a:pt x="2219" y="0"/>
                    <a:pt x="2048" y="91"/>
                    <a:pt x="2048" y="234"/>
                  </a:cubicBezTo>
                  <a:cubicBezTo>
                    <a:pt x="2048" y="1840"/>
                    <a:pt x="2048" y="1840"/>
                    <a:pt x="2048" y="1840"/>
                  </a:cubicBezTo>
                  <a:cubicBezTo>
                    <a:pt x="2047" y="2492"/>
                    <a:pt x="1506" y="2693"/>
                    <a:pt x="1131" y="2693"/>
                  </a:cubicBezTo>
                  <a:cubicBezTo>
                    <a:pt x="759" y="2693"/>
                    <a:pt x="175" y="2490"/>
                    <a:pt x="176" y="1840"/>
                  </a:cubicBezTo>
                  <a:cubicBezTo>
                    <a:pt x="176" y="234"/>
                    <a:pt x="176" y="234"/>
                    <a:pt x="176" y="234"/>
                  </a:cubicBezTo>
                  <a:cubicBezTo>
                    <a:pt x="176" y="91"/>
                    <a:pt x="0" y="0"/>
                    <a:pt x="0" y="0"/>
                  </a:cubicBezTo>
                  <a:cubicBezTo>
                    <a:pt x="821" y="0"/>
                    <a:pt x="821" y="0"/>
                    <a:pt x="821" y="0"/>
                  </a:cubicBezTo>
                  <a:cubicBezTo>
                    <a:pt x="821" y="0"/>
                    <a:pt x="638" y="88"/>
                    <a:pt x="638" y="234"/>
                  </a:cubicBezTo>
                  <a:cubicBezTo>
                    <a:pt x="638" y="1840"/>
                    <a:pt x="638" y="1840"/>
                    <a:pt x="638" y="1840"/>
                  </a:cubicBezTo>
                  <a:cubicBezTo>
                    <a:pt x="638" y="2182"/>
                    <a:pt x="865" y="2406"/>
                    <a:pt x="1131" y="2406"/>
                  </a:cubicBezTo>
                  <a:cubicBezTo>
                    <a:pt x="1397" y="2406"/>
                    <a:pt x="1600" y="2173"/>
                    <a:pt x="1601" y="1840"/>
                  </a:cubicBezTo>
                  <a:cubicBezTo>
                    <a:pt x="1601" y="234"/>
                    <a:pt x="1601" y="234"/>
                    <a:pt x="1601" y="234"/>
                  </a:cubicBezTo>
                  <a:cubicBezTo>
                    <a:pt x="1601" y="91"/>
                    <a:pt x="1420" y="0"/>
                    <a:pt x="1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6" name="Freeform 40">
              <a:extLst>
                <a:ext uri="{FF2B5EF4-FFF2-40B4-BE49-F238E27FC236}">
                  <a16:creationId xmlns:a16="http://schemas.microsoft.com/office/drawing/2014/main" id="{3828E108-C6AE-42F1-82B3-4DD2CFFF072E}"/>
                </a:ext>
              </a:extLst>
            </p:cNvPr>
            <p:cNvSpPr>
              <a:spLocks/>
            </p:cNvSpPr>
            <p:nvPr userDrawn="1"/>
          </p:nvSpPr>
          <p:spPr bwMode="gray">
            <a:xfrm>
              <a:off x="8142289" y="401514"/>
              <a:ext cx="169862" cy="206312"/>
            </a:xfrm>
            <a:custGeom>
              <a:avLst/>
              <a:gdLst>
                <a:gd name="T0" fmla="*/ 1427 w 2240"/>
                <a:gd name="T1" fmla="*/ 0 h 2700"/>
                <a:gd name="T2" fmla="*/ 2240 w 2240"/>
                <a:gd name="T3" fmla="*/ 0 h 2700"/>
                <a:gd name="T4" fmla="*/ 2068 w 2240"/>
                <a:gd name="T5" fmla="*/ 237 h 2700"/>
                <a:gd name="T6" fmla="*/ 2067 w 2240"/>
                <a:gd name="T7" fmla="*/ 1838 h 2700"/>
                <a:gd name="T8" fmla="*/ 1122 w 2240"/>
                <a:gd name="T9" fmla="*/ 2700 h 2700"/>
                <a:gd name="T10" fmla="*/ 166 w 2240"/>
                <a:gd name="T11" fmla="*/ 1838 h 2700"/>
                <a:gd name="T12" fmla="*/ 166 w 2240"/>
                <a:gd name="T13" fmla="*/ 237 h 2700"/>
                <a:gd name="T14" fmla="*/ 0 w 2240"/>
                <a:gd name="T15" fmla="*/ 0 h 2700"/>
                <a:gd name="T16" fmla="*/ 821 w 2240"/>
                <a:gd name="T17" fmla="*/ 0 h 2700"/>
                <a:gd name="T18" fmla="*/ 631 w 2240"/>
                <a:gd name="T19" fmla="*/ 237 h 2700"/>
                <a:gd name="T20" fmla="*/ 630 w 2240"/>
                <a:gd name="T21" fmla="*/ 1838 h 2700"/>
                <a:gd name="T22" fmla="*/ 1122 w 2240"/>
                <a:gd name="T23" fmla="*/ 2413 h 2700"/>
                <a:gd name="T24" fmla="*/ 1602 w 2240"/>
                <a:gd name="T25" fmla="*/ 1838 h 2700"/>
                <a:gd name="T26" fmla="*/ 1603 w 2240"/>
                <a:gd name="T27" fmla="*/ 237 h 2700"/>
                <a:gd name="T28" fmla="*/ 1427 w 2240"/>
                <a:gd name="T29" fmla="*/ 0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0" h="2700">
                  <a:moveTo>
                    <a:pt x="1427" y="0"/>
                  </a:moveTo>
                  <a:cubicBezTo>
                    <a:pt x="2240" y="0"/>
                    <a:pt x="2240" y="0"/>
                    <a:pt x="2240" y="0"/>
                  </a:cubicBezTo>
                  <a:cubicBezTo>
                    <a:pt x="2240" y="0"/>
                    <a:pt x="2068" y="95"/>
                    <a:pt x="2068" y="237"/>
                  </a:cubicBezTo>
                  <a:cubicBezTo>
                    <a:pt x="2068" y="238"/>
                    <a:pt x="2067" y="1838"/>
                    <a:pt x="2067" y="1838"/>
                  </a:cubicBezTo>
                  <a:cubicBezTo>
                    <a:pt x="2067" y="2494"/>
                    <a:pt x="1501" y="2700"/>
                    <a:pt x="1122" y="2700"/>
                  </a:cubicBezTo>
                  <a:cubicBezTo>
                    <a:pt x="750" y="2700"/>
                    <a:pt x="166" y="2491"/>
                    <a:pt x="166" y="1838"/>
                  </a:cubicBezTo>
                  <a:cubicBezTo>
                    <a:pt x="166" y="237"/>
                    <a:pt x="166" y="237"/>
                    <a:pt x="166" y="237"/>
                  </a:cubicBezTo>
                  <a:cubicBezTo>
                    <a:pt x="166" y="94"/>
                    <a:pt x="0" y="0"/>
                    <a:pt x="0" y="0"/>
                  </a:cubicBezTo>
                  <a:cubicBezTo>
                    <a:pt x="821" y="0"/>
                    <a:pt x="821" y="0"/>
                    <a:pt x="821" y="0"/>
                  </a:cubicBezTo>
                  <a:cubicBezTo>
                    <a:pt x="821" y="0"/>
                    <a:pt x="631" y="94"/>
                    <a:pt x="631" y="237"/>
                  </a:cubicBezTo>
                  <a:cubicBezTo>
                    <a:pt x="630" y="1838"/>
                    <a:pt x="630" y="1838"/>
                    <a:pt x="630" y="1838"/>
                  </a:cubicBezTo>
                  <a:cubicBezTo>
                    <a:pt x="630" y="2178"/>
                    <a:pt x="856" y="2412"/>
                    <a:pt x="1122" y="2413"/>
                  </a:cubicBezTo>
                  <a:cubicBezTo>
                    <a:pt x="1388" y="2414"/>
                    <a:pt x="1602" y="2174"/>
                    <a:pt x="1602" y="1838"/>
                  </a:cubicBezTo>
                  <a:cubicBezTo>
                    <a:pt x="1603" y="237"/>
                    <a:pt x="1603" y="237"/>
                    <a:pt x="1603" y="237"/>
                  </a:cubicBezTo>
                  <a:cubicBezTo>
                    <a:pt x="1603" y="94"/>
                    <a:pt x="1427" y="0"/>
                    <a:pt x="142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7" name="Freeform 41">
              <a:extLst>
                <a:ext uri="{FF2B5EF4-FFF2-40B4-BE49-F238E27FC236}">
                  <a16:creationId xmlns:a16="http://schemas.microsoft.com/office/drawing/2014/main" id="{76C50990-34AA-496D-815F-E01AD097062E}"/>
                </a:ext>
              </a:extLst>
            </p:cNvPr>
            <p:cNvSpPr>
              <a:spLocks/>
            </p:cNvSpPr>
            <p:nvPr userDrawn="1"/>
          </p:nvSpPr>
          <p:spPr bwMode="gray">
            <a:xfrm>
              <a:off x="8604251" y="396753"/>
              <a:ext cx="130175" cy="211073"/>
            </a:xfrm>
            <a:custGeom>
              <a:avLst/>
              <a:gdLst>
                <a:gd name="T0" fmla="*/ 1467 w 1707"/>
                <a:gd name="T1" fmla="*/ 479 h 2755"/>
                <a:gd name="T2" fmla="*/ 1019 w 1707"/>
                <a:gd name="T3" fmla="*/ 276 h 2755"/>
                <a:gd name="T4" fmla="*/ 504 w 1707"/>
                <a:gd name="T5" fmla="*/ 677 h 2755"/>
                <a:gd name="T6" fmla="*/ 995 w 1707"/>
                <a:gd name="T7" fmla="*/ 1174 h 2755"/>
                <a:gd name="T8" fmla="*/ 1705 w 1707"/>
                <a:gd name="T9" fmla="*/ 1974 h 2755"/>
                <a:gd name="T10" fmla="*/ 651 w 1707"/>
                <a:gd name="T11" fmla="*/ 2755 h 2755"/>
                <a:gd name="T12" fmla="*/ 155 w 1707"/>
                <a:gd name="T13" fmla="*/ 2686 h 2755"/>
                <a:gd name="T14" fmla="*/ 0 w 1707"/>
                <a:gd name="T15" fmla="*/ 2177 h 2755"/>
                <a:gd name="T16" fmla="*/ 658 w 1707"/>
                <a:gd name="T17" fmla="*/ 2466 h 2755"/>
                <a:gd name="T18" fmla="*/ 1252 w 1707"/>
                <a:gd name="T19" fmla="*/ 2030 h 2755"/>
                <a:gd name="T20" fmla="*/ 46 w 1707"/>
                <a:gd name="T21" fmla="*/ 731 h 2755"/>
                <a:gd name="T22" fmla="*/ 973 w 1707"/>
                <a:gd name="T23" fmla="*/ 0 h 2755"/>
                <a:gd name="T24" fmla="*/ 1467 w 1707"/>
                <a:gd name="T25" fmla="*/ 69 h 2755"/>
                <a:gd name="T26" fmla="*/ 1467 w 1707"/>
                <a:gd name="T27" fmla="*/ 479 h 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7" h="2755">
                  <a:moveTo>
                    <a:pt x="1467" y="479"/>
                  </a:moveTo>
                  <a:cubicBezTo>
                    <a:pt x="1467" y="479"/>
                    <a:pt x="1352" y="277"/>
                    <a:pt x="1019" y="276"/>
                  </a:cubicBezTo>
                  <a:cubicBezTo>
                    <a:pt x="686" y="275"/>
                    <a:pt x="505" y="450"/>
                    <a:pt x="504" y="677"/>
                  </a:cubicBezTo>
                  <a:cubicBezTo>
                    <a:pt x="503" y="934"/>
                    <a:pt x="696" y="1031"/>
                    <a:pt x="995" y="1174"/>
                  </a:cubicBezTo>
                  <a:cubicBezTo>
                    <a:pt x="1279" y="1311"/>
                    <a:pt x="1707" y="1499"/>
                    <a:pt x="1705" y="1974"/>
                  </a:cubicBezTo>
                  <a:cubicBezTo>
                    <a:pt x="1704" y="2399"/>
                    <a:pt x="1327" y="2755"/>
                    <a:pt x="651" y="2755"/>
                  </a:cubicBezTo>
                  <a:cubicBezTo>
                    <a:pt x="442" y="2754"/>
                    <a:pt x="155" y="2686"/>
                    <a:pt x="155" y="2686"/>
                  </a:cubicBezTo>
                  <a:cubicBezTo>
                    <a:pt x="0" y="2177"/>
                    <a:pt x="0" y="2177"/>
                    <a:pt x="0" y="2177"/>
                  </a:cubicBezTo>
                  <a:cubicBezTo>
                    <a:pt x="143" y="2316"/>
                    <a:pt x="397" y="2466"/>
                    <a:pt x="658" y="2466"/>
                  </a:cubicBezTo>
                  <a:cubicBezTo>
                    <a:pt x="929" y="2466"/>
                    <a:pt x="1252" y="2298"/>
                    <a:pt x="1252" y="2030"/>
                  </a:cubicBezTo>
                  <a:cubicBezTo>
                    <a:pt x="1252" y="1512"/>
                    <a:pt x="46" y="1598"/>
                    <a:pt x="46" y="731"/>
                  </a:cubicBezTo>
                  <a:cubicBezTo>
                    <a:pt x="46" y="433"/>
                    <a:pt x="254" y="0"/>
                    <a:pt x="973" y="0"/>
                  </a:cubicBezTo>
                  <a:cubicBezTo>
                    <a:pt x="1207" y="0"/>
                    <a:pt x="1467" y="69"/>
                    <a:pt x="1467" y="69"/>
                  </a:cubicBezTo>
                  <a:lnTo>
                    <a:pt x="1467" y="4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grpSp>
      <p:sp>
        <p:nvSpPr>
          <p:cNvPr id="28" name="TextBox 17">
            <a:extLst>
              <a:ext uri="{FF2B5EF4-FFF2-40B4-BE49-F238E27FC236}">
                <a16:creationId xmlns:a16="http://schemas.microsoft.com/office/drawing/2014/main" id="{57C40740-570A-4018-9383-CAB6E30BF658}"/>
              </a:ext>
            </a:extLst>
          </p:cNvPr>
          <p:cNvSpPr txBox="1"/>
          <p:nvPr userDrawn="1"/>
        </p:nvSpPr>
        <p:spPr>
          <a:xfrm>
            <a:off x="7984067" y="4891390"/>
            <a:ext cx="935568" cy="107722"/>
          </a:xfrm>
          <a:prstGeom prst="rect">
            <a:avLst/>
          </a:prstGeom>
          <a:noFill/>
        </p:spPr>
        <p:txBody>
          <a:bodyPr wrap="square" lIns="0" tIns="0" rIns="0" bIns="0" rtlCol="0" anchor="b" anchorCtr="0">
            <a:spAutoFit/>
          </a:bodyPr>
          <a:lstStyle/>
          <a:p>
            <a:pPr marL="0" algn="r" defTabSz="457200" rtl="0" eaLnBrk="1" latinLnBrk="0" hangingPunct="1"/>
            <a:r>
              <a:rPr kumimoji="1" lang="en-GB" sz="700" kern="1200" dirty="0">
                <a:solidFill>
                  <a:schemeClr val="bg1"/>
                </a:solidFill>
                <a:latin typeface="+mn-lt"/>
                <a:ea typeface="+mn-ea"/>
                <a:cs typeface="+mn-cs"/>
              </a:rPr>
              <a:t>© FUJITSU 2021</a:t>
            </a:r>
          </a:p>
        </p:txBody>
      </p:sp>
      <p:sp>
        <p:nvSpPr>
          <p:cNvPr id="29" name="Slide Number Placeholder 5">
            <a:extLst>
              <a:ext uri="{FF2B5EF4-FFF2-40B4-BE49-F238E27FC236}">
                <a16:creationId xmlns:a16="http://schemas.microsoft.com/office/drawing/2014/main" id="{1F583799-0B7E-446E-893F-1AF9AE8B14F8}"/>
              </a:ext>
            </a:extLst>
          </p:cNvPr>
          <p:cNvSpPr>
            <a:spLocks noGrp="1"/>
          </p:cNvSpPr>
          <p:nvPr>
            <p:ph type="sldNum" sz="quarter" idx="4"/>
          </p:nvPr>
        </p:nvSpPr>
        <p:spPr>
          <a:xfrm>
            <a:off x="4302000" y="4877481"/>
            <a:ext cx="540000" cy="123111"/>
          </a:xfrm>
          <a:prstGeom prst="rect">
            <a:avLst/>
          </a:prstGeom>
        </p:spPr>
        <p:txBody>
          <a:bodyPr vert="horz" lIns="0" tIns="0" rIns="0" bIns="0" rtlCol="0" anchor="ctr">
            <a:spAutoFit/>
          </a:bodyPr>
          <a:lstStyle>
            <a:lvl1pPr algn="ctr">
              <a:defRPr sz="800">
                <a:solidFill>
                  <a:schemeClr val="bg1"/>
                </a:solidFill>
                <a:latin typeface="+mn-lt"/>
              </a:defRPr>
            </a:lvl1pPr>
          </a:lstStyle>
          <a:p>
            <a:fld id="{4D029D89-7B63-4C94-AD4D-2E4D6BB83637}" type="slidenum">
              <a:rPr kumimoji="1" lang="ja-JP" altLang="en-US" smtClean="0"/>
              <a:pPr/>
              <a:t>‹#›</a:t>
            </a:fld>
            <a:endParaRPr kumimoji="1" lang="ja-JP" altLang="en-US"/>
          </a:p>
        </p:txBody>
      </p:sp>
      <p:sp>
        <p:nvSpPr>
          <p:cNvPr id="18" name="Rounded Rectangle 21">
            <a:extLst>
              <a:ext uri="{FF2B5EF4-FFF2-40B4-BE49-F238E27FC236}">
                <a16:creationId xmlns:a16="http://schemas.microsoft.com/office/drawing/2014/main" id="{19C133A3-2CB3-49DA-B9C0-DBD13A757C3F}"/>
              </a:ext>
            </a:extLst>
          </p:cNvPr>
          <p:cNvSpPr/>
          <p:nvPr userDrawn="1"/>
        </p:nvSpPr>
        <p:spPr bwMode="black">
          <a:xfrm>
            <a:off x="231775" y="4911725"/>
            <a:ext cx="1595438" cy="141161"/>
          </a:xfrm>
          <a:prstGeom prst="roundRect">
            <a:avLst>
              <a:gd name="adj" fmla="val 50000"/>
            </a:avLst>
          </a:prstGeom>
          <a:noFill/>
          <a:ln w="6350" cap="flat" cmpd="sng" algn="ctr">
            <a:solidFill>
              <a:schemeClr val="bg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1218673" rtl="0" eaLnBrk="1" fontAlgn="ctr" latinLnBrk="0" hangingPunct="1">
              <a:lnSpc>
                <a:spcPct val="100000"/>
              </a:lnSpc>
              <a:spcBef>
                <a:spcPct val="0"/>
              </a:spcBef>
              <a:spcAft>
                <a:spcPct val="0"/>
              </a:spcAft>
              <a:buClrTx/>
              <a:buSzTx/>
              <a:buFontTx/>
              <a:buNone/>
              <a:tabLst/>
              <a:defRPr/>
            </a:pPr>
            <a:r>
              <a:rPr kumimoji="1" lang="en-GB" altLang="ja-JP" sz="700" b="0" i="0" u="none" strike="noStrike" kern="1200" cap="none" spc="0" normalizeH="0" baseline="0" noProof="0" dirty="0">
                <a:ln>
                  <a:noFill/>
                </a:ln>
                <a:solidFill>
                  <a:schemeClr val="bg1"/>
                </a:solidFill>
                <a:effectLst/>
                <a:uLnTx/>
                <a:uFillTx/>
                <a:latin typeface="Arial"/>
                <a:ea typeface="+mn-ea"/>
                <a:cs typeface="+mn-cs"/>
              </a:rPr>
              <a:t>Fujitsu Restricted - Internal Use Only</a:t>
            </a:r>
            <a:endParaRPr kumimoji="1" lang="en-US" altLang="ja-JP" sz="700" b="0" i="0" u="none" strike="noStrike" kern="1200" cap="none" spc="0" normalizeH="0" baseline="0" noProof="0" dirty="0">
              <a:ln>
                <a:noFill/>
              </a:ln>
              <a:solidFill>
                <a:schemeClr val="bg1"/>
              </a:solidFill>
              <a:effectLst/>
              <a:uLnTx/>
              <a:uFillTx/>
              <a:latin typeface="Arial"/>
              <a:ea typeface="+mn-ea"/>
              <a:cs typeface="+mn-cs"/>
            </a:endParaRPr>
          </a:p>
        </p:txBody>
      </p:sp>
    </p:spTree>
    <p:extLst>
      <p:ext uri="{BB962C8B-B14F-4D97-AF65-F5344CB8AC3E}">
        <p14:creationId xmlns:p14="http://schemas.microsoft.com/office/powerpoint/2010/main" val="1635149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2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Slide - Bullets (1-col)">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9767" y="206603"/>
            <a:ext cx="7740000" cy="366254"/>
          </a:xfrm>
          <a:prstGeom prst="rect">
            <a:avLst/>
          </a:prstGeom>
        </p:spPr>
        <p:txBody>
          <a:bodyPr>
            <a:spAutoFit/>
          </a:bodyPr>
          <a:lstStyle>
            <a:lvl1pPr>
              <a:lnSpc>
                <a:spcPct val="85000"/>
              </a:lnSpc>
              <a:defRPr sz="2800"/>
            </a:lvl1pPr>
          </a:lstStyle>
          <a:p>
            <a:r>
              <a:rPr lang="en-US" altLang="ja-JP" dirty="0"/>
              <a:t>Slide title</a:t>
            </a:r>
            <a:endParaRPr lang="en-US" dirty="0"/>
          </a:p>
        </p:txBody>
      </p:sp>
      <p:sp>
        <p:nvSpPr>
          <p:cNvPr id="6" name="Slide Number Placeholder 5"/>
          <p:cNvSpPr>
            <a:spLocks noGrp="1"/>
          </p:cNvSpPr>
          <p:nvPr>
            <p:ph type="sldNum" sz="quarter" idx="12"/>
          </p:nvPr>
        </p:nvSpPr>
        <p:spPr/>
        <p:txBody>
          <a:bodyPr/>
          <a:lstStyle/>
          <a:p>
            <a:fld id="{4D029D89-7B63-4C94-AD4D-2E4D6BB83637}" type="slidenum">
              <a:rPr kumimoji="1" lang="ja-JP" altLang="en-US" smtClean="0"/>
              <a:t>‹#›</a:t>
            </a:fld>
            <a:endParaRPr kumimoji="1" lang="ja-JP" altLang="en-US"/>
          </a:p>
        </p:txBody>
      </p:sp>
      <p:sp>
        <p:nvSpPr>
          <p:cNvPr id="4" name="Text Placeholder 3">
            <a:extLst>
              <a:ext uri="{FF2B5EF4-FFF2-40B4-BE49-F238E27FC236}">
                <a16:creationId xmlns:a16="http://schemas.microsoft.com/office/drawing/2014/main" id="{9EBF4EE4-50E9-4ECE-9329-774C2C38C68C}"/>
              </a:ext>
            </a:extLst>
          </p:cNvPr>
          <p:cNvSpPr>
            <a:spLocks noGrp="1"/>
          </p:cNvSpPr>
          <p:nvPr>
            <p:ph type="body" sz="quarter" idx="14" hasCustomPrompt="1"/>
          </p:nvPr>
        </p:nvSpPr>
        <p:spPr>
          <a:xfrm>
            <a:off x="231774" y="950913"/>
            <a:ext cx="8677275" cy="1311128"/>
          </a:xfrm>
          <a:prstGeom prst="rect">
            <a:avLst/>
          </a:prstGeom>
        </p:spPr>
        <p:txBody>
          <a:bodyPr wrap="square" lIns="0" tIns="0" rIns="0" bIns="0">
            <a:spAutoFit/>
          </a:bodyPr>
          <a:lstStyle>
            <a:lvl1pPr marL="252413" indent="-252413">
              <a:spcAft>
                <a:spcPts val="600"/>
              </a:spcAft>
              <a:buClr>
                <a:srgbClr val="EA0000"/>
              </a:buClr>
              <a:buSzPct val="120000"/>
              <a:buFont typeface="Arial" panose="020B0604020202020204" pitchFamily="34" charset="0"/>
              <a:buChar char="●"/>
              <a:defRPr/>
            </a:lvl1pPr>
            <a:lvl2pPr marL="533400" indent="-225425">
              <a:spcAft>
                <a:spcPts val="600"/>
              </a:spcAft>
              <a:buClr>
                <a:srgbClr val="D80084"/>
              </a:buClr>
              <a:buSzPct val="120000"/>
              <a:buFont typeface="Arial" panose="020B0604020202020204" pitchFamily="34" charset="0"/>
              <a:buChar char="●"/>
              <a:defRPr/>
            </a:lvl2pPr>
            <a:lvl3pPr marL="868363" indent="-198438">
              <a:spcAft>
                <a:spcPts val="600"/>
              </a:spcAft>
              <a:buClr>
                <a:srgbClr val="6D6E70"/>
              </a:buClr>
              <a:buSzPct val="120000"/>
              <a:buFont typeface="Arial" panose="020B0604020202020204" pitchFamily="34" charset="0"/>
              <a:buChar char="●"/>
              <a:defRPr/>
            </a:lvl3pPr>
            <a:lvl4pPr>
              <a:spcAft>
                <a:spcPts val="600"/>
              </a:spcAft>
              <a:buClr>
                <a:schemeClr val="bg1">
                  <a:lumMod val="65000"/>
                </a:schemeClr>
              </a:buClr>
              <a:buSzPct val="120000"/>
              <a:defRPr/>
            </a:lvl4pPr>
          </a:lstStyle>
          <a:p>
            <a:r>
              <a:rPr lang="en-GB" dirty="0"/>
              <a:t>Bullets level 1</a:t>
            </a:r>
          </a:p>
          <a:p>
            <a:pPr lvl="1"/>
            <a:r>
              <a:rPr lang="en-GB" dirty="0"/>
              <a:t>Bullets level 2</a:t>
            </a:r>
          </a:p>
          <a:p>
            <a:pPr lvl="2"/>
            <a:r>
              <a:rPr lang="en-GB" dirty="0"/>
              <a:t>Bullets level 3</a:t>
            </a:r>
          </a:p>
          <a:p>
            <a:pPr lvl="3"/>
            <a:r>
              <a:rPr lang="en-GB" dirty="0"/>
              <a:t>Bullets level 4</a:t>
            </a:r>
            <a:endParaRPr lang="en-US" dirty="0"/>
          </a:p>
        </p:txBody>
      </p:sp>
    </p:spTree>
    <p:extLst>
      <p:ext uri="{BB962C8B-B14F-4D97-AF65-F5344CB8AC3E}">
        <p14:creationId xmlns:p14="http://schemas.microsoft.com/office/powerpoint/2010/main" val="2149262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ontent Slide - Bullets (1-col)">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9767" y="206603"/>
            <a:ext cx="7740000" cy="366254"/>
          </a:xfrm>
          <a:prstGeom prst="rect">
            <a:avLst/>
          </a:prstGeom>
        </p:spPr>
        <p:txBody>
          <a:bodyPr>
            <a:spAutoFit/>
          </a:bodyPr>
          <a:lstStyle>
            <a:lvl1pPr>
              <a:lnSpc>
                <a:spcPct val="85000"/>
              </a:lnSpc>
              <a:defRPr sz="2800"/>
            </a:lvl1pPr>
          </a:lstStyle>
          <a:p>
            <a:r>
              <a:rPr lang="en-US" altLang="ja-JP" dirty="0"/>
              <a:t>Slide title</a:t>
            </a:r>
            <a:endParaRPr lang="en-US" dirty="0"/>
          </a:p>
        </p:txBody>
      </p:sp>
      <p:sp>
        <p:nvSpPr>
          <p:cNvPr id="6" name="Slide Number Placeholder 5"/>
          <p:cNvSpPr>
            <a:spLocks noGrp="1"/>
          </p:cNvSpPr>
          <p:nvPr>
            <p:ph type="sldNum" sz="quarter" idx="12"/>
          </p:nvPr>
        </p:nvSpPr>
        <p:spPr/>
        <p:txBody>
          <a:bodyPr/>
          <a:lstStyle/>
          <a:p>
            <a:fld id="{4D029D89-7B63-4C94-AD4D-2E4D6BB83637}" type="slidenum">
              <a:rPr kumimoji="1" lang="ja-JP" altLang="en-US" smtClean="0"/>
              <a:t>‹#›</a:t>
            </a:fld>
            <a:endParaRPr kumimoji="1" lang="ja-JP" altLang="en-US"/>
          </a:p>
        </p:txBody>
      </p:sp>
      <p:sp>
        <p:nvSpPr>
          <p:cNvPr id="4" name="Text Placeholder 3">
            <a:extLst>
              <a:ext uri="{FF2B5EF4-FFF2-40B4-BE49-F238E27FC236}">
                <a16:creationId xmlns:a16="http://schemas.microsoft.com/office/drawing/2014/main" id="{9EBF4EE4-50E9-4ECE-9329-774C2C38C68C}"/>
              </a:ext>
            </a:extLst>
          </p:cNvPr>
          <p:cNvSpPr>
            <a:spLocks noGrp="1"/>
          </p:cNvSpPr>
          <p:nvPr>
            <p:ph type="body" sz="quarter" idx="14" hasCustomPrompt="1"/>
          </p:nvPr>
        </p:nvSpPr>
        <p:spPr>
          <a:xfrm>
            <a:off x="231774" y="950913"/>
            <a:ext cx="4205367" cy="1311128"/>
          </a:xfrm>
          <a:prstGeom prst="rect">
            <a:avLst/>
          </a:prstGeom>
        </p:spPr>
        <p:txBody>
          <a:bodyPr wrap="square" lIns="0" tIns="0" rIns="0" bIns="0">
            <a:spAutoFit/>
          </a:bodyPr>
          <a:lstStyle>
            <a:lvl1pPr marL="252413" indent="-252413">
              <a:spcAft>
                <a:spcPts val="600"/>
              </a:spcAft>
              <a:buClr>
                <a:srgbClr val="EA0000"/>
              </a:buClr>
              <a:buSzPct val="120000"/>
              <a:buFont typeface="Arial" panose="020B0604020202020204" pitchFamily="34" charset="0"/>
              <a:buChar char="●"/>
              <a:defRPr/>
            </a:lvl1pPr>
            <a:lvl2pPr marL="533400" indent="-225425">
              <a:spcAft>
                <a:spcPts val="600"/>
              </a:spcAft>
              <a:buClr>
                <a:srgbClr val="D80084"/>
              </a:buClr>
              <a:buSzPct val="120000"/>
              <a:buFont typeface="Arial" panose="020B0604020202020204" pitchFamily="34" charset="0"/>
              <a:buChar char="●"/>
              <a:defRPr/>
            </a:lvl2pPr>
            <a:lvl3pPr marL="868363" indent="-198438">
              <a:spcAft>
                <a:spcPts val="600"/>
              </a:spcAft>
              <a:buClr>
                <a:srgbClr val="6D6E70"/>
              </a:buClr>
              <a:buSzPct val="120000"/>
              <a:buFont typeface="Arial" panose="020B0604020202020204" pitchFamily="34" charset="0"/>
              <a:buChar char="●"/>
              <a:defRPr/>
            </a:lvl3pPr>
            <a:lvl4pPr>
              <a:spcAft>
                <a:spcPts val="600"/>
              </a:spcAft>
              <a:buClr>
                <a:schemeClr val="bg1">
                  <a:lumMod val="65000"/>
                </a:schemeClr>
              </a:buClr>
              <a:buSzPct val="120000"/>
              <a:defRPr/>
            </a:lvl4pPr>
          </a:lstStyle>
          <a:p>
            <a:r>
              <a:rPr lang="en-GB" dirty="0"/>
              <a:t>Bullets level 1</a:t>
            </a:r>
          </a:p>
          <a:p>
            <a:pPr lvl="1"/>
            <a:r>
              <a:rPr lang="en-GB" dirty="0"/>
              <a:t>Bullets level 2</a:t>
            </a:r>
          </a:p>
          <a:p>
            <a:pPr lvl="2"/>
            <a:r>
              <a:rPr lang="en-GB" dirty="0"/>
              <a:t>Bullets level 3</a:t>
            </a:r>
          </a:p>
          <a:p>
            <a:pPr lvl="3"/>
            <a:r>
              <a:rPr lang="en-GB" dirty="0"/>
              <a:t>Bullets level 4</a:t>
            </a:r>
            <a:endParaRPr lang="en-US" dirty="0"/>
          </a:p>
        </p:txBody>
      </p:sp>
      <p:sp>
        <p:nvSpPr>
          <p:cNvPr id="5" name="Text Placeholder 4">
            <a:extLst>
              <a:ext uri="{FF2B5EF4-FFF2-40B4-BE49-F238E27FC236}">
                <a16:creationId xmlns:a16="http://schemas.microsoft.com/office/drawing/2014/main" id="{7C511649-B36E-47C3-A3F7-5CDC5D3F8D29}"/>
              </a:ext>
            </a:extLst>
          </p:cNvPr>
          <p:cNvSpPr>
            <a:spLocks noGrp="1"/>
          </p:cNvSpPr>
          <p:nvPr>
            <p:ph type="body" sz="quarter" idx="15" hasCustomPrompt="1"/>
          </p:nvPr>
        </p:nvSpPr>
        <p:spPr>
          <a:xfrm>
            <a:off x="4657518" y="950913"/>
            <a:ext cx="4164219" cy="1311128"/>
          </a:xfrm>
        </p:spPr>
        <p:txBody>
          <a:bodyPr/>
          <a:lstStyle>
            <a:lvl2pPr marL="533400" indent="-225425">
              <a:buFont typeface="Arial" panose="020B0604020202020204" pitchFamily="34" charset="0"/>
              <a:buChar char="●"/>
              <a:defRPr/>
            </a:lvl2pPr>
            <a:lvl3pPr marL="868363" indent="-198438">
              <a:buFont typeface="Arial" panose="020B0604020202020204" pitchFamily="34" charset="0"/>
              <a:buChar char="●"/>
              <a:defRPr/>
            </a:lvl3pPr>
          </a:lstStyle>
          <a:p>
            <a:r>
              <a:rPr lang="en-GB" dirty="0"/>
              <a:t>Bullets level 1</a:t>
            </a:r>
          </a:p>
          <a:p>
            <a:pPr lvl="1"/>
            <a:r>
              <a:rPr lang="en-GB" dirty="0"/>
              <a:t>Bullets level 2</a:t>
            </a:r>
          </a:p>
          <a:p>
            <a:pPr lvl="2"/>
            <a:r>
              <a:rPr lang="en-GB" dirty="0"/>
              <a:t>Bullets level 3</a:t>
            </a:r>
          </a:p>
          <a:p>
            <a:pPr lvl="3"/>
            <a:r>
              <a:rPr lang="en-GB" dirty="0"/>
              <a:t>Bullets level 4</a:t>
            </a:r>
            <a:endParaRPr lang="en-US" dirty="0"/>
          </a:p>
        </p:txBody>
      </p:sp>
    </p:spTree>
    <p:extLst>
      <p:ext uri="{BB962C8B-B14F-4D97-AF65-F5344CB8AC3E}">
        <p14:creationId xmlns:p14="http://schemas.microsoft.com/office/powerpoint/2010/main" val="3518400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Slide - Text (1-col)">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9767" y="206603"/>
            <a:ext cx="7740000" cy="366254"/>
          </a:xfrm>
          <a:prstGeom prst="rect">
            <a:avLst/>
          </a:prstGeom>
        </p:spPr>
        <p:txBody>
          <a:bodyPr>
            <a:spAutoFit/>
          </a:bodyPr>
          <a:lstStyle>
            <a:lvl1pPr>
              <a:lnSpc>
                <a:spcPct val="85000"/>
              </a:lnSpc>
              <a:defRPr sz="2800"/>
            </a:lvl1pPr>
          </a:lstStyle>
          <a:p>
            <a:r>
              <a:rPr lang="en-US" altLang="ja-JP" dirty="0"/>
              <a:t>Slide title</a:t>
            </a:r>
            <a:endParaRPr lang="en-US" dirty="0"/>
          </a:p>
        </p:txBody>
      </p:sp>
      <p:sp>
        <p:nvSpPr>
          <p:cNvPr id="6" name="Slide Number Placeholder 5"/>
          <p:cNvSpPr>
            <a:spLocks noGrp="1"/>
          </p:cNvSpPr>
          <p:nvPr>
            <p:ph type="sldNum" sz="quarter" idx="12"/>
          </p:nvPr>
        </p:nvSpPr>
        <p:spPr/>
        <p:txBody>
          <a:bodyPr/>
          <a:lstStyle/>
          <a:p>
            <a:fld id="{4D029D89-7B63-4C94-AD4D-2E4D6BB83637}" type="slidenum">
              <a:rPr kumimoji="1" lang="ja-JP" altLang="en-US" smtClean="0"/>
              <a:t>‹#›</a:t>
            </a:fld>
            <a:endParaRPr kumimoji="1" lang="ja-JP" altLang="en-US"/>
          </a:p>
        </p:txBody>
      </p:sp>
      <p:sp>
        <p:nvSpPr>
          <p:cNvPr id="8" name="Text Placeholder 7">
            <a:extLst>
              <a:ext uri="{FF2B5EF4-FFF2-40B4-BE49-F238E27FC236}">
                <a16:creationId xmlns:a16="http://schemas.microsoft.com/office/drawing/2014/main" id="{AEB215B0-F0D3-4B76-AABE-C21B061E9A9C}"/>
              </a:ext>
            </a:extLst>
          </p:cNvPr>
          <p:cNvSpPr>
            <a:spLocks noGrp="1"/>
          </p:cNvSpPr>
          <p:nvPr>
            <p:ph type="body" sz="quarter" idx="13" hasCustomPrompt="1"/>
          </p:nvPr>
        </p:nvSpPr>
        <p:spPr>
          <a:xfrm>
            <a:off x="234000" y="958851"/>
            <a:ext cx="8680868" cy="3783012"/>
          </a:xfrm>
          <a:prstGeom prst="rect">
            <a:avLst/>
          </a:prstGeom>
        </p:spPr>
        <p:txBody>
          <a:bodyPr lIns="0" tIns="0" rIns="0" bIns="0">
            <a:normAutofit/>
          </a:bodyPr>
          <a:lstStyle>
            <a:lvl1pPr marL="0" marR="0" indent="0" algn="l" defTabSz="685800" rtl="0" eaLnBrk="1" fontAlgn="auto" latinLnBrk="0" hangingPunct="1">
              <a:lnSpc>
                <a:spcPct val="90000"/>
              </a:lnSpc>
              <a:spcBef>
                <a:spcPts val="0"/>
              </a:spcBef>
              <a:spcAft>
                <a:spcPts val="600"/>
              </a:spcAft>
              <a:buClrTx/>
              <a:buSzPct val="100000"/>
              <a:buFont typeface="Arial" panose="020B0604020202020204" pitchFamily="34" charset="0"/>
              <a:buNone/>
              <a:tabLst/>
              <a:defRPr kumimoji="1" lang="en-US" altLang="ja-JP" sz="2400" kern="1200" noProof="0" dirty="0">
                <a:solidFill>
                  <a:schemeClr val="tx1"/>
                </a:solidFill>
                <a:latin typeface="+mn-lt"/>
                <a:ea typeface="+mn-ea"/>
                <a:cs typeface="+mn-cs"/>
              </a:defRPr>
            </a:lvl1pPr>
          </a:lstStyle>
          <a:p>
            <a:pPr marL="0" marR="0" lvl="0" indent="0" algn="l" defTabSz="685800" rtl="0" eaLnBrk="1" fontAlgn="auto" latinLnBrk="0" hangingPunct="1">
              <a:lnSpc>
                <a:spcPct val="90000"/>
              </a:lnSpc>
              <a:spcBef>
                <a:spcPts val="0"/>
              </a:spcBef>
              <a:spcAft>
                <a:spcPts val="600"/>
              </a:spcAft>
              <a:buClrTx/>
              <a:buSzPct val="100000"/>
              <a:buFont typeface="Arial" panose="020B0604020202020204" pitchFamily="34" charset="0"/>
              <a:buNone/>
              <a:tabLst/>
              <a:defRPr/>
            </a:pPr>
            <a:r>
              <a:rPr kumimoji="1" lang="en-US" altLang="ja-JP" sz="2400" b="0" i="0" u="none" strike="noStrike" kern="1200" cap="none" spc="0" normalizeH="0" baseline="0" noProof="0" dirty="0">
                <a:ln>
                  <a:noFill/>
                </a:ln>
                <a:solidFill>
                  <a:srgbClr val="000000"/>
                </a:solidFill>
                <a:effectLst/>
                <a:uLnTx/>
                <a:uFillTx/>
                <a:latin typeface="+mn-lt"/>
                <a:cs typeface="+mn-cs"/>
              </a:rPr>
              <a:t>Add your text here…</a:t>
            </a:r>
          </a:p>
        </p:txBody>
      </p:sp>
    </p:spTree>
    <p:extLst>
      <p:ext uri="{BB962C8B-B14F-4D97-AF65-F5344CB8AC3E}">
        <p14:creationId xmlns:p14="http://schemas.microsoft.com/office/powerpoint/2010/main" val="1069983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Slide - Text (2-col)">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9767" y="206603"/>
            <a:ext cx="7740000" cy="366254"/>
          </a:xfrm>
          <a:prstGeom prst="rect">
            <a:avLst/>
          </a:prstGeom>
        </p:spPr>
        <p:txBody>
          <a:bodyPr>
            <a:spAutoFit/>
          </a:bodyPr>
          <a:lstStyle>
            <a:lvl1pPr>
              <a:lnSpc>
                <a:spcPct val="85000"/>
              </a:lnSpc>
              <a:defRPr sz="2800"/>
            </a:lvl1pPr>
          </a:lstStyle>
          <a:p>
            <a:r>
              <a:rPr lang="en-US" altLang="ja-JP" dirty="0"/>
              <a:t>Slide title</a:t>
            </a:r>
            <a:endParaRPr lang="en-US" dirty="0"/>
          </a:p>
        </p:txBody>
      </p:sp>
      <p:sp>
        <p:nvSpPr>
          <p:cNvPr id="6" name="Slide Number Placeholder 5"/>
          <p:cNvSpPr>
            <a:spLocks noGrp="1"/>
          </p:cNvSpPr>
          <p:nvPr>
            <p:ph type="sldNum" sz="quarter" idx="12"/>
          </p:nvPr>
        </p:nvSpPr>
        <p:spPr/>
        <p:txBody>
          <a:bodyPr/>
          <a:lstStyle/>
          <a:p>
            <a:fld id="{4D029D89-7B63-4C94-AD4D-2E4D6BB83637}" type="slidenum">
              <a:rPr kumimoji="1" lang="ja-JP" altLang="en-US" smtClean="0"/>
              <a:t>‹#›</a:t>
            </a:fld>
            <a:endParaRPr kumimoji="1" lang="ja-JP" altLang="en-US"/>
          </a:p>
        </p:txBody>
      </p:sp>
      <p:sp>
        <p:nvSpPr>
          <p:cNvPr id="8" name="Text Placeholder 7">
            <a:extLst>
              <a:ext uri="{FF2B5EF4-FFF2-40B4-BE49-F238E27FC236}">
                <a16:creationId xmlns:a16="http://schemas.microsoft.com/office/drawing/2014/main" id="{AEB215B0-F0D3-4B76-AABE-C21B061E9A9C}"/>
              </a:ext>
            </a:extLst>
          </p:cNvPr>
          <p:cNvSpPr>
            <a:spLocks noGrp="1"/>
          </p:cNvSpPr>
          <p:nvPr>
            <p:ph type="body" sz="quarter" idx="13" hasCustomPrompt="1"/>
          </p:nvPr>
        </p:nvSpPr>
        <p:spPr>
          <a:xfrm>
            <a:off x="234000" y="958851"/>
            <a:ext cx="4223700" cy="332399"/>
          </a:xfrm>
          <a:prstGeom prst="rect">
            <a:avLst/>
          </a:prstGeom>
        </p:spPr>
        <p:txBody>
          <a:bodyPr lIns="0" tIns="0" rIns="0" bIns="0">
            <a:spAutoFit/>
          </a:bodyPr>
          <a:lstStyle>
            <a:lvl1pPr marL="0" marR="0" indent="0" algn="l" defTabSz="685800" rtl="0" eaLnBrk="1" fontAlgn="auto" latinLnBrk="0" hangingPunct="1">
              <a:lnSpc>
                <a:spcPct val="90000"/>
              </a:lnSpc>
              <a:spcBef>
                <a:spcPts val="0"/>
              </a:spcBef>
              <a:spcAft>
                <a:spcPts val="600"/>
              </a:spcAft>
              <a:buClrTx/>
              <a:buSzPct val="100000"/>
              <a:buFont typeface="Arial" panose="020B0604020202020204" pitchFamily="34" charset="0"/>
              <a:buNone/>
              <a:tabLst/>
              <a:defRPr kumimoji="1" lang="en-US" altLang="ja-JP" sz="2400" kern="1200" noProof="0" dirty="0">
                <a:solidFill>
                  <a:schemeClr val="tx1"/>
                </a:solidFill>
                <a:latin typeface="+mn-lt"/>
                <a:ea typeface="+mn-ea"/>
                <a:cs typeface="+mn-cs"/>
              </a:defRPr>
            </a:lvl1pPr>
          </a:lstStyle>
          <a:p>
            <a:pPr marL="0" marR="0" lvl="0" indent="0" algn="l" defTabSz="685800" rtl="0" eaLnBrk="1" fontAlgn="auto" latinLnBrk="0" hangingPunct="1">
              <a:lnSpc>
                <a:spcPct val="90000"/>
              </a:lnSpc>
              <a:spcBef>
                <a:spcPts val="0"/>
              </a:spcBef>
              <a:spcAft>
                <a:spcPts val="600"/>
              </a:spcAft>
              <a:buClrTx/>
              <a:buSzPct val="100000"/>
              <a:buFont typeface="Arial" panose="020B0604020202020204" pitchFamily="34" charset="0"/>
              <a:buNone/>
              <a:tabLst/>
              <a:defRPr/>
            </a:pPr>
            <a:r>
              <a:rPr kumimoji="1" lang="en-US" altLang="ja-JP" sz="2400" b="0" i="0" u="none" strike="noStrike" kern="1200" cap="none" spc="0" normalizeH="0" baseline="0" noProof="0" dirty="0">
                <a:ln>
                  <a:noFill/>
                </a:ln>
                <a:solidFill>
                  <a:srgbClr val="000000"/>
                </a:solidFill>
                <a:effectLst/>
                <a:uLnTx/>
                <a:uFillTx/>
                <a:latin typeface="+mn-lt"/>
                <a:cs typeface="+mn-cs"/>
              </a:rPr>
              <a:t>Add your text here…</a:t>
            </a:r>
          </a:p>
        </p:txBody>
      </p:sp>
      <p:sp>
        <p:nvSpPr>
          <p:cNvPr id="4" name="Text Placeholder 3">
            <a:extLst>
              <a:ext uri="{FF2B5EF4-FFF2-40B4-BE49-F238E27FC236}">
                <a16:creationId xmlns:a16="http://schemas.microsoft.com/office/drawing/2014/main" id="{8EF6EDCF-1E8A-44E1-95A2-DB771C73868B}"/>
              </a:ext>
            </a:extLst>
          </p:cNvPr>
          <p:cNvSpPr>
            <a:spLocks noGrp="1"/>
          </p:cNvSpPr>
          <p:nvPr>
            <p:ph type="body" sz="quarter" idx="14" hasCustomPrompt="1"/>
          </p:nvPr>
        </p:nvSpPr>
        <p:spPr>
          <a:xfrm>
            <a:off x="4572000" y="958851"/>
            <a:ext cx="4338000" cy="332399"/>
          </a:xfrm>
        </p:spPr>
        <p:txBody>
          <a:bodyPr>
            <a:spAutoFit/>
          </a:bodyPr>
          <a:lstStyle>
            <a:lvl1pPr marL="0" indent="0">
              <a:buNone/>
              <a:defRPr kumimoji="1" lang="en-US" altLang="ja-JP" sz="2400" b="0" i="0" u="none" strike="noStrike" kern="1200" cap="none" spc="0" normalizeH="0" baseline="0" noProof="0" dirty="0" smtClean="0">
                <a:ln>
                  <a:noFill/>
                </a:ln>
                <a:solidFill>
                  <a:srgbClr val="000000"/>
                </a:solidFill>
                <a:effectLst/>
                <a:uLnTx/>
                <a:uFillTx/>
                <a:latin typeface="+mn-lt"/>
                <a:ea typeface="+mn-ea"/>
                <a:cs typeface="+mn-cs"/>
              </a:defRPr>
            </a:lvl1pPr>
            <a:lvl2pPr marL="307975" indent="0">
              <a:buNone/>
              <a:defRPr/>
            </a:lvl2pPr>
            <a:lvl5pPr marL="1543050" indent="-171450">
              <a:buFont typeface="Arial" panose="020B0604020202020204" pitchFamily="34" charset="0"/>
              <a:buChar char="•"/>
              <a:defRPr/>
            </a:lvl5pPr>
          </a:lstStyle>
          <a:p>
            <a:pPr marL="0" marR="0" lvl="0" indent="0" algn="l" defTabSz="685800" rtl="0" eaLnBrk="1" fontAlgn="auto" latinLnBrk="0" hangingPunct="1">
              <a:lnSpc>
                <a:spcPct val="90000"/>
              </a:lnSpc>
              <a:spcBef>
                <a:spcPts val="0"/>
              </a:spcBef>
              <a:spcAft>
                <a:spcPts val="600"/>
              </a:spcAft>
              <a:buClrTx/>
              <a:buSzPct val="100000"/>
              <a:buFont typeface="Arial" panose="020B0604020202020204" pitchFamily="34" charset="0"/>
              <a:buNone/>
              <a:tabLst/>
              <a:defRPr/>
            </a:pPr>
            <a:r>
              <a:rPr kumimoji="1" lang="en-US" altLang="ja-JP" sz="2400" b="0" i="0" u="none" strike="noStrike" kern="1200" cap="none" spc="0" normalizeH="0" baseline="0" noProof="0" dirty="0">
                <a:ln>
                  <a:noFill/>
                </a:ln>
                <a:solidFill>
                  <a:srgbClr val="000000"/>
                </a:solidFill>
                <a:effectLst/>
                <a:uLnTx/>
                <a:uFillTx/>
                <a:latin typeface="+mn-lt"/>
                <a:cs typeface="+mn-cs"/>
              </a:rPr>
              <a:t>Add your text here…</a:t>
            </a:r>
          </a:p>
        </p:txBody>
      </p:sp>
    </p:spTree>
    <p:extLst>
      <p:ext uri="{BB962C8B-B14F-4D97-AF65-F5344CB8AC3E}">
        <p14:creationId xmlns:p14="http://schemas.microsoft.com/office/powerpoint/2010/main" val="2162376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Slide - 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9767" y="206603"/>
            <a:ext cx="7740000" cy="366254"/>
          </a:xfrm>
          <a:prstGeom prst="rect">
            <a:avLst/>
          </a:prstGeom>
        </p:spPr>
        <p:txBody>
          <a:bodyPr>
            <a:spAutoFit/>
          </a:bodyPr>
          <a:lstStyle>
            <a:lvl1pPr>
              <a:lnSpc>
                <a:spcPct val="85000"/>
              </a:lnSpc>
              <a:defRPr sz="2800"/>
            </a:lvl1pPr>
          </a:lstStyle>
          <a:p>
            <a:r>
              <a:rPr lang="en-US" altLang="ja-JP" dirty="0"/>
              <a:t>Slide title</a:t>
            </a:r>
            <a:endParaRPr lang="en-US" dirty="0"/>
          </a:p>
        </p:txBody>
      </p:sp>
      <p:sp>
        <p:nvSpPr>
          <p:cNvPr id="6" name="Slide Number Placeholder 5"/>
          <p:cNvSpPr>
            <a:spLocks noGrp="1"/>
          </p:cNvSpPr>
          <p:nvPr>
            <p:ph type="sldNum" sz="quarter" idx="12"/>
          </p:nvPr>
        </p:nvSpPr>
        <p:spPr/>
        <p:txBody>
          <a:bodyPr/>
          <a:lstStyle/>
          <a:p>
            <a:fld id="{4D029D89-7B63-4C94-AD4D-2E4D6BB83637}" type="slidenum">
              <a:rPr kumimoji="1" lang="ja-JP" altLang="en-US" smtClean="0"/>
              <a:t>‹#›</a:t>
            </a:fld>
            <a:endParaRPr kumimoji="1" lang="ja-JP" altLang="en-US"/>
          </a:p>
        </p:txBody>
      </p:sp>
    </p:spTree>
    <p:extLst>
      <p:ext uri="{BB962C8B-B14F-4D97-AF65-F5344CB8AC3E}">
        <p14:creationId xmlns:p14="http://schemas.microsoft.com/office/powerpoint/2010/main" val="3559647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userDrawn="1">
  <p:cSld name="Closing Slide">
    <p:spTree>
      <p:nvGrpSpPr>
        <p:cNvPr id="1" name=""/>
        <p:cNvGrpSpPr/>
        <p:nvPr/>
      </p:nvGrpSpPr>
      <p:grpSpPr>
        <a:xfrm>
          <a:off x="0" y="0"/>
          <a:ext cx="0" cy="0"/>
          <a:chOff x="0" y="0"/>
          <a:chExt cx="0" cy="0"/>
        </a:xfrm>
      </p:grpSpPr>
      <p:pic>
        <p:nvPicPr>
          <p:cNvPr id="33" name="図 16">
            <a:extLst>
              <a:ext uri="{FF2B5EF4-FFF2-40B4-BE49-F238E27FC236}">
                <a16:creationId xmlns:a16="http://schemas.microsoft.com/office/drawing/2014/main" id="{92986B24-88C4-4F86-9614-DEA62E6CBAE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ltGray">
          <a:xfrm>
            <a:off x="4569692" y="0"/>
            <a:ext cx="4574308" cy="5143499"/>
          </a:xfrm>
          <a:prstGeom prst="rect">
            <a:avLst/>
          </a:prstGeom>
        </p:spPr>
      </p:pic>
      <p:sp>
        <p:nvSpPr>
          <p:cNvPr id="4" name="テキスト ボックス 3">
            <a:extLst>
              <a:ext uri="{FF2B5EF4-FFF2-40B4-BE49-F238E27FC236}">
                <a16:creationId xmlns:a16="http://schemas.microsoft.com/office/drawing/2014/main" id="{40C3468B-D18B-4488-B70F-EE038FBC8715}"/>
              </a:ext>
            </a:extLst>
          </p:cNvPr>
          <p:cNvSpPr txBox="1"/>
          <p:nvPr userDrawn="1"/>
        </p:nvSpPr>
        <p:spPr>
          <a:xfrm>
            <a:off x="129201" y="2007097"/>
            <a:ext cx="2876108" cy="738664"/>
          </a:xfrm>
          <a:prstGeom prst="rect">
            <a:avLst/>
          </a:prstGeom>
          <a:noFill/>
        </p:spPr>
        <p:txBody>
          <a:bodyPr wrap="none" rtlCol="0">
            <a:spAutoFit/>
          </a:bodyPr>
          <a:lstStyle/>
          <a:p>
            <a:r>
              <a:rPr kumimoji="1" lang="en-US" altLang="ja-JP" sz="4200" b="1" baseline="0" dirty="0"/>
              <a:t>Thank you</a:t>
            </a:r>
            <a:endParaRPr kumimoji="1" lang="ja-JP" altLang="en-US" sz="4200" b="1" baseline="0" dirty="0"/>
          </a:p>
        </p:txBody>
      </p:sp>
      <p:grpSp>
        <p:nvGrpSpPr>
          <p:cNvPr id="20" name="Group 19" descr="Fujitsu">
            <a:extLst>
              <a:ext uri="{FF2B5EF4-FFF2-40B4-BE49-F238E27FC236}">
                <a16:creationId xmlns:a16="http://schemas.microsoft.com/office/drawing/2014/main" id="{00C91225-5470-41F3-BF18-293D31ECB7E4}"/>
              </a:ext>
            </a:extLst>
          </p:cNvPr>
          <p:cNvGrpSpPr>
            <a:grpSpLocks noChangeAspect="1"/>
          </p:cNvGrpSpPr>
          <p:nvPr userDrawn="1"/>
        </p:nvGrpSpPr>
        <p:grpSpPr>
          <a:xfrm>
            <a:off x="7948615" y="226928"/>
            <a:ext cx="968769" cy="472173"/>
            <a:chOff x="8012114" y="249161"/>
            <a:chExt cx="892174" cy="434841"/>
          </a:xfrm>
        </p:grpSpPr>
        <p:sp>
          <p:nvSpPr>
            <p:cNvPr id="21" name="Freeform 34">
              <a:extLst>
                <a:ext uri="{FF2B5EF4-FFF2-40B4-BE49-F238E27FC236}">
                  <a16:creationId xmlns:a16="http://schemas.microsoft.com/office/drawing/2014/main" id="{CA60074C-8200-4851-A8D1-DEE0ED4F5420}"/>
                </a:ext>
              </a:extLst>
            </p:cNvPr>
            <p:cNvSpPr>
              <a:spLocks/>
            </p:cNvSpPr>
            <p:nvPr userDrawn="1"/>
          </p:nvSpPr>
          <p:spPr bwMode="gray">
            <a:xfrm>
              <a:off x="8307389" y="249161"/>
              <a:ext cx="179387" cy="139657"/>
            </a:xfrm>
            <a:custGeom>
              <a:avLst/>
              <a:gdLst>
                <a:gd name="T0" fmla="*/ 961 w 2365"/>
                <a:gd name="T1" fmla="*/ 764 h 1825"/>
                <a:gd name="T2" fmla="*/ 599 w 2365"/>
                <a:gd name="T3" fmla="*/ 642 h 1825"/>
                <a:gd name="T4" fmla="*/ 1 w 2365"/>
                <a:gd name="T5" fmla="*/ 1235 h 1825"/>
                <a:gd name="T6" fmla="*/ 599 w 2365"/>
                <a:gd name="T7" fmla="*/ 1825 h 1825"/>
                <a:gd name="T8" fmla="*/ 1053 w 2365"/>
                <a:gd name="T9" fmla="*/ 1619 h 1825"/>
                <a:gd name="T10" fmla="*/ 1053 w 2365"/>
                <a:gd name="T11" fmla="*/ 1293 h 1825"/>
                <a:gd name="T12" fmla="*/ 771 w 2365"/>
                <a:gd name="T13" fmla="*/ 1568 h 1825"/>
                <a:gd name="T14" fmla="*/ 599 w 2365"/>
                <a:gd name="T15" fmla="*/ 1604 h 1825"/>
                <a:gd name="T16" fmla="*/ 225 w 2365"/>
                <a:gd name="T17" fmla="*/ 1235 h 1825"/>
                <a:gd name="T18" fmla="*/ 599 w 2365"/>
                <a:gd name="T19" fmla="*/ 863 h 1825"/>
                <a:gd name="T20" fmla="*/ 861 w 2365"/>
                <a:gd name="T21" fmla="*/ 972 h 1825"/>
                <a:gd name="T22" fmla="*/ 1093 w 2365"/>
                <a:gd name="T23" fmla="*/ 1239 h 1825"/>
                <a:gd name="T24" fmla="*/ 1630 w 2365"/>
                <a:gd name="T25" fmla="*/ 1473 h 1825"/>
                <a:gd name="T26" fmla="*/ 2365 w 2365"/>
                <a:gd name="T27" fmla="*/ 741 h 1825"/>
                <a:gd name="T28" fmla="*/ 1630 w 2365"/>
                <a:gd name="T29" fmla="*/ 0 h 1825"/>
                <a:gd name="T30" fmla="*/ 1053 w 2365"/>
                <a:gd name="T31" fmla="*/ 295 h 1825"/>
                <a:gd name="T32" fmla="*/ 1053 w 2365"/>
                <a:gd name="T33" fmla="*/ 735 h 1825"/>
                <a:gd name="T34" fmla="*/ 1630 w 2365"/>
                <a:gd name="T35" fmla="*/ 232 h 1825"/>
                <a:gd name="T36" fmla="*/ 2134 w 2365"/>
                <a:gd name="T37" fmla="*/ 741 h 1825"/>
                <a:gd name="T38" fmla="*/ 1630 w 2365"/>
                <a:gd name="T39" fmla="*/ 1245 h 1825"/>
                <a:gd name="T40" fmla="*/ 1303 w 2365"/>
                <a:gd name="T41" fmla="*/ 1125 h 1825"/>
                <a:gd name="T42" fmla="*/ 961 w 2365"/>
                <a:gd name="T43" fmla="*/ 764 h 1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65" h="1825">
                  <a:moveTo>
                    <a:pt x="961" y="764"/>
                  </a:moveTo>
                  <a:cubicBezTo>
                    <a:pt x="875" y="688"/>
                    <a:pt x="736" y="643"/>
                    <a:pt x="599" y="642"/>
                  </a:cubicBezTo>
                  <a:cubicBezTo>
                    <a:pt x="270" y="641"/>
                    <a:pt x="2" y="900"/>
                    <a:pt x="1" y="1235"/>
                  </a:cubicBezTo>
                  <a:cubicBezTo>
                    <a:pt x="0" y="1563"/>
                    <a:pt x="270" y="1824"/>
                    <a:pt x="599" y="1825"/>
                  </a:cubicBezTo>
                  <a:cubicBezTo>
                    <a:pt x="783" y="1825"/>
                    <a:pt x="943" y="1751"/>
                    <a:pt x="1053" y="1619"/>
                  </a:cubicBezTo>
                  <a:cubicBezTo>
                    <a:pt x="1053" y="1293"/>
                    <a:pt x="1053" y="1293"/>
                    <a:pt x="1053" y="1293"/>
                  </a:cubicBezTo>
                  <a:cubicBezTo>
                    <a:pt x="994" y="1394"/>
                    <a:pt x="877" y="1524"/>
                    <a:pt x="771" y="1568"/>
                  </a:cubicBezTo>
                  <a:cubicBezTo>
                    <a:pt x="717" y="1590"/>
                    <a:pt x="662" y="1604"/>
                    <a:pt x="599" y="1604"/>
                  </a:cubicBezTo>
                  <a:cubicBezTo>
                    <a:pt x="394" y="1604"/>
                    <a:pt x="225" y="1445"/>
                    <a:pt x="225" y="1235"/>
                  </a:cubicBezTo>
                  <a:cubicBezTo>
                    <a:pt x="225" y="1041"/>
                    <a:pt x="380" y="862"/>
                    <a:pt x="599" y="863"/>
                  </a:cubicBezTo>
                  <a:cubicBezTo>
                    <a:pt x="701" y="863"/>
                    <a:pt x="793" y="905"/>
                    <a:pt x="861" y="972"/>
                  </a:cubicBezTo>
                  <a:cubicBezTo>
                    <a:pt x="931" y="1040"/>
                    <a:pt x="1041" y="1183"/>
                    <a:pt x="1093" y="1239"/>
                  </a:cubicBezTo>
                  <a:cubicBezTo>
                    <a:pt x="1227" y="1383"/>
                    <a:pt x="1419" y="1473"/>
                    <a:pt x="1630" y="1473"/>
                  </a:cubicBezTo>
                  <a:cubicBezTo>
                    <a:pt x="2036" y="1474"/>
                    <a:pt x="2365" y="1146"/>
                    <a:pt x="2365" y="741"/>
                  </a:cubicBezTo>
                  <a:cubicBezTo>
                    <a:pt x="2365" y="336"/>
                    <a:pt x="2035" y="0"/>
                    <a:pt x="1630" y="0"/>
                  </a:cubicBezTo>
                  <a:cubicBezTo>
                    <a:pt x="1395" y="0"/>
                    <a:pt x="1187" y="122"/>
                    <a:pt x="1053" y="295"/>
                  </a:cubicBezTo>
                  <a:cubicBezTo>
                    <a:pt x="1053" y="735"/>
                    <a:pt x="1053" y="735"/>
                    <a:pt x="1053" y="735"/>
                  </a:cubicBezTo>
                  <a:cubicBezTo>
                    <a:pt x="1155" y="455"/>
                    <a:pt x="1340" y="232"/>
                    <a:pt x="1630" y="232"/>
                  </a:cubicBezTo>
                  <a:cubicBezTo>
                    <a:pt x="1909" y="232"/>
                    <a:pt x="2135" y="463"/>
                    <a:pt x="2134" y="741"/>
                  </a:cubicBezTo>
                  <a:cubicBezTo>
                    <a:pt x="2134" y="1020"/>
                    <a:pt x="1909" y="1246"/>
                    <a:pt x="1630" y="1245"/>
                  </a:cubicBezTo>
                  <a:cubicBezTo>
                    <a:pt x="1506" y="1244"/>
                    <a:pt x="1391" y="1199"/>
                    <a:pt x="1303" y="1125"/>
                  </a:cubicBezTo>
                  <a:cubicBezTo>
                    <a:pt x="1194" y="1040"/>
                    <a:pt x="1074" y="860"/>
                    <a:pt x="961" y="76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4" name="Freeform 35">
              <a:extLst>
                <a:ext uri="{FF2B5EF4-FFF2-40B4-BE49-F238E27FC236}">
                  <a16:creationId xmlns:a16="http://schemas.microsoft.com/office/drawing/2014/main" id="{AA345ED2-3E37-40B2-AD74-CD8EFA5E3FDC}"/>
                </a:ext>
              </a:extLst>
            </p:cNvPr>
            <p:cNvSpPr>
              <a:spLocks/>
            </p:cNvSpPr>
            <p:nvPr userDrawn="1"/>
          </p:nvSpPr>
          <p:spPr bwMode="gray">
            <a:xfrm>
              <a:off x="8012114" y="401514"/>
              <a:ext cx="123825" cy="201551"/>
            </a:xfrm>
            <a:custGeom>
              <a:avLst/>
              <a:gdLst>
                <a:gd name="T0" fmla="*/ 0 w 1624"/>
                <a:gd name="T1" fmla="*/ 0 h 2651"/>
                <a:gd name="T2" fmla="*/ 1624 w 1624"/>
                <a:gd name="T3" fmla="*/ 0 h 2651"/>
                <a:gd name="T4" fmla="*/ 1624 w 1624"/>
                <a:gd name="T5" fmla="*/ 452 h 2651"/>
                <a:gd name="T6" fmla="*/ 1365 w 1624"/>
                <a:gd name="T7" fmla="*/ 273 h 2651"/>
                <a:gd name="T8" fmla="*/ 613 w 1624"/>
                <a:gd name="T9" fmla="*/ 273 h 2651"/>
                <a:gd name="T10" fmla="*/ 613 w 1624"/>
                <a:gd name="T11" fmla="*/ 1053 h 2651"/>
                <a:gd name="T12" fmla="*/ 1428 w 1624"/>
                <a:gd name="T13" fmla="*/ 1053 h 2651"/>
                <a:gd name="T14" fmla="*/ 1428 w 1624"/>
                <a:gd name="T15" fmla="*/ 1467 h 2651"/>
                <a:gd name="T16" fmla="*/ 1205 w 1624"/>
                <a:gd name="T17" fmla="*/ 1335 h 2651"/>
                <a:gd name="T18" fmla="*/ 613 w 1624"/>
                <a:gd name="T19" fmla="*/ 1335 h 2651"/>
                <a:gd name="T20" fmla="*/ 613 w 1624"/>
                <a:gd name="T21" fmla="*/ 2401 h 2651"/>
                <a:gd name="T22" fmla="*/ 784 w 1624"/>
                <a:gd name="T23" fmla="*/ 2651 h 2651"/>
                <a:gd name="T24" fmla="*/ 11 w 1624"/>
                <a:gd name="T25" fmla="*/ 2651 h 2651"/>
                <a:gd name="T26" fmla="*/ 173 w 1624"/>
                <a:gd name="T27" fmla="*/ 2401 h 2651"/>
                <a:gd name="T28" fmla="*/ 173 w 1624"/>
                <a:gd name="T29" fmla="*/ 278 h 2651"/>
                <a:gd name="T30" fmla="*/ 0 w 1624"/>
                <a:gd name="T31"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24" h="2651">
                  <a:moveTo>
                    <a:pt x="0" y="0"/>
                  </a:moveTo>
                  <a:cubicBezTo>
                    <a:pt x="1624" y="0"/>
                    <a:pt x="1624" y="0"/>
                    <a:pt x="1624" y="0"/>
                  </a:cubicBezTo>
                  <a:cubicBezTo>
                    <a:pt x="1624" y="452"/>
                    <a:pt x="1624" y="452"/>
                    <a:pt x="1624" y="452"/>
                  </a:cubicBezTo>
                  <a:cubicBezTo>
                    <a:pt x="1624" y="452"/>
                    <a:pt x="1540" y="274"/>
                    <a:pt x="1365" y="273"/>
                  </a:cubicBezTo>
                  <a:cubicBezTo>
                    <a:pt x="613" y="273"/>
                    <a:pt x="613" y="273"/>
                    <a:pt x="613" y="273"/>
                  </a:cubicBezTo>
                  <a:cubicBezTo>
                    <a:pt x="613" y="1053"/>
                    <a:pt x="613" y="1053"/>
                    <a:pt x="613" y="1053"/>
                  </a:cubicBezTo>
                  <a:cubicBezTo>
                    <a:pt x="1428" y="1053"/>
                    <a:pt x="1428" y="1053"/>
                    <a:pt x="1428" y="1053"/>
                  </a:cubicBezTo>
                  <a:cubicBezTo>
                    <a:pt x="1428" y="1467"/>
                    <a:pt x="1428" y="1467"/>
                    <a:pt x="1428" y="1467"/>
                  </a:cubicBezTo>
                  <a:cubicBezTo>
                    <a:pt x="1428" y="1467"/>
                    <a:pt x="1402" y="1335"/>
                    <a:pt x="1205" y="1335"/>
                  </a:cubicBezTo>
                  <a:cubicBezTo>
                    <a:pt x="613" y="1335"/>
                    <a:pt x="613" y="1335"/>
                    <a:pt x="613" y="1335"/>
                  </a:cubicBezTo>
                  <a:cubicBezTo>
                    <a:pt x="613" y="2401"/>
                    <a:pt x="613" y="2401"/>
                    <a:pt x="613" y="2401"/>
                  </a:cubicBezTo>
                  <a:cubicBezTo>
                    <a:pt x="613" y="2558"/>
                    <a:pt x="784" y="2651"/>
                    <a:pt x="784" y="2651"/>
                  </a:cubicBezTo>
                  <a:cubicBezTo>
                    <a:pt x="11" y="2651"/>
                    <a:pt x="11" y="2651"/>
                    <a:pt x="11" y="2651"/>
                  </a:cubicBezTo>
                  <a:cubicBezTo>
                    <a:pt x="11" y="2651"/>
                    <a:pt x="173" y="2569"/>
                    <a:pt x="173" y="2401"/>
                  </a:cubicBezTo>
                  <a:cubicBezTo>
                    <a:pt x="173" y="278"/>
                    <a:pt x="173" y="278"/>
                    <a:pt x="173" y="278"/>
                  </a:cubicBezTo>
                  <a:cubicBezTo>
                    <a:pt x="173" y="9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5" name="Freeform 36">
              <a:extLst>
                <a:ext uri="{FF2B5EF4-FFF2-40B4-BE49-F238E27FC236}">
                  <a16:creationId xmlns:a16="http://schemas.microsoft.com/office/drawing/2014/main" id="{7CD6A6C4-7575-4B56-9FB4-28D633CC9DD6}"/>
                </a:ext>
              </a:extLst>
            </p:cNvPr>
            <p:cNvSpPr>
              <a:spLocks/>
            </p:cNvSpPr>
            <p:nvPr userDrawn="1"/>
          </p:nvSpPr>
          <p:spPr bwMode="gray">
            <a:xfrm>
              <a:off x="8305801" y="401514"/>
              <a:ext cx="80962" cy="282488"/>
            </a:xfrm>
            <a:custGeom>
              <a:avLst/>
              <a:gdLst>
                <a:gd name="T0" fmla="*/ 246 w 1072"/>
                <a:gd name="T1" fmla="*/ 0 h 3696"/>
                <a:gd name="T2" fmla="*/ 1072 w 1072"/>
                <a:gd name="T3" fmla="*/ 0 h 3696"/>
                <a:gd name="T4" fmla="*/ 887 w 1072"/>
                <a:gd name="T5" fmla="*/ 230 h 3696"/>
                <a:gd name="T6" fmla="*/ 887 w 1072"/>
                <a:gd name="T7" fmla="*/ 2717 h 3696"/>
                <a:gd name="T8" fmla="*/ 0 w 1072"/>
                <a:gd name="T9" fmla="*/ 3693 h 3696"/>
                <a:gd name="T10" fmla="*/ 423 w 1072"/>
                <a:gd name="T11" fmla="*/ 2717 h 3696"/>
                <a:gd name="T12" fmla="*/ 423 w 1072"/>
                <a:gd name="T13" fmla="*/ 230 h 3696"/>
                <a:gd name="T14" fmla="*/ 246 w 1072"/>
                <a:gd name="T15" fmla="*/ 0 h 36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2" h="3696">
                  <a:moveTo>
                    <a:pt x="246" y="0"/>
                  </a:moveTo>
                  <a:cubicBezTo>
                    <a:pt x="1072" y="0"/>
                    <a:pt x="1072" y="0"/>
                    <a:pt x="1072" y="0"/>
                  </a:cubicBezTo>
                  <a:cubicBezTo>
                    <a:pt x="1072" y="0"/>
                    <a:pt x="887" y="87"/>
                    <a:pt x="887" y="230"/>
                  </a:cubicBezTo>
                  <a:cubicBezTo>
                    <a:pt x="887" y="2717"/>
                    <a:pt x="887" y="2717"/>
                    <a:pt x="887" y="2717"/>
                  </a:cubicBezTo>
                  <a:cubicBezTo>
                    <a:pt x="887" y="3558"/>
                    <a:pt x="44" y="3696"/>
                    <a:pt x="0" y="3693"/>
                  </a:cubicBezTo>
                  <a:cubicBezTo>
                    <a:pt x="72" y="3647"/>
                    <a:pt x="422" y="3349"/>
                    <a:pt x="423" y="2717"/>
                  </a:cubicBezTo>
                  <a:cubicBezTo>
                    <a:pt x="423" y="230"/>
                    <a:pt x="423" y="230"/>
                    <a:pt x="423" y="230"/>
                  </a:cubicBezTo>
                  <a:cubicBezTo>
                    <a:pt x="424" y="96"/>
                    <a:pt x="246" y="0"/>
                    <a:pt x="24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6" name="Freeform 37">
              <a:extLst>
                <a:ext uri="{FF2B5EF4-FFF2-40B4-BE49-F238E27FC236}">
                  <a16:creationId xmlns:a16="http://schemas.microsoft.com/office/drawing/2014/main" id="{3CB1F97C-8E5F-454A-B2E7-6D20A1D16809}"/>
                </a:ext>
              </a:extLst>
            </p:cNvPr>
            <p:cNvSpPr>
              <a:spLocks/>
            </p:cNvSpPr>
            <p:nvPr userDrawn="1"/>
          </p:nvSpPr>
          <p:spPr bwMode="gray">
            <a:xfrm>
              <a:off x="8396289" y="401514"/>
              <a:ext cx="63500" cy="201551"/>
            </a:xfrm>
            <a:custGeom>
              <a:avLst/>
              <a:gdLst>
                <a:gd name="T0" fmla="*/ 0 w 828"/>
                <a:gd name="T1" fmla="*/ 0 h 2653"/>
                <a:gd name="T2" fmla="*/ 828 w 828"/>
                <a:gd name="T3" fmla="*/ 0 h 2653"/>
                <a:gd name="T4" fmla="*/ 645 w 828"/>
                <a:gd name="T5" fmla="*/ 235 h 2653"/>
                <a:gd name="T6" fmla="*/ 645 w 828"/>
                <a:gd name="T7" fmla="*/ 2401 h 2653"/>
                <a:gd name="T8" fmla="*/ 828 w 828"/>
                <a:gd name="T9" fmla="*/ 2653 h 2653"/>
                <a:gd name="T10" fmla="*/ 0 w 828"/>
                <a:gd name="T11" fmla="*/ 2653 h 2653"/>
                <a:gd name="T12" fmla="*/ 184 w 828"/>
                <a:gd name="T13" fmla="*/ 2401 h 2653"/>
                <a:gd name="T14" fmla="*/ 184 w 828"/>
                <a:gd name="T15" fmla="*/ 235 h 2653"/>
                <a:gd name="T16" fmla="*/ 0 w 828"/>
                <a:gd name="T17" fmla="*/ 0 h 2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2653">
                  <a:moveTo>
                    <a:pt x="0" y="0"/>
                  </a:moveTo>
                  <a:cubicBezTo>
                    <a:pt x="828" y="0"/>
                    <a:pt x="828" y="0"/>
                    <a:pt x="828" y="0"/>
                  </a:cubicBezTo>
                  <a:cubicBezTo>
                    <a:pt x="828" y="0"/>
                    <a:pt x="645" y="89"/>
                    <a:pt x="645" y="235"/>
                  </a:cubicBezTo>
                  <a:cubicBezTo>
                    <a:pt x="645" y="2401"/>
                    <a:pt x="645" y="2401"/>
                    <a:pt x="645" y="2401"/>
                  </a:cubicBezTo>
                  <a:cubicBezTo>
                    <a:pt x="645" y="2556"/>
                    <a:pt x="828" y="2653"/>
                    <a:pt x="828" y="2653"/>
                  </a:cubicBezTo>
                  <a:cubicBezTo>
                    <a:pt x="0" y="2653"/>
                    <a:pt x="0" y="2653"/>
                    <a:pt x="0" y="2653"/>
                  </a:cubicBezTo>
                  <a:cubicBezTo>
                    <a:pt x="0" y="2653"/>
                    <a:pt x="184" y="2557"/>
                    <a:pt x="184" y="2401"/>
                  </a:cubicBezTo>
                  <a:cubicBezTo>
                    <a:pt x="184" y="235"/>
                    <a:pt x="184" y="235"/>
                    <a:pt x="184" y="235"/>
                  </a:cubicBezTo>
                  <a:cubicBezTo>
                    <a:pt x="184" y="8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7" name="Freeform 38">
              <a:extLst>
                <a:ext uri="{FF2B5EF4-FFF2-40B4-BE49-F238E27FC236}">
                  <a16:creationId xmlns:a16="http://schemas.microsoft.com/office/drawing/2014/main" id="{650911E5-80F4-4024-9206-0320DACA0666}"/>
                </a:ext>
              </a:extLst>
            </p:cNvPr>
            <p:cNvSpPr>
              <a:spLocks/>
            </p:cNvSpPr>
            <p:nvPr userDrawn="1"/>
          </p:nvSpPr>
          <p:spPr bwMode="gray">
            <a:xfrm>
              <a:off x="8459789" y="401514"/>
              <a:ext cx="150812" cy="201551"/>
            </a:xfrm>
            <a:custGeom>
              <a:avLst/>
              <a:gdLst>
                <a:gd name="T0" fmla="*/ 161 w 1984"/>
                <a:gd name="T1" fmla="*/ 0 h 2651"/>
                <a:gd name="T2" fmla="*/ 1984 w 1984"/>
                <a:gd name="T3" fmla="*/ 0 h 2651"/>
                <a:gd name="T4" fmla="*/ 1829 w 1984"/>
                <a:gd name="T5" fmla="*/ 482 h 2651"/>
                <a:gd name="T6" fmla="*/ 1607 w 1984"/>
                <a:gd name="T7" fmla="*/ 279 h 2651"/>
                <a:gd name="T8" fmla="*/ 1229 w 1984"/>
                <a:gd name="T9" fmla="*/ 279 h 2651"/>
                <a:gd name="T10" fmla="*/ 1229 w 1984"/>
                <a:gd name="T11" fmla="*/ 2401 h 2651"/>
                <a:gd name="T12" fmla="*/ 1407 w 1984"/>
                <a:gd name="T13" fmla="*/ 2651 h 2651"/>
                <a:gd name="T14" fmla="*/ 595 w 1984"/>
                <a:gd name="T15" fmla="*/ 2651 h 2651"/>
                <a:gd name="T16" fmla="*/ 771 w 1984"/>
                <a:gd name="T17" fmla="*/ 2401 h 2651"/>
                <a:gd name="T18" fmla="*/ 771 w 1984"/>
                <a:gd name="T19" fmla="*/ 279 h 2651"/>
                <a:gd name="T20" fmla="*/ 315 w 1984"/>
                <a:gd name="T21" fmla="*/ 279 h 2651"/>
                <a:gd name="T22" fmla="*/ 0 w 1984"/>
                <a:gd name="T23" fmla="*/ 522 h 2651"/>
                <a:gd name="T24" fmla="*/ 161 w 1984"/>
                <a:gd name="T25"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4" h="2651">
                  <a:moveTo>
                    <a:pt x="161" y="0"/>
                  </a:moveTo>
                  <a:cubicBezTo>
                    <a:pt x="1984" y="0"/>
                    <a:pt x="1984" y="0"/>
                    <a:pt x="1984" y="0"/>
                  </a:cubicBezTo>
                  <a:cubicBezTo>
                    <a:pt x="1829" y="482"/>
                    <a:pt x="1829" y="482"/>
                    <a:pt x="1829" y="482"/>
                  </a:cubicBezTo>
                  <a:cubicBezTo>
                    <a:pt x="1829" y="482"/>
                    <a:pt x="1783" y="279"/>
                    <a:pt x="1607" y="279"/>
                  </a:cubicBezTo>
                  <a:cubicBezTo>
                    <a:pt x="1229" y="279"/>
                    <a:pt x="1229" y="279"/>
                    <a:pt x="1229" y="279"/>
                  </a:cubicBezTo>
                  <a:cubicBezTo>
                    <a:pt x="1229" y="2401"/>
                    <a:pt x="1229" y="2401"/>
                    <a:pt x="1229" y="2401"/>
                  </a:cubicBezTo>
                  <a:cubicBezTo>
                    <a:pt x="1229" y="2535"/>
                    <a:pt x="1407" y="2651"/>
                    <a:pt x="1407" y="2651"/>
                  </a:cubicBezTo>
                  <a:cubicBezTo>
                    <a:pt x="595" y="2651"/>
                    <a:pt x="595" y="2651"/>
                    <a:pt x="595" y="2651"/>
                  </a:cubicBezTo>
                  <a:cubicBezTo>
                    <a:pt x="595" y="2651"/>
                    <a:pt x="771" y="2547"/>
                    <a:pt x="771" y="2401"/>
                  </a:cubicBezTo>
                  <a:cubicBezTo>
                    <a:pt x="771" y="279"/>
                    <a:pt x="771" y="279"/>
                    <a:pt x="771" y="279"/>
                  </a:cubicBezTo>
                  <a:cubicBezTo>
                    <a:pt x="315" y="279"/>
                    <a:pt x="315" y="279"/>
                    <a:pt x="315" y="279"/>
                  </a:cubicBezTo>
                  <a:cubicBezTo>
                    <a:pt x="185" y="280"/>
                    <a:pt x="0" y="522"/>
                    <a:pt x="0" y="522"/>
                  </a:cubicBezTo>
                  <a:lnTo>
                    <a:pt x="16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8" name="Freeform 39">
              <a:extLst>
                <a:ext uri="{FF2B5EF4-FFF2-40B4-BE49-F238E27FC236}">
                  <a16:creationId xmlns:a16="http://schemas.microsoft.com/office/drawing/2014/main" id="{F493319B-2248-439E-9823-06601D5056EC}"/>
                </a:ext>
              </a:extLst>
            </p:cNvPr>
            <p:cNvSpPr>
              <a:spLocks/>
            </p:cNvSpPr>
            <p:nvPr userDrawn="1"/>
          </p:nvSpPr>
          <p:spPr bwMode="gray">
            <a:xfrm>
              <a:off x="8734426" y="401514"/>
              <a:ext cx="169862" cy="204725"/>
            </a:xfrm>
            <a:custGeom>
              <a:avLst/>
              <a:gdLst>
                <a:gd name="T0" fmla="*/ 1420 w 2219"/>
                <a:gd name="T1" fmla="*/ 0 h 2693"/>
                <a:gd name="T2" fmla="*/ 2219 w 2219"/>
                <a:gd name="T3" fmla="*/ 0 h 2693"/>
                <a:gd name="T4" fmla="*/ 2048 w 2219"/>
                <a:gd name="T5" fmla="*/ 234 h 2693"/>
                <a:gd name="T6" fmla="*/ 2048 w 2219"/>
                <a:gd name="T7" fmla="*/ 1840 h 2693"/>
                <a:gd name="T8" fmla="*/ 1131 w 2219"/>
                <a:gd name="T9" fmla="*/ 2693 h 2693"/>
                <a:gd name="T10" fmla="*/ 176 w 2219"/>
                <a:gd name="T11" fmla="*/ 1840 h 2693"/>
                <a:gd name="T12" fmla="*/ 176 w 2219"/>
                <a:gd name="T13" fmla="*/ 234 h 2693"/>
                <a:gd name="T14" fmla="*/ 0 w 2219"/>
                <a:gd name="T15" fmla="*/ 0 h 2693"/>
                <a:gd name="T16" fmla="*/ 821 w 2219"/>
                <a:gd name="T17" fmla="*/ 0 h 2693"/>
                <a:gd name="T18" fmla="*/ 638 w 2219"/>
                <a:gd name="T19" fmla="*/ 234 h 2693"/>
                <a:gd name="T20" fmla="*/ 638 w 2219"/>
                <a:gd name="T21" fmla="*/ 1840 h 2693"/>
                <a:gd name="T22" fmla="*/ 1131 w 2219"/>
                <a:gd name="T23" fmla="*/ 2406 h 2693"/>
                <a:gd name="T24" fmla="*/ 1601 w 2219"/>
                <a:gd name="T25" fmla="*/ 1840 h 2693"/>
                <a:gd name="T26" fmla="*/ 1601 w 2219"/>
                <a:gd name="T27" fmla="*/ 234 h 2693"/>
                <a:gd name="T28" fmla="*/ 1420 w 2219"/>
                <a:gd name="T29" fmla="*/ 0 h 2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19" h="2693">
                  <a:moveTo>
                    <a:pt x="1420" y="0"/>
                  </a:moveTo>
                  <a:cubicBezTo>
                    <a:pt x="2219" y="0"/>
                    <a:pt x="2219" y="0"/>
                    <a:pt x="2219" y="0"/>
                  </a:cubicBezTo>
                  <a:cubicBezTo>
                    <a:pt x="2219" y="0"/>
                    <a:pt x="2048" y="91"/>
                    <a:pt x="2048" y="234"/>
                  </a:cubicBezTo>
                  <a:cubicBezTo>
                    <a:pt x="2048" y="1840"/>
                    <a:pt x="2048" y="1840"/>
                    <a:pt x="2048" y="1840"/>
                  </a:cubicBezTo>
                  <a:cubicBezTo>
                    <a:pt x="2047" y="2492"/>
                    <a:pt x="1506" y="2693"/>
                    <a:pt x="1131" y="2693"/>
                  </a:cubicBezTo>
                  <a:cubicBezTo>
                    <a:pt x="759" y="2693"/>
                    <a:pt x="175" y="2490"/>
                    <a:pt x="176" y="1840"/>
                  </a:cubicBezTo>
                  <a:cubicBezTo>
                    <a:pt x="176" y="234"/>
                    <a:pt x="176" y="234"/>
                    <a:pt x="176" y="234"/>
                  </a:cubicBezTo>
                  <a:cubicBezTo>
                    <a:pt x="176" y="91"/>
                    <a:pt x="0" y="0"/>
                    <a:pt x="0" y="0"/>
                  </a:cubicBezTo>
                  <a:cubicBezTo>
                    <a:pt x="821" y="0"/>
                    <a:pt x="821" y="0"/>
                    <a:pt x="821" y="0"/>
                  </a:cubicBezTo>
                  <a:cubicBezTo>
                    <a:pt x="821" y="0"/>
                    <a:pt x="638" y="88"/>
                    <a:pt x="638" y="234"/>
                  </a:cubicBezTo>
                  <a:cubicBezTo>
                    <a:pt x="638" y="1840"/>
                    <a:pt x="638" y="1840"/>
                    <a:pt x="638" y="1840"/>
                  </a:cubicBezTo>
                  <a:cubicBezTo>
                    <a:pt x="638" y="2182"/>
                    <a:pt x="865" y="2406"/>
                    <a:pt x="1131" y="2406"/>
                  </a:cubicBezTo>
                  <a:cubicBezTo>
                    <a:pt x="1397" y="2406"/>
                    <a:pt x="1600" y="2173"/>
                    <a:pt x="1601" y="1840"/>
                  </a:cubicBezTo>
                  <a:cubicBezTo>
                    <a:pt x="1601" y="234"/>
                    <a:pt x="1601" y="234"/>
                    <a:pt x="1601" y="234"/>
                  </a:cubicBezTo>
                  <a:cubicBezTo>
                    <a:pt x="1601" y="91"/>
                    <a:pt x="1420" y="0"/>
                    <a:pt x="1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9" name="Freeform 40">
              <a:extLst>
                <a:ext uri="{FF2B5EF4-FFF2-40B4-BE49-F238E27FC236}">
                  <a16:creationId xmlns:a16="http://schemas.microsoft.com/office/drawing/2014/main" id="{9AADF53A-B05B-48E1-8372-26C17A1B030B}"/>
                </a:ext>
              </a:extLst>
            </p:cNvPr>
            <p:cNvSpPr>
              <a:spLocks/>
            </p:cNvSpPr>
            <p:nvPr userDrawn="1"/>
          </p:nvSpPr>
          <p:spPr bwMode="gray">
            <a:xfrm>
              <a:off x="8142289" y="401514"/>
              <a:ext cx="169862" cy="206312"/>
            </a:xfrm>
            <a:custGeom>
              <a:avLst/>
              <a:gdLst>
                <a:gd name="T0" fmla="*/ 1427 w 2240"/>
                <a:gd name="T1" fmla="*/ 0 h 2700"/>
                <a:gd name="T2" fmla="*/ 2240 w 2240"/>
                <a:gd name="T3" fmla="*/ 0 h 2700"/>
                <a:gd name="T4" fmla="*/ 2068 w 2240"/>
                <a:gd name="T5" fmla="*/ 237 h 2700"/>
                <a:gd name="T6" fmla="*/ 2067 w 2240"/>
                <a:gd name="T7" fmla="*/ 1838 h 2700"/>
                <a:gd name="T8" fmla="*/ 1122 w 2240"/>
                <a:gd name="T9" fmla="*/ 2700 h 2700"/>
                <a:gd name="T10" fmla="*/ 166 w 2240"/>
                <a:gd name="T11" fmla="*/ 1838 h 2700"/>
                <a:gd name="T12" fmla="*/ 166 w 2240"/>
                <a:gd name="T13" fmla="*/ 237 h 2700"/>
                <a:gd name="T14" fmla="*/ 0 w 2240"/>
                <a:gd name="T15" fmla="*/ 0 h 2700"/>
                <a:gd name="T16" fmla="*/ 821 w 2240"/>
                <a:gd name="T17" fmla="*/ 0 h 2700"/>
                <a:gd name="T18" fmla="*/ 631 w 2240"/>
                <a:gd name="T19" fmla="*/ 237 h 2700"/>
                <a:gd name="T20" fmla="*/ 630 w 2240"/>
                <a:gd name="T21" fmla="*/ 1838 h 2700"/>
                <a:gd name="T22" fmla="*/ 1122 w 2240"/>
                <a:gd name="T23" fmla="*/ 2413 h 2700"/>
                <a:gd name="T24" fmla="*/ 1602 w 2240"/>
                <a:gd name="T25" fmla="*/ 1838 h 2700"/>
                <a:gd name="T26" fmla="*/ 1603 w 2240"/>
                <a:gd name="T27" fmla="*/ 237 h 2700"/>
                <a:gd name="T28" fmla="*/ 1427 w 2240"/>
                <a:gd name="T29" fmla="*/ 0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0" h="2700">
                  <a:moveTo>
                    <a:pt x="1427" y="0"/>
                  </a:moveTo>
                  <a:cubicBezTo>
                    <a:pt x="2240" y="0"/>
                    <a:pt x="2240" y="0"/>
                    <a:pt x="2240" y="0"/>
                  </a:cubicBezTo>
                  <a:cubicBezTo>
                    <a:pt x="2240" y="0"/>
                    <a:pt x="2068" y="95"/>
                    <a:pt x="2068" y="237"/>
                  </a:cubicBezTo>
                  <a:cubicBezTo>
                    <a:pt x="2068" y="238"/>
                    <a:pt x="2067" y="1838"/>
                    <a:pt x="2067" y="1838"/>
                  </a:cubicBezTo>
                  <a:cubicBezTo>
                    <a:pt x="2067" y="2494"/>
                    <a:pt x="1501" y="2700"/>
                    <a:pt x="1122" y="2700"/>
                  </a:cubicBezTo>
                  <a:cubicBezTo>
                    <a:pt x="750" y="2700"/>
                    <a:pt x="166" y="2491"/>
                    <a:pt x="166" y="1838"/>
                  </a:cubicBezTo>
                  <a:cubicBezTo>
                    <a:pt x="166" y="237"/>
                    <a:pt x="166" y="237"/>
                    <a:pt x="166" y="237"/>
                  </a:cubicBezTo>
                  <a:cubicBezTo>
                    <a:pt x="166" y="94"/>
                    <a:pt x="0" y="0"/>
                    <a:pt x="0" y="0"/>
                  </a:cubicBezTo>
                  <a:cubicBezTo>
                    <a:pt x="821" y="0"/>
                    <a:pt x="821" y="0"/>
                    <a:pt x="821" y="0"/>
                  </a:cubicBezTo>
                  <a:cubicBezTo>
                    <a:pt x="821" y="0"/>
                    <a:pt x="631" y="94"/>
                    <a:pt x="631" y="237"/>
                  </a:cubicBezTo>
                  <a:cubicBezTo>
                    <a:pt x="630" y="1838"/>
                    <a:pt x="630" y="1838"/>
                    <a:pt x="630" y="1838"/>
                  </a:cubicBezTo>
                  <a:cubicBezTo>
                    <a:pt x="630" y="2178"/>
                    <a:pt x="856" y="2412"/>
                    <a:pt x="1122" y="2413"/>
                  </a:cubicBezTo>
                  <a:cubicBezTo>
                    <a:pt x="1388" y="2414"/>
                    <a:pt x="1602" y="2174"/>
                    <a:pt x="1602" y="1838"/>
                  </a:cubicBezTo>
                  <a:cubicBezTo>
                    <a:pt x="1603" y="237"/>
                    <a:pt x="1603" y="237"/>
                    <a:pt x="1603" y="237"/>
                  </a:cubicBezTo>
                  <a:cubicBezTo>
                    <a:pt x="1603" y="94"/>
                    <a:pt x="1427" y="0"/>
                    <a:pt x="142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0" name="Freeform 41">
              <a:extLst>
                <a:ext uri="{FF2B5EF4-FFF2-40B4-BE49-F238E27FC236}">
                  <a16:creationId xmlns:a16="http://schemas.microsoft.com/office/drawing/2014/main" id="{09950012-992D-41FD-9E89-A43D2831A350}"/>
                </a:ext>
              </a:extLst>
            </p:cNvPr>
            <p:cNvSpPr>
              <a:spLocks/>
            </p:cNvSpPr>
            <p:nvPr userDrawn="1"/>
          </p:nvSpPr>
          <p:spPr bwMode="gray">
            <a:xfrm>
              <a:off x="8604251" y="396753"/>
              <a:ext cx="130175" cy="211073"/>
            </a:xfrm>
            <a:custGeom>
              <a:avLst/>
              <a:gdLst>
                <a:gd name="T0" fmla="*/ 1467 w 1707"/>
                <a:gd name="T1" fmla="*/ 479 h 2755"/>
                <a:gd name="T2" fmla="*/ 1019 w 1707"/>
                <a:gd name="T3" fmla="*/ 276 h 2755"/>
                <a:gd name="T4" fmla="*/ 504 w 1707"/>
                <a:gd name="T5" fmla="*/ 677 h 2755"/>
                <a:gd name="T6" fmla="*/ 995 w 1707"/>
                <a:gd name="T7" fmla="*/ 1174 h 2755"/>
                <a:gd name="T8" fmla="*/ 1705 w 1707"/>
                <a:gd name="T9" fmla="*/ 1974 h 2755"/>
                <a:gd name="T10" fmla="*/ 651 w 1707"/>
                <a:gd name="T11" fmla="*/ 2755 h 2755"/>
                <a:gd name="T12" fmla="*/ 155 w 1707"/>
                <a:gd name="T13" fmla="*/ 2686 h 2755"/>
                <a:gd name="T14" fmla="*/ 0 w 1707"/>
                <a:gd name="T15" fmla="*/ 2177 h 2755"/>
                <a:gd name="T16" fmla="*/ 658 w 1707"/>
                <a:gd name="T17" fmla="*/ 2466 h 2755"/>
                <a:gd name="T18" fmla="*/ 1252 w 1707"/>
                <a:gd name="T19" fmla="*/ 2030 h 2755"/>
                <a:gd name="T20" fmla="*/ 46 w 1707"/>
                <a:gd name="T21" fmla="*/ 731 h 2755"/>
                <a:gd name="T22" fmla="*/ 973 w 1707"/>
                <a:gd name="T23" fmla="*/ 0 h 2755"/>
                <a:gd name="T24" fmla="*/ 1467 w 1707"/>
                <a:gd name="T25" fmla="*/ 69 h 2755"/>
                <a:gd name="T26" fmla="*/ 1467 w 1707"/>
                <a:gd name="T27" fmla="*/ 479 h 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7" h="2755">
                  <a:moveTo>
                    <a:pt x="1467" y="479"/>
                  </a:moveTo>
                  <a:cubicBezTo>
                    <a:pt x="1467" y="479"/>
                    <a:pt x="1352" y="277"/>
                    <a:pt x="1019" y="276"/>
                  </a:cubicBezTo>
                  <a:cubicBezTo>
                    <a:pt x="686" y="275"/>
                    <a:pt x="505" y="450"/>
                    <a:pt x="504" y="677"/>
                  </a:cubicBezTo>
                  <a:cubicBezTo>
                    <a:pt x="503" y="934"/>
                    <a:pt x="696" y="1031"/>
                    <a:pt x="995" y="1174"/>
                  </a:cubicBezTo>
                  <a:cubicBezTo>
                    <a:pt x="1279" y="1311"/>
                    <a:pt x="1707" y="1499"/>
                    <a:pt x="1705" y="1974"/>
                  </a:cubicBezTo>
                  <a:cubicBezTo>
                    <a:pt x="1704" y="2399"/>
                    <a:pt x="1327" y="2755"/>
                    <a:pt x="651" y="2755"/>
                  </a:cubicBezTo>
                  <a:cubicBezTo>
                    <a:pt x="442" y="2754"/>
                    <a:pt x="155" y="2686"/>
                    <a:pt x="155" y="2686"/>
                  </a:cubicBezTo>
                  <a:cubicBezTo>
                    <a:pt x="0" y="2177"/>
                    <a:pt x="0" y="2177"/>
                    <a:pt x="0" y="2177"/>
                  </a:cubicBezTo>
                  <a:cubicBezTo>
                    <a:pt x="143" y="2316"/>
                    <a:pt x="397" y="2466"/>
                    <a:pt x="658" y="2466"/>
                  </a:cubicBezTo>
                  <a:cubicBezTo>
                    <a:pt x="929" y="2466"/>
                    <a:pt x="1252" y="2298"/>
                    <a:pt x="1252" y="2030"/>
                  </a:cubicBezTo>
                  <a:cubicBezTo>
                    <a:pt x="1252" y="1512"/>
                    <a:pt x="46" y="1598"/>
                    <a:pt x="46" y="731"/>
                  </a:cubicBezTo>
                  <a:cubicBezTo>
                    <a:pt x="46" y="433"/>
                    <a:pt x="254" y="0"/>
                    <a:pt x="973" y="0"/>
                  </a:cubicBezTo>
                  <a:cubicBezTo>
                    <a:pt x="1207" y="0"/>
                    <a:pt x="1467" y="69"/>
                    <a:pt x="1467" y="69"/>
                  </a:cubicBezTo>
                  <a:lnTo>
                    <a:pt x="1467" y="4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grpSp>
      <p:sp>
        <p:nvSpPr>
          <p:cNvPr id="31" name="TextBox 17">
            <a:extLst>
              <a:ext uri="{FF2B5EF4-FFF2-40B4-BE49-F238E27FC236}">
                <a16:creationId xmlns:a16="http://schemas.microsoft.com/office/drawing/2014/main" id="{D5E49898-FF21-4E70-A8B5-FD4F1373DD37}"/>
              </a:ext>
            </a:extLst>
          </p:cNvPr>
          <p:cNvSpPr txBox="1"/>
          <p:nvPr userDrawn="1"/>
        </p:nvSpPr>
        <p:spPr>
          <a:xfrm>
            <a:off x="7984067" y="4891390"/>
            <a:ext cx="935568" cy="107722"/>
          </a:xfrm>
          <a:prstGeom prst="rect">
            <a:avLst/>
          </a:prstGeom>
          <a:noFill/>
        </p:spPr>
        <p:txBody>
          <a:bodyPr wrap="square" lIns="0" tIns="0" rIns="0" bIns="0" rtlCol="0" anchor="b" anchorCtr="0">
            <a:spAutoFit/>
          </a:bodyPr>
          <a:lstStyle/>
          <a:p>
            <a:pPr marL="0" algn="r" defTabSz="457200" rtl="0" eaLnBrk="1" latinLnBrk="0" hangingPunct="1"/>
            <a:r>
              <a:rPr kumimoji="1" lang="en-GB" sz="700" kern="1200" dirty="0">
                <a:solidFill>
                  <a:schemeClr val="bg1"/>
                </a:solidFill>
                <a:latin typeface="+mn-lt"/>
                <a:ea typeface="+mn-ea"/>
                <a:cs typeface="+mn-cs"/>
              </a:rPr>
              <a:t>© FUJITSU 2021</a:t>
            </a:r>
          </a:p>
        </p:txBody>
      </p:sp>
      <p:pic>
        <p:nvPicPr>
          <p:cNvPr id="32" name="図 19">
            <a:extLst>
              <a:ext uri="{FF2B5EF4-FFF2-40B4-BE49-F238E27FC236}">
                <a16:creationId xmlns:a16="http://schemas.microsoft.com/office/drawing/2014/main" id="{C5BE56FE-BFFF-43B7-B126-C9DECF16E3CA}"/>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bwMode="gray">
          <a:xfrm>
            <a:off x="3104888" y="1298597"/>
            <a:ext cx="3276000" cy="2545521"/>
          </a:xfrm>
          <a:prstGeom prst="rect">
            <a:avLst/>
          </a:prstGeom>
        </p:spPr>
      </p:pic>
      <p:sp>
        <p:nvSpPr>
          <p:cNvPr id="34" name="Rounded Rectangle 21">
            <a:extLst>
              <a:ext uri="{FF2B5EF4-FFF2-40B4-BE49-F238E27FC236}">
                <a16:creationId xmlns:a16="http://schemas.microsoft.com/office/drawing/2014/main" id="{CFA04961-F14C-4B17-AE6D-C0C16E45D202}"/>
              </a:ext>
            </a:extLst>
          </p:cNvPr>
          <p:cNvSpPr/>
          <p:nvPr userDrawn="1"/>
        </p:nvSpPr>
        <p:spPr bwMode="black">
          <a:xfrm>
            <a:off x="231775" y="4911725"/>
            <a:ext cx="1595438" cy="141161"/>
          </a:xfrm>
          <a:prstGeom prst="roundRect">
            <a:avLst>
              <a:gd name="adj" fmla="val 50000"/>
            </a:avLst>
          </a:prstGeom>
          <a:noFill/>
          <a:ln w="6350"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1218673" rtl="0" eaLnBrk="1" fontAlgn="ctr" latinLnBrk="0" hangingPunct="1">
              <a:lnSpc>
                <a:spcPct val="100000"/>
              </a:lnSpc>
              <a:spcBef>
                <a:spcPct val="0"/>
              </a:spcBef>
              <a:spcAft>
                <a:spcPct val="0"/>
              </a:spcAft>
              <a:buClrTx/>
              <a:buSzTx/>
              <a:buFontTx/>
              <a:buNone/>
              <a:tabLst/>
              <a:defRPr/>
            </a:pPr>
            <a:r>
              <a:rPr kumimoji="1" lang="en-GB" altLang="ja-JP" sz="700" b="0" i="0" u="none" strike="noStrike" kern="1200" cap="none" spc="0" normalizeH="0" baseline="0" noProof="0" dirty="0">
                <a:ln>
                  <a:noFill/>
                </a:ln>
                <a:solidFill>
                  <a:srgbClr val="000000"/>
                </a:solidFill>
                <a:effectLst/>
                <a:uLnTx/>
                <a:uFillTx/>
                <a:latin typeface="Arial"/>
                <a:ea typeface="+mn-ea"/>
                <a:cs typeface="+mn-cs"/>
              </a:rPr>
              <a:t>Fujitsu Restricted - Internal Use Only</a:t>
            </a:r>
            <a:endParaRPr kumimoji="1" lang="en-US" altLang="ja-JP" sz="70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3054322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2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D49D70F-2F49-4E2D-9DA6-96EA64654FE2}"/>
              </a:ext>
            </a:extLst>
          </p:cNvPr>
          <p:cNvSpPr/>
          <p:nvPr userDrawn="1"/>
        </p:nvSpPr>
        <p:spPr>
          <a:xfrm>
            <a:off x="0" y="0"/>
            <a:ext cx="6601333"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GB" dirty="0" err="1">
              <a:solidFill>
                <a:schemeClr val="tx1"/>
              </a:solidFill>
            </a:endParaRPr>
          </a:p>
        </p:txBody>
      </p:sp>
      <p:pic>
        <p:nvPicPr>
          <p:cNvPr id="23" name="図 19">
            <a:extLst>
              <a:ext uri="{FF2B5EF4-FFF2-40B4-BE49-F238E27FC236}">
                <a16:creationId xmlns:a16="http://schemas.microsoft.com/office/drawing/2014/main" id="{E8311253-31B7-4362-ACCF-05BEA7D4254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ltGray">
          <a:xfrm>
            <a:off x="6601333" y="0"/>
            <a:ext cx="2542667" cy="5143499"/>
          </a:xfrm>
          <a:prstGeom prst="rect">
            <a:avLst/>
          </a:prstGeom>
        </p:spPr>
      </p:pic>
      <p:pic>
        <p:nvPicPr>
          <p:cNvPr id="24" name="図 20">
            <a:extLst>
              <a:ext uri="{FF2B5EF4-FFF2-40B4-BE49-F238E27FC236}">
                <a16:creationId xmlns:a16="http://schemas.microsoft.com/office/drawing/2014/main" id="{965EAA02-A69E-4988-B51C-1188C964F09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bwMode="gray">
          <a:xfrm>
            <a:off x="5162716" y="1350838"/>
            <a:ext cx="3142800" cy="2442021"/>
          </a:xfrm>
          <a:prstGeom prst="rect">
            <a:avLst/>
          </a:prstGeom>
        </p:spPr>
      </p:pic>
      <p:sp>
        <p:nvSpPr>
          <p:cNvPr id="7" name="TextBox 17">
            <a:extLst>
              <a:ext uri="{FF2B5EF4-FFF2-40B4-BE49-F238E27FC236}">
                <a16:creationId xmlns:a16="http://schemas.microsoft.com/office/drawing/2014/main" id="{A48EAE0D-F742-4787-AB4C-67158EB9A42B}"/>
              </a:ext>
            </a:extLst>
          </p:cNvPr>
          <p:cNvSpPr txBox="1"/>
          <p:nvPr userDrawn="1"/>
        </p:nvSpPr>
        <p:spPr>
          <a:xfrm>
            <a:off x="7984067" y="4891390"/>
            <a:ext cx="935568" cy="107722"/>
          </a:xfrm>
          <a:prstGeom prst="rect">
            <a:avLst/>
          </a:prstGeom>
          <a:noFill/>
        </p:spPr>
        <p:txBody>
          <a:bodyPr wrap="square" lIns="0" tIns="0" rIns="0" bIns="0" rtlCol="0" anchor="b" anchorCtr="0">
            <a:spAutoFit/>
          </a:bodyPr>
          <a:lstStyle/>
          <a:p>
            <a:pPr marL="0" algn="r" defTabSz="457200" rtl="0" eaLnBrk="1" latinLnBrk="0" hangingPunct="1"/>
            <a:r>
              <a:rPr kumimoji="1" lang="en-GB" sz="700" kern="1200" dirty="0">
                <a:solidFill>
                  <a:schemeClr val="bg1"/>
                </a:solidFill>
                <a:latin typeface="+mn-lt"/>
                <a:ea typeface="+mn-ea"/>
                <a:cs typeface="+mn-cs"/>
              </a:rPr>
              <a:t>© FUJITSU 2021</a:t>
            </a:r>
          </a:p>
        </p:txBody>
      </p:sp>
      <p:sp>
        <p:nvSpPr>
          <p:cNvPr id="8" name="Rounded Rectangle 21">
            <a:extLst>
              <a:ext uri="{FF2B5EF4-FFF2-40B4-BE49-F238E27FC236}">
                <a16:creationId xmlns:a16="http://schemas.microsoft.com/office/drawing/2014/main" id="{00832B23-641D-414F-84E1-124850478808}"/>
              </a:ext>
            </a:extLst>
          </p:cNvPr>
          <p:cNvSpPr/>
          <p:nvPr userDrawn="1"/>
        </p:nvSpPr>
        <p:spPr bwMode="black">
          <a:xfrm>
            <a:off x="231775" y="4911725"/>
            <a:ext cx="1595438" cy="141161"/>
          </a:xfrm>
          <a:prstGeom prst="roundRect">
            <a:avLst>
              <a:gd name="adj" fmla="val 50000"/>
            </a:avLst>
          </a:prstGeom>
          <a:noFill/>
          <a:ln w="6350"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1218673" rtl="0" eaLnBrk="1" fontAlgn="ctr" latinLnBrk="0" hangingPunct="1">
              <a:lnSpc>
                <a:spcPct val="100000"/>
              </a:lnSpc>
              <a:spcBef>
                <a:spcPct val="0"/>
              </a:spcBef>
              <a:spcAft>
                <a:spcPct val="0"/>
              </a:spcAft>
              <a:buClrTx/>
              <a:buSzTx/>
              <a:buFontTx/>
              <a:buNone/>
              <a:tabLst/>
              <a:defRPr/>
            </a:pPr>
            <a:r>
              <a:rPr kumimoji="1" lang="en-GB" altLang="ja-JP" sz="700" b="0" i="0" u="none" strike="noStrike" kern="1200" cap="none" spc="0" normalizeH="0" baseline="0" noProof="0" dirty="0">
                <a:ln>
                  <a:noFill/>
                </a:ln>
                <a:solidFill>
                  <a:srgbClr val="000000"/>
                </a:solidFill>
                <a:effectLst/>
                <a:uLnTx/>
                <a:uFillTx/>
                <a:latin typeface="Arial"/>
                <a:ea typeface="+mn-ea"/>
                <a:cs typeface="+mn-cs"/>
              </a:rPr>
              <a:t>Fujitsu Restricted - Internal Use Only</a:t>
            </a:r>
            <a:endParaRPr kumimoji="1" lang="en-US" altLang="ja-JP" sz="700" b="0" i="0" u="none" strike="noStrike" kern="1200" cap="none" spc="0" normalizeH="0" baseline="0" noProof="0" dirty="0">
              <a:ln>
                <a:noFill/>
              </a:ln>
              <a:solidFill>
                <a:srgbClr val="000000"/>
              </a:solidFill>
              <a:effectLst/>
              <a:uLnTx/>
              <a:uFillTx/>
              <a:latin typeface="Arial"/>
              <a:ea typeface="+mn-ea"/>
              <a:cs typeface="+mn-cs"/>
            </a:endParaRPr>
          </a:p>
        </p:txBody>
      </p:sp>
      <p:sp>
        <p:nvSpPr>
          <p:cNvPr id="11" name="Text Placeholder 10">
            <a:extLst>
              <a:ext uri="{FF2B5EF4-FFF2-40B4-BE49-F238E27FC236}">
                <a16:creationId xmlns:a16="http://schemas.microsoft.com/office/drawing/2014/main" id="{F3BA3734-909E-4036-AC8E-1576506A4DD8}"/>
              </a:ext>
            </a:extLst>
          </p:cNvPr>
          <p:cNvSpPr>
            <a:spLocks noGrp="1"/>
          </p:cNvSpPr>
          <p:nvPr>
            <p:ph type="body" sz="quarter" idx="10" hasCustomPrompt="1"/>
          </p:nvPr>
        </p:nvSpPr>
        <p:spPr>
          <a:xfrm>
            <a:off x="219076" y="1119716"/>
            <a:ext cx="4645024" cy="1454244"/>
          </a:xfrm>
          <a:prstGeom prst="rect">
            <a:avLst/>
          </a:prstGeom>
        </p:spPr>
        <p:txBody>
          <a:bodyPr wrap="square" lIns="0" tIns="0" rIns="0" bIns="0" numCol="1" spcCol="0" anchor="b" anchorCtr="0">
            <a:spAutoFit/>
          </a:bodyPr>
          <a:lstStyle>
            <a:lvl1pPr marL="0" indent="0">
              <a:buNone/>
              <a:defRPr sz="3500" b="1">
                <a:latin typeface="Arial" panose="020B0604020202020204" pitchFamily="34" charset="0"/>
                <a:cs typeface="Arial" panose="020B0604020202020204" pitchFamily="34" charset="0"/>
              </a:defRPr>
            </a:lvl1pPr>
            <a:lvl5pPr marL="1543050" indent="-171450">
              <a:buFont typeface="Arial" panose="020B0604020202020204" pitchFamily="34" charset="0"/>
              <a:buChar char="•"/>
              <a:defRPr/>
            </a:lvl5pPr>
          </a:lstStyle>
          <a:p>
            <a:pPr lvl="0"/>
            <a:r>
              <a:rPr lang="en-US" dirty="0"/>
              <a:t>Presentation headline Presentation headline Presentation headline</a:t>
            </a:r>
          </a:p>
        </p:txBody>
      </p:sp>
      <p:sp>
        <p:nvSpPr>
          <p:cNvPr id="13" name="Text Placeholder 12">
            <a:extLst>
              <a:ext uri="{FF2B5EF4-FFF2-40B4-BE49-F238E27FC236}">
                <a16:creationId xmlns:a16="http://schemas.microsoft.com/office/drawing/2014/main" id="{FECC21CA-F12D-4874-ACBA-CEBBD402B02A}"/>
              </a:ext>
            </a:extLst>
          </p:cNvPr>
          <p:cNvSpPr>
            <a:spLocks noGrp="1"/>
          </p:cNvSpPr>
          <p:nvPr>
            <p:ph type="body" sz="quarter" idx="11" hasCustomPrompt="1"/>
          </p:nvPr>
        </p:nvSpPr>
        <p:spPr>
          <a:xfrm>
            <a:off x="231775" y="3058147"/>
            <a:ext cx="4632325" cy="249299"/>
          </a:xfrm>
          <a:prstGeom prst="rect">
            <a:avLst/>
          </a:prstGeom>
        </p:spPr>
        <p:txBody>
          <a:bodyPr lIns="0" tIns="0" rIns="0" bIns="0">
            <a:spAutoFit/>
          </a:bodyPr>
          <a:lstStyle>
            <a:lvl1pPr marL="0" indent="0">
              <a:buNone/>
              <a:defRPr sz="1800"/>
            </a:lvl1pPr>
            <a:lvl2pPr marL="307975" indent="0">
              <a:buNone/>
              <a:defRPr/>
            </a:lvl2pPr>
            <a:lvl5pPr marL="1543050" indent="-171450">
              <a:buFont typeface="Arial" panose="020B0604020202020204" pitchFamily="34" charset="0"/>
              <a:buChar char="•"/>
              <a:defRPr/>
            </a:lvl5pPr>
          </a:lstStyle>
          <a:p>
            <a:pPr lvl="0"/>
            <a:r>
              <a:rPr lang="en-US" dirty="0"/>
              <a:t>Subheadline and description</a:t>
            </a:r>
          </a:p>
        </p:txBody>
      </p:sp>
      <p:grpSp>
        <p:nvGrpSpPr>
          <p:cNvPr id="14" name="Group 13" descr="Fujitsu">
            <a:extLst>
              <a:ext uri="{FF2B5EF4-FFF2-40B4-BE49-F238E27FC236}">
                <a16:creationId xmlns:a16="http://schemas.microsoft.com/office/drawing/2014/main" id="{7F71AA2D-9C3E-4C7E-B85E-CA30E6D9AB29}"/>
              </a:ext>
            </a:extLst>
          </p:cNvPr>
          <p:cNvGrpSpPr>
            <a:grpSpLocks noChangeAspect="1"/>
          </p:cNvGrpSpPr>
          <p:nvPr userDrawn="1"/>
        </p:nvGrpSpPr>
        <p:grpSpPr>
          <a:xfrm>
            <a:off x="7948615" y="226928"/>
            <a:ext cx="968769" cy="472173"/>
            <a:chOff x="8012114" y="249161"/>
            <a:chExt cx="892174" cy="434841"/>
          </a:xfrm>
        </p:grpSpPr>
        <p:sp>
          <p:nvSpPr>
            <p:cNvPr id="15" name="Freeform 34">
              <a:extLst>
                <a:ext uri="{FF2B5EF4-FFF2-40B4-BE49-F238E27FC236}">
                  <a16:creationId xmlns:a16="http://schemas.microsoft.com/office/drawing/2014/main" id="{380AEC81-1543-47BA-AAAC-DA9C8731273F}"/>
                </a:ext>
              </a:extLst>
            </p:cNvPr>
            <p:cNvSpPr>
              <a:spLocks/>
            </p:cNvSpPr>
            <p:nvPr userDrawn="1"/>
          </p:nvSpPr>
          <p:spPr bwMode="gray">
            <a:xfrm>
              <a:off x="8307389" y="249161"/>
              <a:ext cx="179387" cy="139657"/>
            </a:xfrm>
            <a:custGeom>
              <a:avLst/>
              <a:gdLst>
                <a:gd name="T0" fmla="*/ 961 w 2365"/>
                <a:gd name="T1" fmla="*/ 764 h 1825"/>
                <a:gd name="T2" fmla="*/ 599 w 2365"/>
                <a:gd name="T3" fmla="*/ 642 h 1825"/>
                <a:gd name="T4" fmla="*/ 1 w 2365"/>
                <a:gd name="T5" fmla="*/ 1235 h 1825"/>
                <a:gd name="T6" fmla="*/ 599 w 2365"/>
                <a:gd name="T7" fmla="*/ 1825 h 1825"/>
                <a:gd name="T8" fmla="*/ 1053 w 2365"/>
                <a:gd name="T9" fmla="*/ 1619 h 1825"/>
                <a:gd name="T10" fmla="*/ 1053 w 2365"/>
                <a:gd name="T11" fmla="*/ 1293 h 1825"/>
                <a:gd name="T12" fmla="*/ 771 w 2365"/>
                <a:gd name="T13" fmla="*/ 1568 h 1825"/>
                <a:gd name="T14" fmla="*/ 599 w 2365"/>
                <a:gd name="T15" fmla="*/ 1604 h 1825"/>
                <a:gd name="T16" fmla="*/ 225 w 2365"/>
                <a:gd name="T17" fmla="*/ 1235 h 1825"/>
                <a:gd name="T18" fmla="*/ 599 w 2365"/>
                <a:gd name="T19" fmla="*/ 863 h 1825"/>
                <a:gd name="T20" fmla="*/ 861 w 2365"/>
                <a:gd name="T21" fmla="*/ 972 h 1825"/>
                <a:gd name="T22" fmla="*/ 1093 w 2365"/>
                <a:gd name="T23" fmla="*/ 1239 h 1825"/>
                <a:gd name="T24" fmla="*/ 1630 w 2365"/>
                <a:gd name="T25" fmla="*/ 1473 h 1825"/>
                <a:gd name="T26" fmla="*/ 2365 w 2365"/>
                <a:gd name="T27" fmla="*/ 741 h 1825"/>
                <a:gd name="T28" fmla="*/ 1630 w 2365"/>
                <a:gd name="T29" fmla="*/ 0 h 1825"/>
                <a:gd name="T30" fmla="*/ 1053 w 2365"/>
                <a:gd name="T31" fmla="*/ 295 h 1825"/>
                <a:gd name="T32" fmla="*/ 1053 w 2365"/>
                <a:gd name="T33" fmla="*/ 735 h 1825"/>
                <a:gd name="T34" fmla="*/ 1630 w 2365"/>
                <a:gd name="T35" fmla="*/ 232 h 1825"/>
                <a:gd name="T36" fmla="*/ 2134 w 2365"/>
                <a:gd name="T37" fmla="*/ 741 h 1825"/>
                <a:gd name="T38" fmla="*/ 1630 w 2365"/>
                <a:gd name="T39" fmla="*/ 1245 h 1825"/>
                <a:gd name="T40" fmla="*/ 1303 w 2365"/>
                <a:gd name="T41" fmla="*/ 1125 h 1825"/>
                <a:gd name="T42" fmla="*/ 961 w 2365"/>
                <a:gd name="T43" fmla="*/ 764 h 1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65" h="1825">
                  <a:moveTo>
                    <a:pt x="961" y="764"/>
                  </a:moveTo>
                  <a:cubicBezTo>
                    <a:pt x="875" y="688"/>
                    <a:pt x="736" y="643"/>
                    <a:pt x="599" y="642"/>
                  </a:cubicBezTo>
                  <a:cubicBezTo>
                    <a:pt x="270" y="641"/>
                    <a:pt x="2" y="900"/>
                    <a:pt x="1" y="1235"/>
                  </a:cubicBezTo>
                  <a:cubicBezTo>
                    <a:pt x="0" y="1563"/>
                    <a:pt x="270" y="1824"/>
                    <a:pt x="599" y="1825"/>
                  </a:cubicBezTo>
                  <a:cubicBezTo>
                    <a:pt x="783" y="1825"/>
                    <a:pt x="943" y="1751"/>
                    <a:pt x="1053" y="1619"/>
                  </a:cubicBezTo>
                  <a:cubicBezTo>
                    <a:pt x="1053" y="1293"/>
                    <a:pt x="1053" y="1293"/>
                    <a:pt x="1053" y="1293"/>
                  </a:cubicBezTo>
                  <a:cubicBezTo>
                    <a:pt x="994" y="1394"/>
                    <a:pt x="877" y="1524"/>
                    <a:pt x="771" y="1568"/>
                  </a:cubicBezTo>
                  <a:cubicBezTo>
                    <a:pt x="717" y="1590"/>
                    <a:pt x="662" y="1604"/>
                    <a:pt x="599" y="1604"/>
                  </a:cubicBezTo>
                  <a:cubicBezTo>
                    <a:pt x="394" y="1604"/>
                    <a:pt x="225" y="1445"/>
                    <a:pt x="225" y="1235"/>
                  </a:cubicBezTo>
                  <a:cubicBezTo>
                    <a:pt x="225" y="1041"/>
                    <a:pt x="380" y="862"/>
                    <a:pt x="599" y="863"/>
                  </a:cubicBezTo>
                  <a:cubicBezTo>
                    <a:pt x="701" y="863"/>
                    <a:pt x="793" y="905"/>
                    <a:pt x="861" y="972"/>
                  </a:cubicBezTo>
                  <a:cubicBezTo>
                    <a:pt x="931" y="1040"/>
                    <a:pt x="1041" y="1183"/>
                    <a:pt x="1093" y="1239"/>
                  </a:cubicBezTo>
                  <a:cubicBezTo>
                    <a:pt x="1227" y="1383"/>
                    <a:pt x="1419" y="1473"/>
                    <a:pt x="1630" y="1473"/>
                  </a:cubicBezTo>
                  <a:cubicBezTo>
                    <a:pt x="2036" y="1474"/>
                    <a:pt x="2365" y="1146"/>
                    <a:pt x="2365" y="741"/>
                  </a:cubicBezTo>
                  <a:cubicBezTo>
                    <a:pt x="2365" y="336"/>
                    <a:pt x="2035" y="0"/>
                    <a:pt x="1630" y="0"/>
                  </a:cubicBezTo>
                  <a:cubicBezTo>
                    <a:pt x="1395" y="0"/>
                    <a:pt x="1187" y="122"/>
                    <a:pt x="1053" y="295"/>
                  </a:cubicBezTo>
                  <a:cubicBezTo>
                    <a:pt x="1053" y="735"/>
                    <a:pt x="1053" y="735"/>
                    <a:pt x="1053" y="735"/>
                  </a:cubicBezTo>
                  <a:cubicBezTo>
                    <a:pt x="1155" y="455"/>
                    <a:pt x="1340" y="232"/>
                    <a:pt x="1630" y="232"/>
                  </a:cubicBezTo>
                  <a:cubicBezTo>
                    <a:pt x="1909" y="232"/>
                    <a:pt x="2135" y="463"/>
                    <a:pt x="2134" y="741"/>
                  </a:cubicBezTo>
                  <a:cubicBezTo>
                    <a:pt x="2134" y="1020"/>
                    <a:pt x="1909" y="1246"/>
                    <a:pt x="1630" y="1245"/>
                  </a:cubicBezTo>
                  <a:cubicBezTo>
                    <a:pt x="1506" y="1244"/>
                    <a:pt x="1391" y="1199"/>
                    <a:pt x="1303" y="1125"/>
                  </a:cubicBezTo>
                  <a:cubicBezTo>
                    <a:pt x="1194" y="1040"/>
                    <a:pt x="1074" y="860"/>
                    <a:pt x="961" y="76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6" name="Freeform 35">
              <a:extLst>
                <a:ext uri="{FF2B5EF4-FFF2-40B4-BE49-F238E27FC236}">
                  <a16:creationId xmlns:a16="http://schemas.microsoft.com/office/drawing/2014/main" id="{73D39904-8561-48A1-8410-0016C94071B8}"/>
                </a:ext>
              </a:extLst>
            </p:cNvPr>
            <p:cNvSpPr>
              <a:spLocks/>
            </p:cNvSpPr>
            <p:nvPr userDrawn="1"/>
          </p:nvSpPr>
          <p:spPr bwMode="gray">
            <a:xfrm>
              <a:off x="8012114" y="401514"/>
              <a:ext cx="123825" cy="201551"/>
            </a:xfrm>
            <a:custGeom>
              <a:avLst/>
              <a:gdLst>
                <a:gd name="T0" fmla="*/ 0 w 1624"/>
                <a:gd name="T1" fmla="*/ 0 h 2651"/>
                <a:gd name="T2" fmla="*/ 1624 w 1624"/>
                <a:gd name="T3" fmla="*/ 0 h 2651"/>
                <a:gd name="T4" fmla="*/ 1624 w 1624"/>
                <a:gd name="T5" fmla="*/ 452 h 2651"/>
                <a:gd name="T6" fmla="*/ 1365 w 1624"/>
                <a:gd name="T7" fmla="*/ 273 h 2651"/>
                <a:gd name="T8" fmla="*/ 613 w 1624"/>
                <a:gd name="T9" fmla="*/ 273 h 2651"/>
                <a:gd name="T10" fmla="*/ 613 w 1624"/>
                <a:gd name="T11" fmla="*/ 1053 h 2651"/>
                <a:gd name="T12" fmla="*/ 1428 w 1624"/>
                <a:gd name="T13" fmla="*/ 1053 h 2651"/>
                <a:gd name="T14" fmla="*/ 1428 w 1624"/>
                <a:gd name="T15" fmla="*/ 1467 h 2651"/>
                <a:gd name="T16" fmla="*/ 1205 w 1624"/>
                <a:gd name="T17" fmla="*/ 1335 h 2651"/>
                <a:gd name="T18" fmla="*/ 613 w 1624"/>
                <a:gd name="T19" fmla="*/ 1335 h 2651"/>
                <a:gd name="T20" fmla="*/ 613 w 1624"/>
                <a:gd name="T21" fmla="*/ 2401 h 2651"/>
                <a:gd name="T22" fmla="*/ 784 w 1624"/>
                <a:gd name="T23" fmla="*/ 2651 h 2651"/>
                <a:gd name="T24" fmla="*/ 11 w 1624"/>
                <a:gd name="T25" fmla="*/ 2651 h 2651"/>
                <a:gd name="T26" fmla="*/ 173 w 1624"/>
                <a:gd name="T27" fmla="*/ 2401 h 2651"/>
                <a:gd name="T28" fmla="*/ 173 w 1624"/>
                <a:gd name="T29" fmla="*/ 278 h 2651"/>
                <a:gd name="T30" fmla="*/ 0 w 1624"/>
                <a:gd name="T31"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24" h="2651">
                  <a:moveTo>
                    <a:pt x="0" y="0"/>
                  </a:moveTo>
                  <a:cubicBezTo>
                    <a:pt x="1624" y="0"/>
                    <a:pt x="1624" y="0"/>
                    <a:pt x="1624" y="0"/>
                  </a:cubicBezTo>
                  <a:cubicBezTo>
                    <a:pt x="1624" y="452"/>
                    <a:pt x="1624" y="452"/>
                    <a:pt x="1624" y="452"/>
                  </a:cubicBezTo>
                  <a:cubicBezTo>
                    <a:pt x="1624" y="452"/>
                    <a:pt x="1540" y="274"/>
                    <a:pt x="1365" y="273"/>
                  </a:cubicBezTo>
                  <a:cubicBezTo>
                    <a:pt x="613" y="273"/>
                    <a:pt x="613" y="273"/>
                    <a:pt x="613" y="273"/>
                  </a:cubicBezTo>
                  <a:cubicBezTo>
                    <a:pt x="613" y="1053"/>
                    <a:pt x="613" y="1053"/>
                    <a:pt x="613" y="1053"/>
                  </a:cubicBezTo>
                  <a:cubicBezTo>
                    <a:pt x="1428" y="1053"/>
                    <a:pt x="1428" y="1053"/>
                    <a:pt x="1428" y="1053"/>
                  </a:cubicBezTo>
                  <a:cubicBezTo>
                    <a:pt x="1428" y="1467"/>
                    <a:pt x="1428" y="1467"/>
                    <a:pt x="1428" y="1467"/>
                  </a:cubicBezTo>
                  <a:cubicBezTo>
                    <a:pt x="1428" y="1467"/>
                    <a:pt x="1402" y="1335"/>
                    <a:pt x="1205" y="1335"/>
                  </a:cubicBezTo>
                  <a:cubicBezTo>
                    <a:pt x="613" y="1335"/>
                    <a:pt x="613" y="1335"/>
                    <a:pt x="613" y="1335"/>
                  </a:cubicBezTo>
                  <a:cubicBezTo>
                    <a:pt x="613" y="2401"/>
                    <a:pt x="613" y="2401"/>
                    <a:pt x="613" y="2401"/>
                  </a:cubicBezTo>
                  <a:cubicBezTo>
                    <a:pt x="613" y="2558"/>
                    <a:pt x="784" y="2651"/>
                    <a:pt x="784" y="2651"/>
                  </a:cubicBezTo>
                  <a:cubicBezTo>
                    <a:pt x="11" y="2651"/>
                    <a:pt x="11" y="2651"/>
                    <a:pt x="11" y="2651"/>
                  </a:cubicBezTo>
                  <a:cubicBezTo>
                    <a:pt x="11" y="2651"/>
                    <a:pt x="173" y="2569"/>
                    <a:pt x="173" y="2401"/>
                  </a:cubicBezTo>
                  <a:cubicBezTo>
                    <a:pt x="173" y="278"/>
                    <a:pt x="173" y="278"/>
                    <a:pt x="173" y="278"/>
                  </a:cubicBezTo>
                  <a:cubicBezTo>
                    <a:pt x="173" y="9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7" name="Freeform 36">
              <a:extLst>
                <a:ext uri="{FF2B5EF4-FFF2-40B4-BE49-F238E27FC236}">
                  <a16:creationId xmlns:a16="http://schemas.microsoft.com/office/drawing/2014/main" id="{B496E634-8841-45FC-8EBD-7E4DD907E45B}"/>
                </a:ext>
              </a:extLst>
            </p:cNvPr>
            <p:cNvSpPr>
              <a:spLocks/>
            </p:cNvSpPr>
            <p:nvPr userDrawn="1"/>
          </p:nvSpPr>
          <p:spPr bwMode="gray">
            <a:xfrm>
              <a:off x="8305801" y="401514"/>
              <a:ext cx="80962" cy="282488"/>
            </a:xfrm>
            <a:custGeom>
              <a:avLst/>
              <a:gdLst>
                <a:gd name="T0" fmla="*/ 246 w 1072"/>
                <a:gd name="T1" fmla="*/ 0 h 3696"/>
                <a:gd name="T2" fmla="*/ 1072 w 1072"/>
                <a:gd name="T3" fmla="*/ 0 h 3696"/>
                <a:gd name="T4" fmla="*/ 887 w 1072"/>
                <a:gd name="T5" fmla="*/ 230 h 3696"/>
                <a:gd name="T6" fmla="*/ 887 w 1072"/>
                <a:gd name="T7" fmla="*/ 2717 h 3696"/>
                <a:gd name="T8" fmla="*/ 0 w 1072"/>
                <a:gd name="T9" fmla="*/ 3693 h 3696"/>
                <a:gd name="T10" fmla="*/ 423 w 1072"/>
                <a:gd name="T11" fmla="*/ 2717 h 3696"/>
                <a:gd name="T12" fmla="*/ 423 w 1072"/>
                <a:gd name="T13" fmla="*/ 230 h 3696"/>
                <a:gd name="T14" fmla="*/ 246 w 1072"/>
                <a:gd name="T15" fmla="*/ 0 h 36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2" h="3696">
                  <a:moveTo>
                    <a:pt x="246" y="0"/>
                  </a:moveTo>
                  <a:cubicBezTo>
                    <a:pt x="1072" y="0"/>
                    <a:pt x="1072" y="0"/>
                    <a:pt x="1072" y="0"/>
                  </a:cubicBezTo>
                  <a:cubicBezTo>
                    <a:pt x="1072" y="0"/>
                    <a:pt x="887" y="87"/>
                    <a:pt x="887" y="230"/>
                  </a:cubicBezTo>
                  <a:cubicBezTo>
                    <a:pt x="887" y="2717"/>
                    <a:pt x="887" y="2717"/>
                    <a:pt x="887" y="2717"/>
                  </a:cubicBezTo>
                  <a:cubicBezTo>
                    <a:pt x="887" y="3558"/>
                    <a:pt x="44" y="3696"/>
                    <a:pt x="0" y="3693"/>
                  </a:cubicBezTo>
                  <a:cubicBezTo>
                    <a:pt x="72" y="3647"/>
                    <a:pt x="422" y="3349"/>
                    <a:pt x="423" y="2717"/>
                  </a:cubicBezTo>
                  <a:cubicBezTo>
                    <a:pt x="423" y="230"/>
                    <a:pt x="423" y="230"/>
                    <a:pt x="423" y="230"/>
                  </a:cubicBezTo>
                  <a:cubicBezTo>
                    <a:pt x="424" y="96"/>
                    <a:pt x="246" y="0"/>
                    <a:pt x="24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8" name="Freeform 37">
              <a:extLst>
                <a:ext uri="{FF2B5EF4-FFF2-40B4-BE49-F238E27FC236}">
                  <a16:creationId xmlns:a16="http://schemas.microsoft.com/office/drawing/2014/main" id="{8CFC6E5D-D468-4FA4-86CF-D74794D2316B}"/>
                </a:ext>
              </a:extLst>
            </p:cNvPr>
            <p:cNvSpPr>
              <a:spLocks/>
            </p:cNvSpPr>
            <p:nvPr userDrawn="1"/>
          </p:nvSpPr>
          <p:spPr bwMode="gray">
            <a:xfrm>
              <a:off x="8396289" y="401514"/>
              <a:ext cx="63500" cy="201551"/>
            </a:xfrm>
            <a:custGeom>
              <a:avLst/>
              <a:gdLst>
                <a:gd name="T0" fmla="*/ 0 w 828"/>
                <a:gd name="T1" fmla="*/ 0 h 2653"/>
                <a:gd name="T2" fmla="*/ 828 w 828"/>
                <a:gd name="T3" fmla="*/ 0 h 2653"/>
                <a:gd name="T4" fmla="*/ 645 w 828"/>
                <a:gd name="T5" fmla="*/ 235 h 2653"/>
                <a:gd name="T6" fmla="*/ 645 w 828"/>
                <a:gd name="T7" fmla="*/ 2401 h 2653"/>
                <a:gd name="T8" fmla="*/ 828 w 828"/>
                <a:gd name="T9" fmla="*/ 2653 h 2653"/>
                <a:gd name="T10" fmla="*/ 0 w 828"/>
                <a:gd name="T11" fmla="*/ 2653 h 2653"/>
                <a:gd name="T12" fmla="*/ 184 w 828"/>
                <a:gd name="T13" fmla="*/ 2401 h 2653"/>
                <a:gd name="T14" fmla="*/ 184 w 828"/>
                <a:gd name="T15" fmla="*/ 235 h 2653"/>
                <a:gd name="T16" fmla="*/ 0 w 828"/>
                <a:gd name="T17" fmla="*/ 0 h 2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2653">
                  <a:moveTo>
                    <a:pt x="0" y="0"/>
                  </a:moveTo>
                  <a:cubicBezTo>
                    <a:pt x="828" y="0"/>
                    <a:pt x="828" y="0"/>
                    <a:pt x="828" y="0"/>
                  </a:cubicBezTo>
                  <a:cubicBezTo>
                    <a:pt x="828" y="0"/>
                    <a:pt x="645" y="89"/>
                    <a:pt x="645" y="235"/>
                  </a:cubicBezTo>
                  <a:cubicBezTo>
                    <a:pt x="645" y="2401"/>
                    <a:pt x="645" y="2401"/>
                    <a:pt x="645" y="2401"/>
                  </a:cubicBezTo>
                  <a:cubicBezTo>
                    <a:pt x="645" y="2556"/>
                    <a:pt x="828" y="2653"/>
                    <a:pt x="828" y="2653"/>
                  </a:cubicBezTo>
                  <a:cubicBezTo>
                    <a:pt x="0" y="2653"/>
                    <a:pt x="0" y="2653"/>
                    <a:pt x="0" y="2653"/>
                  </a:cubicBezTo>
                  <a:cubicBezTo>
                    <a:pt x="0" y="2653"/>
                    <a:pt x="184" y="2557"/>
                    <a:pt x="184" y="2401"/>
                  </a:cubicBezTo>
                  <a:cubicBezTo>
                    <a:pt x="184" y="235"/>
                    <a:pt x="184" y="235"/>
                    <a:pt x="184" y="235"/>
                  </a:cubicBezTo>
                  <a:cubicBezTo>
                    <a:pt x="184" y="8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9" name="Freeform 38">
              <a:extLst>
                <a:ext uri="{FF2B5EF4-FFF2-40B4-BE49-F238E27FC236}">
                  <a16:creationId xmlns:a16="http://schemas.microsoft.com/office/drawing/2014/main" id="{6086F808-7E1A-4F83-95B3-FAA6348F1C62}"/>
                </a:ext>
              </a:extLst>
            </p:cNvPr>
            <p:cNvSpPr>
              <a:spLocks/>
            </p:cNvSpPr>
            <p:nvPr userDrawn="1"/>
          </p:nvSpPr>
          <p:spPr bwMode="gray">
            <a:xfrm>
              <a:off x="8459789" y="401514"/>
              <a:ext cx="150812" cy="201551"/>
            </a:xfrm>
            <a:custGeom>
              <a:avLst/>
              <a:gdLst>
                <a:gd name="T0" fmla="*/ 161 w 1984"/>
                <a:gd name="T1" fmla="*/ 0 h 2651"/>
                <a:gd name="T2" fmla="*/ 1984 w 1984"/>
                <a:gd name="T3" fmla="*/ 0 h 2651"/>
                <a:gd name="T4" fmla="*/ 1829 w 1984"/>
                <a:gd name="T5" fmla="*/ 482 h 2651"/>
                <a:gd name="T6" fmla="*/ 1607 w 1984"/>
                <a:gd name="T7" fmla="*/ 279 h 2651"/>
                <a:gd name="T8" fmla="*/ 1229 w 1984"/>
                <a:gd name="T9" fmla="*/ 279 h 2651"/>
                <a:gd name="T10" fmla="*/ 1229 w 1984"/>
                <a:gd name="T11" fmla="*/ 2401 h 2651"/>
                <a:gd name="T12" fmla="*/ 1407 w 1984"/>
                <a:gd name="T13" fmla="*/ 2651 h 2651"/>
                <a:gd name="T14" fmla="*/ 595 w 1984"/>
                <a:gd name="T15" fmla="*/ 2651 h 2651"/>
                <a:gd name="T16" fmla="*/ 771 w 1984"/>
                <a:gd name="T17" fmla="*/ 2401 h 2651"/>
                <a:gd name="T18" fmla="*/ 771 w 1984"/>
                <a:gd name="T19" fmla="*/ 279 h 2651"/>
                <a:gd name="T20" fmla="*/ 315 w 1984"/>
                <a:gd name="T21" fmla="*/ 279 h 2651"/>
                <a:gd name="T22" fmla="*/ 0 w 1984"/>
                <a:gd name="T23" fmla="*/ 522 h 2651"/>
                <a:gd name="T24" fmla="*/ 161 w 1984"/>
                <a:gd name="T25"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4" h="2651">
                  <a:moveTo>
                    <a:pt x="161" y="0"/>
                  </a:moveTo>
                  <a:cubicBezTo>
                    <a:pt x="1984" y="0"/>
                    <a:pt x="1984" y="0"/>
                    <a:pt x="1984" y="0"/>
                  </a:cubicBezTo>
                  <a:cubicBezTo>
                    <a:pt x="1829" y="482"/>
                    <a:pt x="1829" y="482"/>
                    <a:pt x="1829" y="482"/>
                  </a:cubicBezTo>
                  <a:cubicBezTo>
                    <a:pt x="1829" y="482"/>
                    <a:pt x="1783" y="279"/>
                    <a:pt x="1607" y="279"/>
                  </a:cubicBezTo>
                  <a:cubicBezTo>
                    <a:pt x="1229" y="279"/>
                    <a:pt x="1229" y="279"/>
                    <a:pt x="1229" y="279"/>
                  </a:cubicBezTo>
                  <a:cubicBezTo>
                    <a:pt x="1229" y="2401"/>
                    <a:pt x="1229" y="2401"/>
                    <a:pt x="1229" y="2401"/>
                  </a:cubicBezTo>
                  <a:cubicBezTo>
                    <a:pt x="1229" y="2535"/>
                    <a:pt x="1407" y="2651"/>
                    <a:pt x="1407" y="2651"/>
                  </a:cubicBezTo>
                  <a:cubicBezTo>
                    <a:pt x="595" y="2651"/>
                    <a:pt x="595" y="2651"/>
                    <a:pt x="595" y="2651"/>
                  </a:cubicBezTo>
                  <a:cubicBezTo>
                    <a:pt x="595" y="2651"/>
                    <a:pt x="771" y="2547"/>
                    <a:pt x="771" y="2401"/>
                  </a:cubicBezTo>
                  <a:cubicBezTo>
                    <a:pt x="771" y="279"/>
                    <a:pt x="771" y="279"/>
                    <a:pt x="771" y="279"/>
                  </a:cubicBezTo>
                  <a:cubicBezTo>
                    <a:pt x="315" y="279"/>
                    <a:pt x="315" y="279"/>
                    <a:pt x="315" y="279"/>
                  </a:cubicBezTo>
                  <a:cubicBezTo>
                    <a:pt x="185" y="280"/>
                    <a:pt x="0" y="522"/>
                    <a:pt x="0" y="522"/>
                  </a:cubicBezTo>
                  <a:lnTo>
                    <a:pt x="16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0" name="Freeform 39">
              <a:extLst>
                <a:ext uri="{FF2B5EF4-FFF2-40B4-BE49-F238E27FC236}">
                  <a16:creationId xmlns:a16="http://schemas.microsoft.com/office/drawing/2014/main" id="{7E66457B-8F67-4219-BE87-101A16D7FCBB}"/>
                </a:ext>
              </a:extLst>
            </p:cNvPr>
            <p:cNvSpPr>
              <a:spLocks/>
            </p:cNvSpPr>
            <p:nvPr userDrawn="1"/>
          </p:nvSpPr>
          <p:spPr bwMode="gray">
            <a:xfrm>
              <a:off x="8734426" y="401514"/>
              <a:ext cx="169862" cy="204725"/>
            </a:xfrm>
            <a:custGeom>
              <a:avLst/>
              <a:gdLst>
                <a:gd name="T0" fmla="*/ 1420 w 2219"/>
                <a:gd name="T1" fmla="*/ 0 h 2693"/>
                <a:gd name="T2" fmla="*/ 2219 w 2219"/>
                <a:gd name="T3" fmla="*/ 0 h 2693"/>
                <a:gd name="T4" fmla="*/ 2048 w 2219"/>
                <a:gd name="T5" fmla="*/ 234 h 2693"/>
                <a:gd name="T6" fmla="*/ 2048 w 2219"/>
                <a:gd name="T7" fmla="*/ 1840 h 2693"/>
                <a:gd name="T8" fmla="*/ 1131 w 2219"/>
                <a:gd name="T9" fmla="*/ 2693 h 2693"/>
                <a:gd name="T10" fmla="*/ 176 w 2219"/>
                <a:gd name="T11" fmla="*/ 1840 h 2693"/>
                <a:gd name="T12" fmla="*/ 176 w 2219"/>
                <a:gd name="T13" fmla="*/ 234 h 2693"/>
                <a:gd name="T14" fmla="*/ 0 w 2219"/>
                <a:gd name="T15" fmla="*/ 0 h 2693"/>
                <a:gd name="T16" fmla="*/ 821 w 2219"/>
                <a:gd name="T17" fmla="*/ 0 h 2693"/>
                <a:gd name="T18" fmla="*/ 638 w 2219"/>
                <a:gd name="T19" fmla="*/ 234 h 2693"/>
                <a:gd name="T20" fmla="*/ 638 w 2219"/>
                <a:gd name="T21" fmla="*/ 1840 h 2693"/>
                <a:gd name="T22" fmla="*/ 1131 w 2219"/>
                <a:gd name="T23" fmla="*/ 2406 h 2693"/>
                <a:gd name="T24" fmla="*/ 1601 w 2219"/>
                <a:gd name="T25" fmla="*/ 1840 h 2693"/>
                <a:gd name="T26" fmla="*/ 1601 w 2219"/>
                <a:gd name="T27" fmla="*/ 234 h 2693"/>
                <a:gd name="T28" fmla="*/ 1420 w 2219"/>
                <a:gd name="T29" fmla="*/ 0 h 2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19" h="2693">
                  <a:moveTo>
                    <a:pt x="1420" y="0"/>
                  </a:moveTo>
                  <a:cubicBezTo>
                    <a:pt x="2219" y="0"/>
                    <a:pt x="2219" y="0"/>
                    <a:pt x="2219" y="0"/>
                  </a:cubicBezTo>
                  <a:cubicBezTo>
                    <a:pt x="2219" y="0"/>
                    <a:pt x="2048" y="91"/>
                    <a:pt x="2048" y="234"/>
                  </a:cubicBezTo>
                  <a:cubicBezTo>
                    <a:pt x="2048" y="1840"/>
                    <a:pt x="2048" y="1840"/>
                    <a:pt x="2048" y="1840"/>
                  </a:cubicBezTo>
                  <a:cubicBezTo>
                    <a:pt x="2047" y="2492"/>
                    <a:pt x="1506" y="2693"/>
                    <a:pt x="1131" y="2693"/>
                  </a:cubicBezTo>
                  <a:cubicBezTo>
                    <a:pt x="759" y="2693"/>
                    <a:pt x="175" y="2490"/>
                    <a:pt x="176" y="1840"/>
                  </a:cubicBezTo>
                  <a:cubicBezTo>
                    <a:pt x="176" y="234"/>
                    <a:pt x="176" y="234"/>
                    <a:pt x="176" y="234"/>
                  </a:cubicBezTo>
                  <a:cubicBezTo>
                    <a:pt x="176" y="91"/>
                    <a:pt x="0" y="0"/>
                    <a:pt x="0" y="0"/>
                  </a:cubicBezTo>
                  <a:cubicBezTo>
                    <a:pt x="821" y="0"/>
                    <a:pt x="821" y="0"/>
                    <a:pt x="821" y="0"/>
                  </a:cubicBezTo>
                  <a:cubicBezTo>
                    <a:pt x="821" y="0"/>
                    <a:pt x="638" y="88"/>
                    <a:pt x="638" y="234"/>
                  </a:cubicBezTo>
                  <a:cubicBezTo>
                    <a:pt x="638" y="1840"/>
                    <a:pt x="638" y="1840"/>
                    <a:pt x="638" y="1840"/>
                  </a:cubicBezTo>
                  <a:cubicBezTo>
                    <a:pt x="638" y="2182"/>
                    <a:pt x="865" y="2406"/>
                    <a:pt x="1131" y="2406"/>
                  </a:cubicBezTo>
                  <a:cubicBezTo>
                    <a:pt x="1397" y="2406"/>
                    <a:pt x="1600" y="2173"/>
                    <a:pt x="1601" y="1840"/>
                  </a:cubicBezTo>
                  <a:cubicBezTo>
                    <a:pt x="1601" y="234"/>
                    <a:pt x="1601" y="234"/>
                    <a:pt x="1601" y="234"/>
                  </a:cubicBezTo>
                  <a:cubicBezTo>
                    <a:pt x="1601" y="91"/>
                    <a:pt x="1420" y="0"/>
                    <a:pt x="1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1" name="Freeform 40">
              <a:extLst>
                <a:ext uri="{FF2B5EF4-FFF2-40B4-BE49-F238E27FC236}">
                  <a16:creationId xmlns:a16="http://schemas.microsoft.com/office/drawing/2014/main" id="{19BF96C5-0296-4403-B242-A6CF19644F11}"/>
                </a:ext>
              </a:extLst>
            </p:cNvPr>
            <p:cNvSpPr>
              <a:spLocks/>
            </p:cNvSpPr>
            <p:nvPr userDrawn="1"/>
          </p:nvSpPr>
          <p:spPr bwMode="gray">
            <a:xfrm>
              <a:off x="8142289" y="401514"/>
              <a:ext cx="169862" cy="206312"/>
            </a:xfrm>
            <a:custGeom>
              <a:avLst/>
              <a:gdLst>
                <a:gd name="T0" fmla="*/ 1427 w 2240"/>
                <a:gd name="T1" fmla="*/ 0 h 2700"/>
                <a:gd name="T2" fmla="*/ 2240 w 2240"/>
                <a:gd name="T3" fmla="*/ 0 h 2700"/>
                <a:gd name="T4" fmla="*/ 2068 w 2240"/>
                <a:gd name="T5" fmla="*/ 237 h 2700"/>
                <a:gd name="T6" fmla="*/ 2067 w 2240"/>
                <a:gd name="T7" fmla="*/ 1838 h 2700"/>
                <a:gd name="T8" fmla="*/ 1122 w 2240"/>
                <a:gd name="T9" fmla="*/ 2700 h 2700"/>
                <a:gd name="T10" fmla="*/ 166 w 2240"/>
                <a:gd name="T11" fmla="*/ 1838 h 2700"/>
                <a:gd name="T12" fmla="*/ 166 w 2240"/>
                <a:gd name="T13" fmla="*/ 237 h 2700"/>
                <a:gd name="T14" fmla="*/ 0 w 2240"/>
                <a:gd name="T15" fmla="*/ 0 h 2700"/>
                <a:gd name="T16" fmla="*/ 821 w 2240"/>
                <a:gd name="T17" fmla="*/ 0 h 2700"/>
                <a:gd name="T18" fmla="*/ 631 w 2240"/>
                <a:gd name="T19" fmla="*/ 237 h 2700"/>
                <a:gd name="T20" fmla="*/ 630 w 2240"/>
                <a:gd name="T21" fmla="*/ 1838 h 2700"/>
                <a:gd name="T22" fmla="*/ 1122 w 2240"/>
                <a:gd name="T23" fmla="*/ 2413 h 2700"/>
                <a:gd name="T24" fmla="*/ 1602 w 2240"/>
                <a:gd name="T25" fmla="*/ 1838 h 2700"/>
                <a:gd name="T26" fmla="*/ 1603 w 2240"/>
                <a:gd name="T27" fmla="*/ 237 h 2700"/>
                <a:gd name="T28" fmla="*/ 1427 w 2240"/>
                <a:gd name="T29" fmla="*/ 0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0" h="2700">
                  <a:moveTo>
                    <a:pt x="1427" y="0"/>
                  </a:moveTo>
                  <a:cubicBezTo>
                    <a:pt x="2240" y="0"/>
                    <a:pt x="2240" y="0"/>
                    <a:pt x="2240" y="0"/>
                  </a:cubicBezTo>
                  <a:cubicBezTo>
                    <a:pt x="2240" y="0"/>
                    <a:pt x="2068" y="95"/>
                    <a:pt x="2068" y="237"/>
                  </a:cubicBezTo>
                  <a:cubicBezTo>
                    <a:pt x="2068" y="238"/>
                    <a:pt x="2067" y="1838"/>
                    <a:pt x="2067" y="1838"/>
                  </a:cubicBezTo>
                  <a:cubicBezTo>
                    <a:pt x="2067" y="2494"/>
                    <a:pt x="1501" y="2700"/>
                    <a:pt x="1122" y="2700"/>
                  </a:cubicBezTo>
                  <a:cubicBezTo>
                    <a:pt x="750" y="2700"/>
                    <a:pt x="166" y="2491"/>
                    <a:pt x="166" y="1838"/>
                  </a:cubicBezTo>
                  <a:cubicBezTo>
                    <a:pt x="166" y="237"/>
                    <a:pt x="166" y="237"/>
                    <a:pt x="166" y="237"/>
                  </a:cubicBezTo>
                  <a:cubicBezTo>
                    <a:pt x="166" y="94"/>
                    <a:pt x="0" y="0"/>
                    <a:pt x="0" y="0"/>
                  </a:cubicBezTo>
                  <a:cubicBezTo>
                    <a:pt x="821" y="0"/>
                    <a:pt x="821" y="0"/>
                    <a:pt x="821" y="0"/>
                  </a:cubicBezTo>
                  <a:cubicBezTo>
                    <a:pt x="821" y="0"/>
                    <a:pt x="631" y="94"/>
                    <a:pt x="631" y="237"/>
                  </a:cubicBezTo>
                  <a:cubicBezTo>
                    <a:pt x="630" y="1838"/>
                    <a:pt x="630" y="1838"/>
                    <a:pt x="630" y="1838"/>
                  </a:cubicBezTo>
                  <a:cubicBezTo>
                    <a:pt x="630" y="2178"/>
                    <a:pt x="856" y="2412"/>
                    <a:pt x="1122" y="2413"/>
                  </a:cubicBezTo>
                  <a:cubicBezTo>
                    <a:pt x="1388" y="2414"/>
                    <a:pt x="1602" y="2174"/>
                    <a:pt x="1602" y="1838"/>
                  </a:cubicBezTo>
                  <a:cubicBezTo>
                    <a:pt x="1603" y="237"/>
                    <a:pt x="1603" y="237"/>
                    <a:pt x="1603" y="237"/>
                  </a:cubicBezTo>
                  <a:cubicBezTo>
                    <a:pt x="1603" y="94"/>
                    <a:pt x="1427" y="0"/>
                    <a:pt x="142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2" name="Freeform 41">
              <a:extLst>
                <a:ext uri="{FF2B5EF4-FFF2-40B4-BE49-F238E27FC236}">
                  <a16:creationId xmlns:a16="http://schemas.microsoft.com/office/drawing/2014/main" id="{D34F3219-DFD9-4479-84E6-8E988B1DF744}"/>
                </a:ext>
              </a:extLst>
            </p:cNvPr>
            <p:cNvSpPr>
              <a:spLocks/>
            </p:cNvSpPr>
            <p:nvPr userDrawn="1"/>
          </p:nvSpPr>
          <p:spPr bwMode="gray">
            <a:xfrm>
              <a:off x="8604251" y="396753"/>
              <a:ext cx="130175" cy="211073"/>
            </a:xfrm>
            <a:custGeom>
              <a:avLst/>
              <a:gdLst>
                <a:gd name="T0" fmla="*/ 1467 w 1707"/>
                <a:gd name="T1" fmla="*/ 479 h 2755"/>
                <a:gd name="T2" fmla="*/ 1019 w 1707"/>
                <a:gd name="T3" fmla="*/ 276 h 2755"/>
                <a:gd name="T4" fmla="*/ 504 w 1707"/>
                <a:gd name="T5" fmla="*/ 677 h 2755"/>
                <a:gd name="T6" fmla="*/ 995 w 1707"/>
                <a:gd name="T7" fmla="*/ 1174 h 2755"/>
                <a:gd name="T8" fmla="*/ 1705 w 1707"/>
                <a:gd name="T9" fmla="*/ 1974 h 2755"/>
                <a:gd name="T10" fmla="*/ 651 w 1707"/>
                <a:gd name="T11" fmla="*/ 2755 h 2755"/>
                <a:gd name="T12" fmla="*/ 155 w 1707"/>
                <a:gd name="T13" fmla="*/ 2686 h 2755"/>
                <a:gd name="T14" fmla="*/ 0 w 1707"/>
                <a:gd name="T15" fmla="*/ 2177 h 2755"/>
                <a:gd name="T16" fmla="*/ 658 w 1707"/>
                <a:gd name="T17" fmla="*/ 2466 h 2755"/>
                <a:gd name="T18" fmla="*/ 1252 w 1707"/>
                <a:gd name="T19" fmla="*/ 2030 h 2755"/>
                <a:gd name="T20" fmla="*/ 46 w 1707"/>
                <a:gd name="T21" fmla="*/ 731 h 2755"/>
                <a:gd name="T22" fmla="*/ 973 w 1707"/>
                <a:gd name="T23" fmla="*/ 0 h 2755"/>
                <a:gd name="T24" fmla="*/ 1467 w 1707"/>
                <a:gd name="T25" fmla="*/ 69 h 2755"/>
                <a:gd name="T26" fmla="*/ 1467 w 1707"/>
                <a:gd name="T27" fmla="*/ 479 h 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7" h="2755">
                  <a:moveTo>
                    <a:pt x="1467" y="479"/>
                  </a:moveTo>
                  <a:cubicBezTo>
                    <a:pt x="1467" y="479"/>
                    <a:pt x="1352" y="277"/>
                    <a:pt x="1019" y="276"/>
                  </a:cubicBezTo>
                  <a:cubicBezTo>
                    <a:pt x="686" y="275"/>
                    <a:pt x="505" y="450"/>
                    <a:pt x="504" y="677"/>
                  </a:cubicBezTo>
                  <a:cubicBezTo>
                    <a:pt x="503" y="934"/>
                    <a:pt x="696" y="1031"/>
                    <a:pt x="995" y="1174"/>
                  </a:cubicBezTo>
                  <a:cubicBezTo>
                    <a:pt x="1279" y="1311"/>
                    <a:pt x="1707" y="1499"/>
                    <a:pt x="1705" y="1974"/>
                  </a:cubicBezTo>
                  <a:cubicBezTo>
                    <a:pt x="1704" y="2399"/>
                    <a:pt x="1327" y="2755"/>
                    <a:pt x="651" y="2755"/>
                  </a:cubicBezTo>
                  <a:cubicBezTo>
                    <a:pt x="442" y="2754"/>
                    <a:pt x="155" y="2686"/>
                    <a:pt x="155" y="2686"/>
                  </a:cubicBezTo>
                  <a:cubicBezTo>
                    <a:pt x="0" y="2177"/>
                    <a:pt x="0" y="2177"/>
                    <a:pt x="0" y="2177"/>
                  </a:cubicBezTo>
                  <a:cubicBezTo>
                    <a:pt x="143" y="2316"/>
                    <a:pt x="397" y="2466"/>
                    <a:pt x="658" y="2466"/>
                  </a:cubicBezTo>
                  <a:cubicBezTo>
                    <a:pt x="929" y="2466"/>
                    <a:pt x="1252" y="2298"/>
                    <a:pt x="1252" y="2030"/>
                  </a:cubicBezTo>
                  <a:cubicBezTo>
                    <a:pt x="1252" y="1512"/>
                    <a:pt x="46" y="1598"/>
                    <a:pt x="46" y="731"/>
                  </a:cubicBezTo>
                  <a:cubicBezTo>
                    <a:pt x="46" y="433"/>
                    <a:pt x="254" y="0"/>
                    <a:pt x="973" y="0"/>
                  </a:cubicBezTo>
                  <a:cubicBezTo>
                    <a:pt x="1207" y="0"/>
                    <a:pt x="1467" y="69"/>
                    <a:pt x="1467" y="69"/>
                  </a:cubicBezTo>
                  <a:lnTo>
                    <a:pt x="1467" y="4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grpSp>
    </p:spTree>
    <p:extLst>
      <p:ext uri="{BB962C8B-B14F-4D97-AF65-F5344CB8AC3E}">
        <p14:creationId xmlns:p14="http://schemas.microsoft.com/office/powerpoint/2010/main" val="3903548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itle" preserve="1">
  <p:cSld name="Section Divider 1">
    <p:spTree>
      <p:nvGrpSpPr>
        <p:cNvPr id="1" name=""/>
        <p:cNvGrpSpPr/>
        <p:nvPr/>
      </p:nvGrpSpPr>
      <p:grpSpPr>
        <a:xfrm>
          <a:off x="0" y="0"/>
          <a:ext cx="0" cy="0"/>
          <a:chOff x="0" y="0"/>
          <a:chExt cx="0" cy="0"/>
        </a:xfrm>
      </p:grpSpPr>
      <p:pic>
        <p:nvPicPr>
          <p:cNvPr id="30" name="図 16">
            <a:extLst>
              <a:ext uri="{FF2B5EF4-FFF2-40B4-BE49-F238E27FC236}">
                <a16:creationId xmlns:a16="http://schemas.microsoft.com/office/drawing/2014/main" id="{FBC68A2F-6D7C-4601-BF2E-F33736E6A14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bwMode="ltGray">
          <a:xfrm>
            <a:off x="0" y="0"/>
            <a:ext cx="9144000" cy="5143500"/>
          </a:xfrm>
          <a:prstGeom prst="rect">
            <a:avLst/>
          </a:prstGeom>
        </p:spPr>
      </p:pic>
      <p:sp>
        <p:nvSpPr>
          <p:cNvPr id="2" name="Title 1"/>
          <p:cNvSpPr>
            <a:spLocks noGrp="1"/>
          </p:cNvSpPr>
          <p:nvPr>
            <p:ph type="ctrTitle" hasCustomPrompt="1"/>
          </p:nvPr>
        </p:nvSpPr>
        <p:spPr>
          <a:xfrm>
            <a:off x="234000" y="2002371"/>
            <a:ext cx="8670288" cy="498598"/>
          </a:xfrm>
          <a:prstGeom prst="rect">
            <a:avLst/>
          </a:prstGeom>
        </p:spPr>
        <p:txBody>
          <a:bodyPr wrap="square" anchor="b">
            <a:spAutoFit/>
          </a:bodyPr>
          <a:lstStyle>
            <a:lvl1pPr algn="l">
              <a:defRPr sz="3600" b="1">
                <a:solidFill>
                  <a:schemeClr val="bg1"/>
                </a:solidFill>
              </a:defRPr>
            </a:lvl1pPr>
          </a:lstStyle>
          <a:p>
            <a:r>
              <a:rPr lang="en-US" altLang="ja-JP" dirty="0"/>
              <a:t>Section title</a:t>
            </a:r>
            <a:endParaRPr lang="en-US" dirty="0"/>
          </a:p>
        </p:txBody>
      </p:sp>
      <p:sp>
        <p:nvSpPr>
          <p:cNvPr id="3" name="Subtitle 2"/>
          <p:cNvSpPr>
            <a:spLocks noGrp="1"/>
          </p:cNvSpPr>
          <p:nvPr>
            <p:ph type="subTitle" idx="1" hasCustomPrompt="1"/>
          </p:nvPr>
        </p:nvSpPr>
        <p:spPr>
          <a:xfrm>
            <a:off x="234000" y="2655769"/>
            <a:ext cx="8675050" cy="276999"/>
          </a:xfrm>
          <a:prstGeom prst="rect">
            <a:avLst/>
          </a:prstGeom>
        </p:spPr>
        <p:txBody>
          <a:bodyPr wrap="square" lIns="0" tIns="0" rIns="0" bIns="0">
            <a:spAutoFit/>
          </a:bodyPr>
          <a:lstStyle>
            <a:lvl1pPr marL="0" indent="0" algn="l">
              <a:lnSpc>
                <a:spcPct val="90000"/>
              </a:lnSpc>
              <a:spcBef>
                <a:spcPts val="0"/>
              </a:spcBef>
              <a:spcAft>
                <a:spcPts val="600"/>
              </a:spcAft>
              <a:buNone/>
              <a:defRPr sz="20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ltLang="ja-JP" dirty="0"/>
              <a:t>Subheading</a:t>
            </a:r>
            <a:endParaRPr lang="en-US" dirty="0"/>
          </a:p>
        </p:txBody>
      </p:sp>
      <p:grpSp>
        <p:nvGrpSpPr>
          <p:cNvPr id="19" name="Group 18" descr="Fujitsu">
            <a:extLst>
              <a:ext uri="{FF2B5EF4-FFF2-40B4-BE49-F238E27FC236}">
                <a16:creationId xmlns:a16="http://schemas.microsoft.com/office/drawing/2014/main" id="{1F100140-E7BA-4172-872F-512D0BBE2FF7}"/>
              </a:ext>
            </a:extLst>
          </p:cNvPr>
          <p:cNvGrpSpPr>
            <a:grpSpLocks noChangeAspect="1"/>
          </p:cNvGrpSpPr>
          <p:nvPr userDrawn="1"/>
        </p:nvGrpSpPr>
        <p:grpSpPr>
          <a:xfrm>
            <a:off x="7948615" y="226928"/>
            <a:ext cx="968769" cy="472173"/>
            <a:chOff x="8012114" y="249161"/>
            <a:chExt cx="892174" cy="434841"/>
          </a:xfrm>
        </p:grpSpPr>
        <p:sp>
          <p:nvSpPr>
            <p:cNvPr id="20" name="Freeform 34">
              <a:extLst>
                <a:ext uri="{FF2B5EF4-FFF2-40B4-BE49-F238E27FC236}">
                  <a16:creationId xmlns:a16="http://schemas.microsoft.com/office/drawing/2014/main" id="{2E6DAB3A-493B-4C94-A624-C34C12E3BDFC}"/>
                </a:ext>
              </a:extLst>
            </p:cNvPr>
            <p:cNvSpPr>
              <a:spLocks/>
            </p:cNvSpPr>
            <p:nvPr userDrawn="1"/>
          </p:nvSpPr>
          <p:spPr bwMode="gray">
            <a:xfrm>
              <a:off x="8307389" y="249161"/>
              <a:ext cx="179387" cy="139657"/>
            </a:xfrm>
            <a:custGeom>
              <a:avLst/>
              <a:gdLst>
                <a:gd name="T0" fmla="*/ 961 w 2365"/>
                <a:gd name="T1" fmla="*/ 764 h 1825"/>
                <a:gd name="T2" fmla="*/ 599 w 2365"/>
                <a:gd name="T3" fmla="*/ 642 h 1825"/>
                <a:gd name="T4" fmla="*/ 1 w 2365"/>
                <a:gd name="T5" fmla="*/ 1235 h 1825"/>
                <a:gd name="T6" fmla="*/ 599 w 2365"/>
                <a:gd name="T7" fmla="*/ 1825 h 1825"/>
                <a:gd name="T8" fmla="*/ 1053 w 2365"/>
                <a:gd name="T9" fmla="*/ 1619 h 1825"/>
                <a:gd name="T10" fmla="*/ 1053 w 2365"/>
                <a:gd name="T11" fmla="*/ 1293 h 1825"/>
                <a:gd name="T12" fmla="*/ 771 w 2365"/>
                <a:gd name="T13" fmla="*/ 1568 h 1825"/>
                <a:gd name="T14" fmla="*/ 599 w 2365"/>
                <a:gd name="T15" fmla="*/ 1604 h 1825"/>
                <a:gd name="T16" fmla="*/ 225 w 2365"/>
                <a:gd name="T17" fmla="*/ 1235 h 1825"/>
                <a:gd name="T18" fmla="*/ 599 w 2365"/>
                <a:gd name="T19" fmla="*/ 863 h 1825"/>
                <a:gd name="T20" fmla="*/ 861 w 2365"/>
                <a:gd name="T21" fmla="*/ 972 h 1825"/>
                <a:gd name="T22" fmla="*/ 1093 w 2365"/>
                <a:gd name="T23" fmla="*/ 1239 h 1825"/>
                <a:gd name="T24" fmla="*/ 1630 w 2365"/>
                <a:gd name="T25" fmla="*/ 1473 h 1825"/>
                <a:gd name="T26" fmla="*/ 2365 w 2365"/>
                <a:gd name="T27" fmla="*/ 741 h 1825"/>
                <a:gd name="T28" fmla="*/ 1630 w 2365"/>
                <a:gd name="T29" fmla="*/ 0 h 1825"/>
                <a:gd name="T30" fmla="*/ 1053 w 2365"/>
                <a:gd name="T31" fmla="*/ 295 h 1825"/>
                <a:gd name="T32" fmla="*/ 1053 w 2365"/>
                <a:gd name="T33" fmla="*/ 735 h 1825"/>
                <a:gd name="T34" fmla="*/ 1630 w 2365"/>
                <a:gd name="T35" fmla="*/ 232 h 1825"/>
                <a:gd name="T36" fmla="*/ 2134 w 2365"/>
                <a:gd name="T37" fmla="*/ 741 h 1825"/>
                <a:gd name="T38" fmla="*/ 1630 w 2365"/>
                <a:gd name="T39" fmla="*/ 1245 h 1825"/>
                <a:gd name="T40" fmla="*/ 1303 w 2365"/>
                <a:gd name="T41" fmla="*/ 1125 h 1825"/>
                <a:gd name="T42" fmla="*/ 961 w 2365"/>
                <a:gd name="T43" fmla="*/ 764 h 1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65" h="1825">
                  <a:moveTo>
                    <a:pt x="961" y="764"/>
                  </a:moveTo>
                  <a:cubicBezTo>
                    <a:pt x="875" y="688"/>
                    <a:pt x="736" y="643"/>
                    <a:pt x="599" y="642"/>
                  </a:cubicBezTo>
                  <a:cubicBezTo>
                    <a:pt x="270" y="641"/>
                    <a:pt x="2" y="900"/>
                    <a:pt x="1" y="1235"/>
                  </a:cubicBezTo>
                  <a:cubicBezTo>
                    <a:pt x="0" y="1563"/>
                    <a:pt x="270" y="1824"/>
                    <a:pt x="599" y="1825"/>
                  </a:cubicBezTo>
                  <a:cubicBezTo>
                    <a:pt x="783" y="1825"/>
                    <a:pt x="943" y="1751"/>
                    <a:pt x="1053" y="1619"/>
                  </a:cubicBezTo>
                  <a:cubicBezTo>
                    <a:pt x="1053" y="1293"/>
                    <a:pt x="1053" y="1293"/>
                    <a:pt x="1053" y="1293"/>
                  </a:cubicBezTo>
                  <a:cubicBezTo>
                    <a:pt x="994" y="1394"/>
                    <a:pt x="877" y="1524"/>
                    <a:pt x="771" y="1568"/>
                  </a:cubicBezTo>
                  <a:cubicBezTo>
                    <a:pt x="717" y="1590"/>
                    <a:pt x="662" y="1604"/>
                    <a:pt x="599" y="1604"/>
                  </a:cubicBezTo>
                  <a:cubicBezTo>
                    <a:pt x="394" y="1604"/>
                    <a:pt x="225" y="1445"/>
                    <a:pt x="225" y="1235"/>
                  </a:cubicBezTo>
                  <a:cubicBezTo>
                    <a:pt x="225" y="1041"/>
                    <a:pt x="380" y="862"/>
                    <a:pt x="599" y="863"/>
                  </a:cubicBezTo>
                  <a:cubicBezTo>
                    <a:pt x="701" y="863"/>
                    <a:pt x="793" y="905"/>
                    <a:pt x="861" y="972"/>
                  </a:cubicBezTo>
                  <a:cubicBezTo>
                    <a:pt x="931" y="1040"/>
                    <a:pt x="1041" y="1183"/>
                    <a:pt x="1093" y="1239"/>
                  </a:cubicBezTo>
                  <a:cubicBezTo>
                    <a:pt x="1227" y="1383"/>
                    <a:pt x="1419" y="1473"/>
                    <a:pt x="1630" y="1473"/>
                  </a:cubicBezTo>
                  <a:cubicBezTo>
                    <a:pt x="2036" y="1474"/>
                    <a:pt x="2365" y="1146"/>
                    <a:pt x="2365" y="741"/>
                  </a:cubicBezTo>
                  <a:cubicBezTo>
                    <a:pt x="2365" y="336"/>
                    <a:pt x="2035" y="0"/>
                    <a:pt x="1630" y="0"/>
                  </a:cubicBezTo>
                  <a:cubicBezTo>
                    <a:pt x="1395" y="0"/>
                    <a:pt x="1187" y="122"/>
                    <a:pt x="1053" y="295"/>
                  </a:cubicBezTo>
                  <a:cubicBezTo>
                    <a:pt x="1053" y="735"/>
                    <a:pt x="1053" y="735"/>
                    <a:pt x="1053" y="735"/>
                  </a:cubicBezTo>
                  <a:cubicBezTo>
                    <a:pt x="1155" y="455"/>
                    <a:pt x="1340" y="232"/>
                    <a:pt x="1630" y="232"/>
                  </a:cubicBezTo>
                  <a:cubicBezTo>
                    <a:pt x="1909" y="232"/>
                    <a:pt x="2135" y="463"/>
                    <a:pt x="2134" y="741"/>
                  </a:cubicBezTo>
                  <a:cubicBezTo>
                    <a:pt x="2134" y="1020"/>
                    <a:pt x="1909" y="1246"/>
                    <a:pt x="1630" y="1245"/>
                  </a:cubicBezTo>
                  <a:cubicBezTo>
                    <a:pt x="1506" y="1244"/>
                    <a:pt x="1391" y="1199"/>
                    <a:pt x="1303" y="1125"/>
                  </a:cubicBezTo>
                  <a:cubicBezTo>
                    <a:pt x="1194" y="1040"/>
                    <a:pt x="1074" y="860"/>
                    <a:pt x="961" y="76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1" name="Freeform 35">
              <a:extLst>
                <a:ext uri="{FF2B5EF4-FFF2-40B4-BE49-F238E27FC236}">
                  <a16:creationId xmlns:a16="http://schemas.microsoft.com/office/drawing/2014/main" id="{82C3B378-2E63-4808-87F0-DEDFE243ACAE}"/>
                </a:ext>
              </a:extLst>
            </p:cNvPr>
            <p:cNvSpPr>
              <a:spLocks/>
            </p:cNvSpPr>
            <p:nvPr userDrawn="1"/>
          </p:nvSpPr>
          <p:spPr bwMode="gray">
            <a:xfrm>
              <a:off x="8012114" y="401514"/>
              <a:ext cx="123825" cy="201551"/>
            </a:xfrm>
            <a:custGeom>
              <a:avLst/>
              <a:gdLst>
                <a:gd name="T0" fmla="*/ 0 w 1624"/>
                <a:gd name="T1" fmla="*/ 0 h 2651"/>
                <a:gd name="T2" fmla="*/ 1624 w 1624"/>
                <a:gd name="T3" fmla="*/ 0 h 2651"/>
                <a:gd name="T4" fmla="*/ 1624 w 1624"/>
                <a:gd name="T5" fmla="*/ 452 h 2651"/>
                <a:gd name="T6" fmla="*/ 1365 w 1624"/>
                <a:gd name="T7" fmla="*/ 273 h 2651"/>
                <a:gd name="T8" fmla="*/ 613 w 1624"/>
                <a:gd name="T9" fmla="*/ 273 h 2651"/>
                <a:gd name="T10" fmla="*/ 613 w 1624"/>
                <a:gd name="T11" fmla="*/ 1053 h 2651"/>
                <a:gd name="T12" fmla="*/ 1428 w 1624"/>
                <a:gd name="T13" fmla="*/ 1053 h 2651"/>
                <a:gd name="T14" fmla="*/ 1428 w 1624"/>
                <a:gd name="T15" fmla="*/ 1467 h 2651"/>
                <a:gd name="T16" fmla="*/ 1205 w 1624"/>
                <a:gd name="T17" fmla="*/ 1335 h 2651"/>
                <a:gd name="T18" fmla="*/ 613 w 1624"/>
                <a:gd name="T19" fmla="*/ 1335 h 2651"/>
                <a:gd name="T20" fmla="*/ 613 w 1624"/>
                <a:gd name="T21" fmla="*/ 2401 h 2651"/>
                <a:gd name="T22" fmla="*/ 784 w 1624"/>
                <a:gd name="T23" fmla="*/ 2651 h 2651"/>
                <a:gd name="T24" fmla="*/ 11 w 1624"/>
                <a:gd name="T25" fmla="*/ 2651 h 2651"/>
                <a:gd name="T26" fmla="*/ 173 w 1624"/>
                <a:gd name="T27" fmla="*/ 2401 h 2651"/>
                <a:gd name="T28" fmla="*/ 173 w 1624"/>
                <a:gd name="T29" fmla="*/ 278 h 2651"/>
                <a:gd name="T30" fmla="*/ 0 w 1624"/>
                <a:gd name="T31"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24" h="2651">
                  <a:moveTo>
                    <a:pt x="0" y="0"/>
                  </a:moveTo>
                  <a:cubicBezTo>
                    <a:pt x="1624" y="0"/>
                    <a:pt x="1624" y="0"/>
                    <a:pt x="1624" y="0"/>
                  </a:cubicBezTo>
                  <a:cubicBezTo>
                    <a:pt x="1624" y="452"/>
                    <a:pt x="1624" y="452"/>
                    <a:pt x="1624" y="452"/>
                  </a:cubicBezTo>
                  <a:cubicBezTo>
                    <a:pt x="1624" y="452"/>
                    <a:pt x="1540" y="274"/>
                    <a:pt x="1365" y="273"/>
                  </a:cubicBezTo>
                  <a:cubicBezTo>
                    <a:pt x="613" y="273"/>
                    <a:pt x="613" y="273"/>
                    <a:pt x="613" y="273"/>
                  </a:cubicBezTo>
                  <a:cubicBezTo>
                    <a:pt x="613" y="1053"/>
                    <a:pt x="613" y="1053"/>
                    <a:pt x="613" y="1053"/>
                  </a:cubicBezTo>
                  <a:cubicBezTo>
                    <a:pt x="1428" y="1053"/>
                    <a:pt x="1428" y="1053"/>
                    <a:pt x="1428" y="1053"/>
                  </a:cubicBezTo>
                  <a:cubicBezTo>
                    <a:pt x="1428" y="1467"/>
                    <a:pt x="1428" y="1467"/>
                    <a:pt x="1428" y="1467"/>
                  </a:cubicBezTo>
                  <a:cubicBezTo>
                    <a:pt x="1428" y="1467"/>
                    <a:pt x="1402" y="1335"/>
                    <a:pt x="1205" y="1335"/>
                  </a:cubicBezTo>
                  <a:cubicBezTo>
                    <a:pt x="613" y="1335"/>
                    <a:pt x="613" y="1335"/>
                    <a:pt x="613" y="1335"/>
                  </a:cubicBezTo>
                  <a:cubicBezTo>
                    <a:pt x="613" y="2401"/>
                    <a:pt x="613" y="2401"/>
                    <a:pt x="613" y="2401"/>
                  </a:cubicBezTo>
                  <a:cubicBezTo>
                    <a:pt x="613" y="2558"/>
                    <a:pt x="784" y="2651"/>
                    <a:pt x="784" y="2651"/>
                  </a:cubicBezTo>
                  <a:cubicBezTo>
                    <a:pt x="11" y="2651"/>
                    <a:pt x="11" y="2651"/>
                    <a:pt x="11" y="2651"/>
                  </a:cubicBezTo>
                  <a:cubicBezTo>
                    <a:pt x="11" y="2651"/>
                    <a:pt x="173" y="2569"/>
                    <a:pt x="173" y="2401"/>
                  </a:cubicBezTo>
                  <a:cubicBezTo>
                    <a:pt x="173" y="278"/>
                    <a:pt x="173" y="278"/>
                    <a:pt x="173" y="278"/>
                  </a:cubicBezTo>
                  <a:cubicBezTo>
                    <a:pt x="173" y="9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2" name="Freeform 36">
              <a:extLst>
                <a:ext uri="{FF2B5EF4-FFF2-40B4-BE49-F238E27FC236}">
                  <a16:creationId xmlns:a16="http://schemas.microsoft.com/office/drawing/2014/main" id="{CAC9D896-0364-478E-8EC9-E1BF49631BE5}"/>
                </a:ext>
              </a:extLst>
            </p:cNvPr>
            <p:cNvSpPr>
              <a:spLocks/>
            </p:cNvSpPr>
            <p:nvPr userDrawn="1"/>
          </p:nvSpPr>
          <p:spPr bwMode="gray">
            <a:xfrm>
              <a:off x="8305801" y="401514"/>
              <a:ext cx="80962" cy="282488"/>
            </a:xfrm>
            <a:custGeom>
              <a:avLst/>
              <a:gdLst>
                <a:gd name="T0" fmla="*/ 246 w 1072"/>
                <a:gd name="T1" fmla="*/ 0 h 3696"/>
                <a:gd name="T2" fmla="*/ 1072 w 1072"/>
                <a:gd name="T3" fmla="*/ 0 h 3696"/>
                <a:gd name="T4" fmla="*/ 887 w 1072"/>
                <a:gd name="T5" fmla="*/ 230 h 3696"/>
                <a:gd name="T6" fmla="*/ 887 w 1072"/>
                <a:gd name="T7" fmla="*/ 2717 h 3696"/>
                <a:gd name="T8" fmla="*/ 0 w 1072"/>
                <a:gd name="T9" fmla="*/ 3693 h 3696"/>
                <a:gd name="T10" fmla="*/ 423 w 1072"/>
                <a:gd name="T11" fmla="*/ 2717 h 3696"/>
                <a:gd name="T12" fmla="*/ 423 w 1072"/>
                <a:gd name="T13" fmla="*/ 230 h 3696"/>
                <a:gd name="T14" fmla="*/ 246 w 1072"/>
                <a:gd name="T15" fmla="*/ 0 h 36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2" h="3696">
                  <a:moveTo>
                    <a:pt x="246" y="0"/>
                  </a:moveTo>
                  <a:cubicBezTo>
                    <a:pt x="1072" y="0"/>
                    <a:pt x="1072" y="0"/>
                    <a:pt x="1072" y="0"/>
                  </a:cubicBezTo>
                  <a:cubicBezTo>
                    <a:pt x="1072" y="0"/>
                    <a:pt x="887" y="87"/>
                    <a:pt x="887" y="230"/>
                  </a:cubicBezTo>
                  <a:cubicBezTo>
                    <a:pt x="887" y="2717"/>
                    <a:pt x="887" y="2717"/>
                    <a:pt x="887" y="2717"/>
                  </a:cubicBezTo>
                  <a:cubicBezTo>
                    <a:pt x="887" y="3558"/>
                    <a:pt x="44" y="3696"/>
                    <a:pt x="0" y="3693"/>
                  </a:cubicBezTo>
                  <a:cubicBezTo>
                    <a:pt x="72" y="3647"/>
                    <a:pt x="422" y="3349"/>
                    <a:pt x="423" y="2717"/>
                  </a:cubicBezTo>
                  <a:cubicBezTo>
                    <a:pt x="423" y="230"/>
                    <a:pt x="423" y="230"/>
                    <a:pt x="423" y="230"/>
                  </a:cubicBezTo>
                  <a:cubicBezTo>
                    <a:pt x="424" y="96"/>
                    <a:pt x="246" y="0"/>
                    <a:pt x="24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3" name="Freeform 37">
              <a:extLst>
                <a:ext uri="{FF2B5EF4-FFF2-40B4-BE49-F238E27FC236}">
                  <a16:creationId xmlns:a16="http://schemas.microsoft.com/office/drawing/2014/main" id="{AE4512C4-B33D-49B1-AE30-646A970A5077}"/>
                </a:ext>
              </a:extLst>
            </p:cNvPr>
            <p:cNvSpPr>
              <a:spLocks/>
            </p:cNvSpPr>
            <p:nvPr userDrawn="1"/>
          </p:nvSpPr>
          <p:spPr bwMode="gray">
            <a:xfrm>
              <a:off x="8396289" y="401514"/>
              <a:ext cx="63500" cy="201551"/>
            </a:xfrm>
            <a:custGeom>
              <a:avLst/>
              <a:gdLst>
                <a:gd name="T0" fmla="*/ 0 w 828"/>
                <a:gd name="T1" fmla="*/ 0 h 2653"/>
                <a:gd name="T2" fmla="*/ 828 w 828"/>
                <a:gd name="T3" fmla="*/ 0 h 2653"/>
                <a:gd name="T4" fmla="*/ 645 w 828"/>
                <a:gd name="T5" fmla="*/ 235 h 2653"/>
                <a:gd name="T6" fmla="*/ 645 w 828"/>
                <a:gd name="T7" fmla="*/ 2401 h 2653"/>
                <a:gd name="T8" fmla="*/ 828 w 828"/>
                <a:gd name="T9" fmla="*/ 2653 h 2653"/>
                <a:gd name="T10" fmla="*/ 0 w 828"/>
                <a:gd name="T11" fmla="*/ 2653 h 2653"/>
                <a:gd name="T12" fmla="*/ 184 w 828"/>
                <a:gd name="T13" fmla="*/ 2401 h 2653"/>
                <a:gd name="T14" fmla="*/ 184 w 828"/>
                <a:gd name="T15" fmla="*/ 235 h 2653"/>
                <a:gd name="T16" fmla="*/ 0 w 828"/>
                <a:gd name="T17" fmla="*/ 0 h 2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2653">
                  <a:moveTo>
                    <a:pt x="0" y="0"/>
                  </a:moveTo>
                  <a:cubicBezTo>
                    <a:pt x="828" y="0"/>
                    <a:pt x="828" y="0"/>
                    <a:pt x="828" y="0"/>
                  </a:cubicBezTo>
                  <a:cubicBezTo>
                    <a:pt x="828" y="0"/>
                    <a:pt x="645" y="89"/>
                    <a:pt x="645" y="235"/>
                  </a:cubicBezTo>
                  <a:cubicBezTo>
                    <a:pt x="645" y="2401"/>
                    <a:pt x="645" y="2401"/>
                    <a:pt x="645" y="2401"/>
                  </a:cubicBezTo>
                  <a:cubicBezTo>
                    <a:pt x="645" y="2556"/>
                    <a:pt x="828" y="2653"/>
                    <a:pt x="828" y="2653"/>
                  </a:cubicBezTo>
                  <a:cubicBezTo>
                    <a:pt x="0" y="2653"/>
                    <a:pt x="0" y="2653"/>
                    <a:pt x="0" y="2653"/>
                  </a:cubicBezTo>
                  <a:cubicBezTo>
                    <a:pt x="0" y="2653"/>
                    <a:pt x="184" y="2557"/>
                    <a:pt x="184" y="2401"/>
                  </a:cubicBezTo>
                  <a:cubicBezTo>
                    <a:pt x="184" y="235"/>
                    <a:pt x="184" y="235"/>
                    <a:pt x="184" y="235"/>
                  </a:cubicBezTo>
                  <a:cubicBezTo>
                    <a:pt x="184" y="8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4" name="Freeform 38">
              <a:extLst>
                <a:ext uri="{FF2B5EF4-FFF2-40B4-BE49-F238E27FC236}">
                  <a16:creationId xmlns:a16="http://schemas.microsoft.com/office/drawing/2014/main" id="{184123A7-2111-4426-816D-00195BCE79BD}"/>
                </a:ext>
              </a:extLst>
            </p:cNvPr>
            <p:cNvSpPr>
              <a:spLocks/>
            </p:cNvSpPr>
            <p:nvPr userDrawn="1"/>
          </p:nvSpPr>
          <p:spPr bwMode="gray">
            <a:xfrm>
              <a:off x="8459789" y="401514"/>
              <a:ext cx="150812" cy="201551"/>
            </a:xfrm>
            <a:custGeom>
              <a:avLst/>
              <a:gdLst>
                <a:gd name="T0" fmla="*/ 161 w 1984"/>
                <a:gd name="T1" fmla="*/ 0 h 2651"/>
                <a:gd name="T2" fmla="*/ 1984 w 1984"/>
                <a:gd name="T3" fmla="*/ 0 h 2651"/>
                <a:gd name="T4" fmla="*/ 1829 w 1984"/>
                <a:gd name="T5" fmla="*/ 482 h 2651"/>
                <a:gd name="T6" fmla="*/ 1607 w 1984"/>
                <a:gd name="T7" fmla="*/ 279 h 2651"/>
                <a:gd name="T8" fmla="*/ 1229 w 1984"/>
                <a:gd name="T9" fmla="*/ 279 h 2651"/>
                <a:gd name="T10" fmla="*/ 1229 w 1984"/>
                <a:gd name="T11" fmla="*/ 2401 h 2651"/>
                <a:gd name="T12" fmla="*/ 1407 w 1984"/>
                <a:gd name="T13" fmla="*/ 2651 h 2651"/>
                <a:gd name="T14" fmla="*/ 595 w 1984"/>
                <a:gd name="T15" fmla="*/ 2651 h 2651"/>
                <a:gd name="T16" fmla="*/ 771 w 1984"/>
                <a:gd name="T17" fmla="*/ 2401 h 2651"/>
                <a:gd name="T18" fmla="*/ 771 w 1984"/>
                <a:gd name="T19" fmla="*/ 279 h 2651"/>
                <a:gd name="T20" fmla="*/ 315 w 1984"/>
                <a:gd name="T21" fmla="*/ 279 h 2651"/>
                <a:gd name="T22" fmla="*/ 0 w 1984"/>
                <a:gd name="T23" fmla="*/ 522 h 2651"/>
                <a:gd name="T24" fmla="*/ 161 w 1984"/>
                <a:gd name="T25"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4" h="2651">
                  <a:moveTo>
                    <a:pt x="161" y="0"/>
                  </a:moveTo>
                  <a:cubicBezTo>
                    <a:pt x="1984" y="0"/>
                    <a:pt x="1984" y="0"/>
                    <a:pt x="1984" y="0"/>
                  </a:cubicBezTo>
                  <a:cubicBezTo>
                    <a:pt x="1829" y="482"/>
                    <a:pt x="1829" y="482"/>
                    <a:pt x="1829" y="482"/>
                  </a:cubicBezTo>
                  <a:cubicBezTo>
                    <a:pt x="1829" y="482"/>
                    <a:pt x="1783" y="279"/>
                    <a:pt x="1607" y="279"/>
                  </a:cubicBezTo>
                  <a:cubicBezTo>
                    <a:pt x="1229" y="279"/>
                    <a:pt x="1229" y="279"/>
                    <a:pt x="1229" y="279"/>
                  </a:cubicBezTo>
                  <a:cubicBezTo>
                    <a:pt x="1229" y="2401"/>
                    <a:pt x="1229" y="2401"/>
                    <a:pt x="1229" y="2401"/>
                  </a:cubicBezTo>
                  <a:cubicBezTo>
                    <a:pt x="1229" y="2535"/>
                    <a:pt x="1407" y="2651"/>
                    <a:pt x="1407" y="2651"/>
                  </a:cubicBezTo>
                  <a:cubicBezTo>
                    <a:pt x="595" y="2651"/>
                    <a:pt x="595" y="2651"/>
                    <a:pt x="595" y="2651"/>
                  </a:cubicBezTo>
                  <a:cubicBezTo>
                    <a:pt x="595" y="2651"/>
                    <a:pt x="771" y="2547"/>
                    <a:pt x="771" y="2401"/>
                  </a:cubicBezTo>
                  <a:cubicBezTo>
                    <a:pt x="771" y="279"/>
                    <a:pt x="771" y="279"/>
                    <a:pt x="771" y="279"/>
                  </a:cubicBezTo>
                  <a:cubicBezTo>
                    <a:pt x="315" y="279"/>
                    <a:pt x="315" y="279"/>
                    <a:pt x="315" y="279"/>
                  </a:cubicBezTo>
                  <a:cubicBezTo>
                    <a:pt x="185" y="280"/>
                    <a:pt x="0" y="522"/>
                    <a:pt x="0" y="522"/>
                  </a:cubicBezTo>
                  <a:lnTo>
                    <a:pt x="16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5" name="Freeform 39">
              <a:extLst>
                <a:ext uri="{FF2B5EF4-FFF2-40B4-BE49-F238E27FC236}">
                  <a16:creationId xmlns:a16="http://schemas.microsoft.com/office/drawing/2014/main" id="{A7DEA05E-E614-40D9-A049-B65FFFB96DAB}"/>
                </a:ext>
              </a:extLst>
            </p:cNvPr>
            <p:cNvSpPr>
              <a:spLocks/>
            </p:cNvSpPr>
            <p:nvPr userDrawn="1"/>
          </p:nvSpPr>
          <p:spPr bwMode="gray">
            <a:xfrm>
              <a:off x="8734426" y="401514"/>
              <a:ext cx="169862" cy="204725"/>
            </a:xfrm>
            <a:custGeom>
              <a:avLst/>
              <a:gdLst>
                <a:gd name="T0" fmla="*/ 1420 w 2219"/>
                <a:gd name="T1" fmla="*/ 0 h 2693"/>
                <a:gd name="T2" fmla="*/ 2219 w 2219"/>
                <a:gd name="T3" fmla="*/ 0 h 2693"/>
                <a:gd name="T4" fmla="*/ 2048 w 2219"/>
                <a:gd name="T5" fmla="*/ 234 h 2693"/>
                <a:gd name="T6" fmla="*/ 2048 w 2219"/>
                <a:gd name="T7" fmla="*/ 1840 h 2693"/>
                <a:gd name="T8" fmla="*/ 1131 w 2219"/>
                <a:gd name="T9" fmla="*/ 2693 h 2693"/>
                <a:gd name="T10" fmla="*/ 176 w 2219"/>
                <a:gd name="T11" fmla="*/ 1840 h 2693"/>
                <a:gd name="T12" fmla="*/ 176 w 2219"/>
                <a:gd name="T13" fmla="*/ 234 h 2693"/>
                <a:gd name="T14" fmla="*/ 0 w 2219"/>
                <a:gd name="T15" fmla="*/ 0 h 2693"/>
                <a:gd name="T16" fmla="*/ 821 w 2219"/>
                <a:gd name="T17" fmla="*/ 0 h 2693"/>
                <a:gd name="T18" fmla="*/ 638 w 2219"/>
                <a:gd name="T19" fmla="*/ 234 h 2693"/>
                <a:gd name="T20" fmla="*/ 638 w 2219"/>
                <a:gd name="T21" fmla="*/ 1840 h 2693"/>
                <a:gd name="T22" fmla="*/ 1131 w 2219"/>
                <a:gd name="T23" fmla="*/ 2406 h 2693"/>
                <a:gd name="T24" fmla="*/ 1601 w 2219"/>
                <a:gd name="T25" fmla="*/ 1840 h 2693"/>
                <a:gd name="T26" fmla="*/ 1601 w 2219"/>
                <a:gd name="T27" fmla="*/ 234 h 2693"/>
                <a:gd name="T28" fmla="*/ 1420 w 2219"/>
                <a:gd name="T29" fmla="*/ 0 h 2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19" h="2693">
                  <a:moveTo>
                    <a:pt x="1420" y="0"/>
                  </a:moveTo>
                  <a:cubicBezTo>
                    <a:pt x="2219" y="0"/>
                    <a:pt x="2219" y="0"/>
                    <a:pt x="2219" y="0"/>
                  </a:cubicBezTo>
                  <a:cubicBezTo>
                    <a:pt x="2219" y="0"/>
                    <a:pt x="2048" y="91"/>
                    <a:pt x="2048" y="234"/>
                  </a:cubicBezTo>
                  <a:cubicBezTo>
                    <a:pt x="2048" y="1840"/>
                    <a:pt x="2048" y="1840"/>
                    <a:pt x="2048" y="1840"/>
                  </a:cubicBezTo>
                  <a:cubicBezTo>
                    <a:pt x="2047" y="2492"/>
                    <a:pt x="1506" y="2693"/>
                    <a:pt x="1131" y="2693"/>
                  </a:cubicBezTo>
                  <a:cubicBezTo>
                    <a:pt x="759" y="2693"/>
                    <a:pt x="175" y="2490"/>
                    <a:pt x="176" y="1840"/>
                  </a:cubicBezTo>
                  <a:cubicBezTo>
                    <a:pt x="176" y="234"/>
                    <a:pt x="176" y="234"/>
                    <a:pt x="176" y="234"/>
                  </a:cubicBezTo>
                  <a:cubicBezTo>
                    <a:pt x="176" y="91"/>
                    <a:pt x="0" y="0"/>
                    <a:pt x="0" y="0"/>
                  </a:cubicBezTo>
                  <a:cubicBezTo>
                    <a:pt x="821" y="0"/>
                    <a:pt x="821" y="0"/>
                    <a:pt x="821" y="0"/>
                  </a:cubicBezTo>
                  <a:cubicBezTo>
                    <a:pt x="821" y="0"/>
                    <a:pt x="638" y="88"/>
                    <a:pt x="638" y="234"/>
                  </a:cubicBezTo>
                  <a:cubicBezTo>
                    <a:pt x="638" y="1840"/>
                    <a:pt x="638" y="1840"/>
                    <a:pt x="638" y="1840"/>
                  </a:cubicBezTo>
                  <a:cubicBezTo>
                    <a:pt x="638" y="2182"/>
                    <a:pt x="865" y="2406"/>
                    <a:pt x="1131" y="2406"/>
                  </a:cubicBezTo>
                  <a:cubicBezTo>
                    <a:pt x="1397" y="2406"/>
                    <a:pt x="1600" y="2173"/>
                    <a:pt x="1601" y="1840"/>
                  </a:cubicBezTo>
                  <a:cubicBezTo>
                    <a:pt x="1601" y="234"/>
                    <a:pt x="1601" y="234"/>
                    <a:pt x="1601" y="234"/>
                  </a:cubicBezTo>
                  <a:cubicBezTo>
                    <a:pt x="1601" y="91"/>
                    <a:pt x="1420" y="0"/>
                    <a:pt x="1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6" name="Freeform 40">
              <a:extLst>
                <a:ext uri="{FF2B5EF4-FFF2-40B4-BE49-F238E27FC236}">
                  <a16:creationId xmlns:a16="http://schemas.microsoft.com/office/drawing/2014/main" id="{3828E108-C6AE-42F1-82B3-4DD2CFFF072E}"/>
                </a:ext>
              </a:extLst>
            </p:cNvPr>
            <p:cNvSpPr>
              <a:spLocks/>
            </p:cNvSpPr>
            <p:nvPr userDrawn="1"/>
          </p:nvSpPr>
          <p:spPr bwMode="gray">
            <a:xfrm>
              <a:off x="8142289" y="401514"/>
              <a:ext cx="169862" cy="206312"/>
            </a:xfrm>
            <a:custGeom>
              <a:avLst/>
              <a:gdLst>
                <a:gd name="T0" fmla="*/ 1427 w 2240"/>
                <a:gd name="T1" fmla="*/ 0 h 2700"/>
                <a:gd name="T2" fmla="*/ 2240 w 2240"/>
                <a:gd name="T3" fmla="*/ 0 h 2700"/>
                <a:gd name="T4" fmla="*/ 2068 w 2240"/>
                <a:gd name="T5" fmla="*/ 237 h 2700"/>
                <a:gd name="T6" fmla="*/ 2067 w 2240"/>
                <a:gd name="T7" fmla="*/ 1838 h 2700"/>
                <a:gd name="T8" fmla="*/ 1122 w 2240"/>
                <a:gd name="T9" fmla="*/ 2700 h 2700"/>
                <a:gd name="T10" fmla="*/ 166 w 2240"/>
                <a:gd name="T11" fmla="*/ 1838 h 2700"/>
                <a:gd name="T12" fmla="*/ 166 w 2240"/>
                <a:gd name="T13" fmla="*/ 237 h 2700"/>
                <a:gd name="T14" fmla="*/ 0 w 2240"/>
                <a:gd name="T15" fmla="*/ 0 h 2700"/>
                <a:gd name="T16" fmla="*/ 821 w 2240"/>
                <a:gd name="T17" fmla="*/ 0 h 2700"/>
                <a:gd name="T18" fmla="*/ 631 w 2240"/>
                <a:gd name="T19" fmla="*/ 237 h 2700"/>
                <a:gd name="T20" fmla="*/ 630 w 2240"/>
                <a:gd name="T21" fmla="*/ 1838 h 2700"/>
                <a:gd name="T22" fmla="*/ 1122 w 2240"/>
                <a:gd name="T23" fmla="*/ 2413 h 2700"/>
                <a:gd name="T24" fmla="*/ 1602 w 2240"/>
                <a:gd name="T25" fmla="*/ 1838 h 2700"/>
                <a:gd name="T26" fmla="*/ 1603 w 2240"/>
                <a:gd name="T27" fmla="*/ 237 h 2700"/>
                <a:gd name="T28" fmla="*/ 1427 w 2240"/>
                <a:gd name="T29" fmla="*/ 0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0" h="2700">
                  <a:moveTo>
                    <a:pt x="1427" y="0"/>
                  </a:moveTo>
                  <a:cubicBezTo>
                    <a:pt x="2240" y="0"/>
                    <a:pt x="2240" y="0"/>
                    <a:pt x="2240" y="0"/>
                  </a:cubicBezTo>
                  <a:cubicBezTo>
                    <a:pt x="2240" y="0"/>
                    <a:pt x="2068" y="95"/>
                    <a:pt x="2068" y="237"/>
                  </a:cubicBezTo>
                  <a:cubicBezTo>
                    <a:pt x="2068" y="238"/>
                    <a:pt x="2067" y="1838"/>
                    <a:pt x="2067" y="1838"/>
                  </a:cubicBezTo>
                  <a:cubicBezTo>
                    <a:pt x="2067" y="2494"/>
                    <a:pt x="1501" y="2700"/>
                    <a:pt x="1122" y="2700"/>
                  </a:cubicBezTo>
                  <a:cubicBezTo>
                    <a:pt x="750" y="2700"/>
                    <a:pt x="166" y="2491"/>
                    <a:pt x="166" y="1838"/>
                  </a:cubicBezTo>
                  <a:cubicBezTo>
                    <a:pt x="166" y="237"/>
                    <a:pt x="166" y="237"/>
                    <a:pt x="166" y="237"/>
                  </a:cubicBezTo>
                  <a:cubicBezTo>
                    <a:pt x="166" y="94"/>
                    <a:pt x="0" y="0"/>
                    <a:pt x="0" y="0"/>
                  </a:cubicBezTo>
                  <a:cubicBezTo>
                    <a:pt x="821" y="0"/>
                    <a:pt x="821" y="0"/>
                    <a:pt x="821" y="0"/>
                  </a:cubicBezTo>
                  <a:cubicBezTo>
                    <a:pt x="821" y="0"/>
                    <a:pt x="631" y="94"/>
                    <a:pt x="631" y="237"/>
                  </a:cubicBezTo>
                  <a:cubicBezTo>
                    <a:pt x="630" y="1838"/>
                    <a:pt x="630" y="1838"/>
                    <a:pt x="630" y="1838"/>
                  </a:cubicBezTo>
                  <a:cubicBezTo>
                    <a:pt x="630" y="2178"/>
                    <a:pt x="856" y="2412"/>
                    <a:pt x="1122" y="2413"/>
                  </a:cubicBezTo>
                  <a:cubicBezTo>
                    <a:pt x="1388" y="2414"/>
                    <a:pt x="1602" y="2174"/>
                    <a:pt x="1602" y="1838"/>
                  </a:cubicBezTo>
                  <a:cubicBezTo>
                    <a:pt x="1603" y="237"/>
                    <a:pt x="1603" y="237"/>
                    <a:pt x="1603" y="237"/>
                  </a:cubicBezTo>
                  <a:cubicBezTo>
                    <a:pt x="1603" y="94"/>
                    <a:pt x="1427" y="0"/>
                    <a:pt x="142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7" name="Freeform 41">
              <a:extLst>
                <a:ext uri="{FF2B5EF4-FFF2-40B4-BE49-F238E27FC236}">
                  <a16:creationId xmlns:a16="http://schemas.microsoft.com/office/drawing/2014/main" id="{76C50990-34AA-496D-815F-E01AD097062E}"/>
                </a:ext>
              </a:extLst>
            </p:cNvPr>
            <p:cNvSpPr>
              <a:spLocks/>
            </p:cNvSpPr>
            <p:nvPr userDrawn="1"/>
          </p:nvSpPr>
          <p:spPr bwMode="gray">
            <a:xfrm>
              <a:off x="8604251" y="396753"/>
              <a:ext cx="130175" cy="211073"/>
            </a:xfrm>
            <a:custGeom>
              <a:avLst/>
              <a:gdLst>
                <a:gd name="T0" fmla="*/ 1467 w 1707"/>
                <a:gd name="T1" fmla="*/ 479 h 2755"/>
                <a:gd name="T2" fmla="*/ 1019 w 1707"/>
                <a:gd name="T3" fmla="*/ 276 h 2755"/>
                <a:gd name="T4" fmla="*/ 504 w 1707"/>
                <a:gd name="T5" fmla="*/ 677 h 2755"/>
                <a:gd name="T6" fmla="*/ 995 w 1707"/>
                <a:gd name="T7" fmla="*/ 1174 h 2755"/>
                <a:gd name="T8" fmla="*/ 1705 w 1707"/>
                <a:gd name="T9" fmla="*/ 1974 h 2755"/>
                <a:gd name="T10" fmla="*/ 651 w 1707"/>
                <a:gd name="T11" fmla="*/ 2755 h 2755"/>
                <a:gd name="T12" fmla="*/ 155 w 1707"/>
                <a:gd name="T13" fmla="*/ 2686 h 2755"/>
                <a:gd name="T14" fmla="*/ 0 w 1707"/>
                <a:gd name="T15" fmla="*/ 2177 h 2755"/>
                <a:gd name="T16" fmla="*/ 658 w 1707"/>
                <a:gd name="T17" fmla="*/ 2466 h 2755"/>
                <a:gd name="T18" fmla="*/ 1252 w 1707"/>
                <a:gd name="T19" fmla="*/ 2030 h 2755"/>
                <a:gd name="T20" fmla="*/ 46 w 1707"/>
                <a:gd name="T21" fmla="*/ 731 h 2755"/>
                <a:gd name="T22" fmla="*/ 973 w 1707"/>
                <a:gd name="T23" fmla="*/ 0 h 2755"/>
                <a:gd name="T24" fmla="*/ 1467 w 1707"/>
                <a:gd name="T25" fmla="*/ 69 h 2755"/>
                <a:gd name="T26" fmla="*/ 1467 w 1707"/>
                <a:gd name="T27" fmla="*/ 479 h 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7" h="2755">
                  <a:moveTo>
                    <a:pt x="1467" y="479"/>
                  </a:moveTo>
                  <a:cubicBezTo>
                    <a:pt x="1467" y="479"/>
                    <a:pt x="1352" y="277"/>
                    <a:pt x="1019" y="276"/>
                  </a:cubicBezTo>
                  <a:cubicBezTo>
                    <a:pt x="686" y="275"/>
                    <a:pt x="505" y="450"/>
                    <a:pt x="504" y="677"/>
                  </a:cubicBezTo>
                  <a:cubicBezTo>
                    <a:pt x="503" y="934"/>
                    <a:pt x="696" y="1031"/>
                    <a:pt x="995" y="1174"/>
                  </a:cubicBezTo>
                  <a:cubicBezTo>
                    <a:pt x="1279" y="1311"/>
                    <a:pt x="1707" y="1499"/>
                    <a:pt x="1705" y="1974"/>
                  </a:cubicBezTo>
                  <a:cubicBezTo>
                    <a:pt x="1704" y="2399"/>
                    <a:pt x="1327" y="2755"/>
                    <a:pt x="651" y="2755"/>
                  </a:cubicBezTo>
                  <a:cubicBezTo>
                    <a:pt x="442" y="2754"/>
                    <a:pt x="155" y="2686"/>
                    <a:pt x="155" y="2686"/>
                  </a:cubicBezTo>
                  <a:cubicBezTo>
                    <a:pt x="0" y="2177"/>
                    <a:pt x="0" y="2177"/>
                    <a:pt x="0" y="2177"/>
                  </a:cubicBezTo>
                  <a:cubicBezTo>
                    <a:pt x="143" y="2316"/>
                    <a:pt x="397" y="2466"/>
                    <a:pt x="658" y="2466"/>
                  </a:cubicBezTo>
                  <a:cubicBezTo>
                    <a:pt x="929" y="2466"/>
                    <a:pt x="1252" y="2298"/>
                    <a:pt x="1252" y="2030"/>
                  </a:cubicBezTo>
                  <a:cubicBezTo>
                    <a:pt x="1252" y="1512"/>
                    <a:pt x="46" y="1598"/>
                    <a:pt x="46" y="731"/>
                  </a:cubicBezTo>
                  <a:cubicBezTo>
                    <a:pt x="46" y="433"/>
                    <a:pt x="254" y="0"/>
                    <a:pt x="973" y="0"/>
                  </a:cubicBezTo>
                  <a:cubicBezTo>
                    <a:pt x="1207" y="0"/>
                    <a:pt x="1467" y="69"/>
                    <a:pt x="1467" y="69"/>
                  </a:cubicBezTo>
                  <a:lnTo>
                    <a:pt x="1467" y="4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grpSp>
      <p:sp>
        <p:nvSpPr>
          <p:cNvPr id="28" name="TextBox 17">
            <a:extLst>
              <a:ext uri="{FF2B5EF4-FFF2-40B4-BE49-F238E27FC236}">
                <a16:creationId xmlns:a16="http://schemas.microsoft.com/office/drawing/2014/main" id="{57C40740-570A-4018-9383-CAB6E30BF658}"/>
              </a:ext>
            </a:extLst>
          </p:cNvPr>
          <p:cNvSpPr txBox="1"/>
          <p:nvPr userDrawn="1"/>
        </p:nvSpPr>
        <p:spPr>
          <a:xfrm>
            <a:off x="7984067" y="4891390"/>
            <a:ext cx="935568" cy="107722"/>
          </a:xfrm>
          <a:prstGeom prst="rect">
            <a:avLst/>
          </a:prstGeom>
          <a:noFill/>
        </p:spPr>
        <p:txBody>
          <a:bodyPr wrap="square" lIns="0" tIns="0" rIns="0" bIns="0" rtlCol="0" anchor="b" anchorCtr="0">
            <a:spAutoFit/>
          </a:bodyPr>
          <a:lstStyle/>
          <a:p>
            <a:pPr marL="0" algn="r" defTabSz="457200" rtl="0" eaLnBrk="1" latinLnBrk="0" hangingPunct="1"/>
            <a:r>
              <a:rPr kumimoji="1" lang="en-GB" sz="700" kern="1200" dirty="0">
                <a:solidFill>
                  <a:schemeClr val="bg1"/>
                </a:solidFill>
                <a:latin typeface="+mn-lt"/>
                <a:ea typeface="+mn-ea"/>
                <a:cs typeface="+mn-cs"/>
              </a:rPr>
              <a:t>© FUJITSU 2021</a:t>
            </a:r>
          </a:p>
        </p:txBody>
      </p:sp>
      <p:sp>
        <p:nvSpPr>
          <p:cNvPr id="29" name="Slide Number Placeholder 5">
            <a:extLst>
              <a:ext uri="{FF2B5EF4-FFF2-40B4-BE49-F238E27FC236}">
                <a16:creationId xmlns:a16="http://schemas.microsoft.com/office/drawing/2014/main" id="{1F583799-0B7E-446E-893F-1AF9AE8B14F8}"/>
              </a:ext>
            </a:extLst>
          </p:cNvPr>
          <p:cNvSpPr>
            <a:spLocks noGrp="1"/>
          </p:cNvSpPr>
          <p:nvPr>
            <p:ph type="sldNum" sz="quarter" idx="4"/>
          </p:nvPr>
        </p:nvSpPr>
        <p:spPr>
          <a:xfrm>
            <a:off x="4302000" y="4877481"/>
            <a:ext cx="540000" cy="123111"/>
          </a:xfrm>
          <a:prstGeom prst="rect">
            <a:avLst/>
          </a:prstGeom>
        </p:spPr>
        <p:txBody>
          <a:bodyPr vert="horz" lIns="0" tIns="0" rIns="0" bIns="0" rtlCol="0" anchor="ctr">
            <a:spAutoFit/>
          </a:bodyPr>
          <a:lstStyle>
            <a:lvl1pPr algn="ctr">
              <a:defRPr sz="800">
                <a:solidFill>
                  <a:schemeClr val="bg1"/>
                </a:solidFill>
                <a:latin typeface="+mn-lt"/>
              </a:defRPr>
            </a:lvl1pPr>
          </a:lstStyle>
          <a:p>
            <a:fld id="{4D029D89-7B63-4C94-AD4D-2E4D6BB83637}" type="slidenum">
              <a:rPr kumimoji="1" lang="ja-JP" altLang="en-US" smtClean="0"/>
              <a:pPr/>
              <a:t>‹#›</a:t>
            </a:fld>
            <a:endParaRPr kumimoji="1" lang="ja-JP" altLang="en-US"/>
          </a:p>
        </p:txBody>
      </p:sp>
      <p:sp>
        <p:nvSpPr>
          <p:cNvPr id="18" name="Rounded Rectangle 21">
            <a:extLst>
              <a:ext uri="{FF2B5EF4-FFF2-40B4-BE49-F238E27FC236}">
                <a16:creationId xmlns:a16="http://schemas.microsoft.com/office/drawing/2014/main" id="{19C133A3-2CB3-49DA-B9C0-DBD13A757C3F}"/>
              </a:ext>
            </a:extLst>
          </p:cNvPr>
          <p:cNvSpPr/>
          <p:nvPr userDrawn="1"/>
        </p:nvSpPr>
        <p:spPr bwMode="black">
          <a:xfrm>
            <a:off x="231775" y="4911725"/>
            <a:ext cx="1595438" cy="141161"/>
          </a:xfrm>
          <a:prstGeom prst="roundRect">
            <a:avLst>
              <a:gd name="adj" fmla="val 50000"/>
            </a:avLst>
          </a:prstGeom>
          <a:noFill/>
          <a:ln w="6350" cap="flat" cmpd="sng" algn="ctr">
            <a:solidFill>
              <a:schemeClr val="bg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1218673" rtl="0" eaLnBrk="1" fontAlgn="ctr" latinLnBrk="0" hangingPunct="1">
              <a:lnSpc>
                <a:spcPct val="100000"/>
              </a:lnSpc>
              <a:spcBef>
                <a:spcPct val="0"/>
              </a:spcBef>
              <a:spcAft>
                <a:spcPct val="0"/>
              </a:spcAft>
              <a:buClrTx/>
              <a:buSzTx/>
              <a:buFontTx/>
              <a:buNone/>
              <a:tabLst/>
              <a:defRPr/>
            </a:pPr>
            <a:r>
              <a:rPr kumimoji="1" lang="en-GB" altLang="ja-JP" sz="700" b="0" i="0" u="none" strike="noStrike" kern="1200" cap="none" spc="0" normalizeH="0" baseline="0" noProof="0" dirty="0">
                <a:ln>
                  <a:noFill/>
                </a:ln>
                <a:solidFill>
                  <a:schemeClr val="bg1"/>
                </a:solidFill>
                <a:effectLst/>
                <a:uLnTx/>
                <a:uFillTx/>
                <a:latin typeface="Arial"/>
                <a:ea typeface="+mn-ea"/>
                <a:cs typeface="+mn-cs"/>
              </a:rPr>
              <a:t>Fujitsu Restricted - Internal Use Only</a:t>
            </a:r>
            <a:endParaRPr kumimoji="1" lang="en-US" altLang="ja-JP" sz="700" b="0" i="0" u="none" strike="noStrike" kern="1200" cap="none" spc="0" normalizeH="0" baseline="0" noProof="0" dirty="0">
              <a:ln>
                <a:noFill/>
              </a:ln>
              <a:solidFill>
                <a:schemeClr val="bg1"/>
              </a:solidFill>
              <a:effectLst/>
              <a:uLnTx/>
              <a:uFillTx/>
              <a:latin typeface="Arial"/>
              <a:ea typeface="+mn-ea"/>
              <a:cs typeface="+mn-cs"/>
            </a:endParaRPr>
          </a:p>
        </p:txBody>
      </p:sp>
    </p:spTree>
    <p:extLst>
      <p:ext uri="{BB962C8B-B14F-4D97-AF65-F5344CB8AC3E}">
        <p14:creationId xmlns:p14="http://schemas.microsoft.com/office/powerpoint/2010/main" val="2124248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2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Slide - Bullets (1-col)">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9767" y="206603"/>
            <a:ext cx="7740000" cy="366254"/>
          </a:xfrm>
          <a:prstGeom prst="rect">
            <a:avLst/>
          </a:prstGeom>
        </p:spPr>
        <p:txBody>
          <a:bodyPr>
            <a:spAutoFit/>
          </a:bodyPr>
          <a:lstStyle>
            <a:lvl1pPr>
              <a:lnSpc>
                <a:spcPct val="85000"/>
              </a:lnSpc>
              <a:defRPr sz="2800"/>
            </a:lvl1pPr>
          </a:lstStyle>
          <a:p>
            <a:r>
              <a:rPr lang="en-US" altLang="ja-JP" dirty="0"/>
              <a:t>Slide title</a:t>
            </a:r>
            <a:endParaRPr lang="en-US" dirty="0"/>
          </a:p>
        </p:txBody>
      </p:sp>
      <p:sp>
        <p:nvSpPr>
          <p:cNvPr id="6" name="Slide Number Placeholder 5"/>
          <p:cNvSpPr>
            <a:spLocks noGrp="1"/>
          </p:cNvSpPr>
          <p:nvPr>
            <p:ph type="sldNum" sz="quarter" idx="12"/>
          </p:nvPr>
        </p:nvSpPr>
        <p:spPr/>
        <p:txBody>
          <a:bodyPr/>
          <a:lstStyle/>
          <a:p>
            <a:fld id="{4D029D89-7B63-4C94-AD4D-2E4D6BB83637}" type="slidenum">
              <a:rPr kumimoji="1" lang="ja-JP" altLang="en-US" smtClean="0"/>
              <a:t>‹#›</a:t>
            </a:fld>
            <a:endParaRPr kumimoji="1" lang="ja-JP" altLang="en-US"/>
          </a:p>
        </p:txBody>
      </p:sp>
      <p:sp>
        <p:nvSpPr>
          <p:cNvPr id="4" name="Text Placeholder 3">
            <a:extLst>
              <a:ext uri="{FF2B5EF4-FFF2-40B4-BE49-F238E27FC236}">
                <a16:creationId xmlns:a16="http://schemas.microsoft.com/office/drawing/2014/main" id="{9EBF4EE4-50E9-4ECE-9329-774C2C38C68C}"/>
              </a:ext>
            </a:extLst>
          </p:cNvPr>
          <p:cNvSpPr>
            <a:spLocks noGrp="1"/>
          </p:cNvSpPr>
          <p:nvPr>
            <p:ph type="body" sz="quarter" idx="14" hasCustomPrompt="1"/>
          </p:nvPr>
        </p:nvSpPr>
        <p:spPr>
          <a:xfrm>
            <a:off x="231774" y="950913"/>
            <a:ext cx="8677275" cy="1311128"/>
          </a:xfrm>
          <a:prstGeom prst="rect">
            <a:avLst/>
          </a:prstGeom>
        </p:spPr>
        <p:txBody>
          <a:bodyPr wrap="square" lIns="0" tIns="0" rIns="0" bIns="0">
            <a:spAutoFit/>
          </a:bodyPr>
          <a:lstStyle>
            <a:lvl1pPr marL="252413" indent="-252413">
              <a:spcAft>
                <a:spcPts val="600"/>
              </a:spcAft>
              <a:buClr>
                <a:srgbClr val="EA0000"/>
              </a:buClr>
              <a:buSzPct val="120000"/>
              <a:buFont typeface="Arial" panose="020B0604020202020204" pitchFamily="34" charset="0"/>
              <a:buChar char="●"/>
              <a:defRPr/>
            </a:lvl1pPr>
            <a:lvl2pPr marL="533400" indent="-225425">
              <a:spcAft>
                <a:spcPts val="600"/>
              </a:spcAft>
              <a:buClr>
                <a:srgbClr val="FF8000"/>
              </a:buClr>
              <a:buSzPct val="120000"/>
              <a:buFont typeface="Arial" panose="020B0604020202020204" pitchFamily="34" charset="0"/>
              <a:buChar char="●"/>
              <a:defRPr/>
            </a:lvl2pPr>
            <a:lvl3pPr marL="868363" indent="-198438">
              <a:spcAft>
                <a:spcPts val="600"/>
              </a:spcAft>
              <a:buClr>
                <a:srgbClr val="6D6E70"/>
              </a:buClr>
              <a:buSzPct val="120000"/>
              <a:buFont typeface="Arial" panose="020B0604020202020204" pitchFamily="34" charset="0"/>
              <a:buChar char="●"/>
              <a:defRPr/>
            </a:lvl3pPr>
            <a:lvl4pPr>
              <a:spcAft>
                <a:spcPts val="600"/>
              </a:spcAft>
              <a:buClr>
                <a:schemeClr val="bg1">
                  <a:lumMod val="65000"/>
                </a:schemeClr>
              </a:buClr>
              <a:buSzPct val="120000"/>
              <a:defRPr/>
            </a:lvl4pPr>
          </a:lstStyle>
          <a:p>
            <a:r>
              <a:rPr lang="en-GB" dirty="0"/>
              <a:t>Bullets level 1</a:t>
            </a:r>
          </a:p>
          <a:p>
            <a:pPr lvl="1"/>
            <a:r>
              <a:rPr lang="en-GB" dirty="0"/>
              <a:t>Bullets level 2</a:t>
            </a:r>
          </a:p>
          <a:p>
            <a:pPr lvl="2"/>
            <a:r>
              <a:rPr lang="en-GB" dirty="0"/>
              <a:t>Bullets level 3</a:t>
            </a:r>
          </a:p>
          <a:p>
            <a:pPr lvl="3"/>
            <a:r>
              <a:rPr lang="en-GB" dirty="0"/>
              <a:t>Bullets level 4</a:t>
            </a:r>
            <a:endParaRPr lang="en-US" dirty="0"/>
          </a:p>
        </p:txBody>
      </p:sp>
    </p:spTree>
    <p:extLst>
      <p:ext uri="{BB962C8B-B14F-4D97-AF65-F5344CB8AC3E}">
        <p14:creationId xmlns:p14="http://schemas.microsoft.com/office/powerpoint/2010/main" val="1099392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ontent Slide - Bullets (1-col)">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9767" y="206603"/>
            <a:ext cx="7740000" cy="366254"/>
          </a:xfrm>
          <a:prstGeom prst="rect">
            <a:avLst/>
          </a:prstGeom>
        </p:spPr>
        <p:txBody>
          <a:bodyPr>
            <a:spAutoFit/>
          </a:bodyPr>
          <a:lstStyle>
            <a:lvl1pPr>
              <a:lnSpc>
                <a:spcPct val="85000"/>
              </a:lnSpc>
              <a:defRPr sz="2800"/>
            </a:lvl1pPr>
          </a:lstStyle>
          <a:p>
            <a:r>
              <a:rPr lang="en-US" altLang="ja-JP" dirty="0"/>
              <a:t>Slide title</a:t>
            </a:r>
            <a:endParaRPr lang="en-US" dirty="0"/>
          </a:p>
        </p:txBody>
      </p:sp>
      <p:sp>
        <p:nvSpPr>
          <p:cNvPr id="6" name="Slide Number Placeholder 5"/>
          <p:cNvSpPr>
            <a:spLocks noGrp="1"/>
          </p:cNvSpPr>
          <p:nvPr>
            <p:ph type="sldNum" sz="quarter" idx="12"/>
          </p:nvPr>
        </p:nvSpPr>
        <p:spPr/>
        <p:txBody>
          <a:bodyPr/>
          <a:lstStyle/>
          <a:p>
            <a:fld id="{4D029D89-7B63-4C94-AD4D-2E4D6BB83637}" type="slidenum">
              <a:rPr kumimoji="1" lang="ja-JP" altLang="en-US" smtClean="0"/>
              <a:t>‹#›</a:t>
            </a:fld>
            <a:endParaRPr kumimoji="1" lang="ja-JP" altLang="en-US"/>
          </a:p>
        </p:txBody>
      </p:sp>
      <p:sp>
        <p:nvSpPr>
          <p:cNvPr id="4" name="Text Placeholder 3">
            <a:extLst>
              <a:ext uri="{FF2B5EF4-FFF2-40B4-BE49-F238E27FC236}">
                <a16:creationId xmlns:a16="http://schemas.microsoft.com/office/drawing/2014/main" id="{9EBF4EE4-50E9-4ECE-9329-774C2C38C68C}"/>
              </a:ext>
            </a:extLst>
          </p:cNvPr>
          <p:cNvSpPr>
            <a:spLocks noGrp="1"/>
          </p:cNvSpPr>
          <p:nvPr>
            <p:ph type="body" sz="quarter" idx="14" hasCustomPrompt="1"/>
          </p:nvPr>
        </p:nvSpPr>
        <p:spPr>
          <a:xfrm>
            <a:off x="231774" y="950913"/>
            <a:ext cx="4205367" cy="1311128"/>
          </a:xfrm>
          <a:prstGeom prst="rect">
            <a:avLst/>
          </a:prstGeom>
        </p:spPr>
        <p:txBody>
          <a:bodyPr wrap="square" lIns="0" tIns="0" rIns="0" bIns="0">
            <a:spAutoFit/>
          </a:bodyPr>
          <a:lstStyle>
            <a:lvl1pPr marL="252413" indent="-252413">
              <a:spcAft>
                <a:spcPts val="600"/>
              </a:spcAft>
              <a:buClr>
                <a:srgbClr val="EA0000"/>
              </a:buClr>
              <a:buSzPct val="120000"/>
              <a:buFont typeface="Arial" panose="020B0604020202020204" pitchFamily="34" charset="0"/>
              <a:buChar char="●"/>
              <a:defRPr/>
            </a:lvl1pPr>
            <a:lvl2pPr marL="533400" indent="-225425">
              <a:spcAft>
                <a:spcPts val="600"/>
              </a:spcAft>
              <a:buClr>
                <a:srgbClr val="FF8000"/>
              </a:buClr>
              <a:buSzPct val="120000"/>
              <a:buFont typeface="Arial" panose="020B0604020202020204" pitchFamily="34" charset="0"/>
              <a:buChar char="●"/>
              <a:defRPr/>
            </a:lvl2pPr>
            <a:lvl3pPr marL="868363" indent="-198438">
              <a:spcAft>
                <a:spcPts val="600"/>
              </a:spcAft>
              <a:buClr>
                <a:srgbClr val="6D6E70"/>
              </a:buClr>
              <a:buSzPct val="120000"/>
              <a:buFont typeface="Arial" panose="020B0604020202020204" pitchFamily="34" charset="0"/>
              <a:buChar char="●"/>
              <a:defRPr/>
            </a:lvl3pPr>
            <a:lvl4pPr>
              <a:spcAft>
                <a:spcPts val="600"/>
              </a:spcAft>
              <a:buClr>
                <a:schemeClr val="bg1">
                  <a:lumMod val="65000"/>
                </a:schemeClr>
              </a:buClr>
              <a:buSzPct val="120000"/>
              <a:defRPr/>
            </a:lvl4pPr>
          </a:lstStyle>
          <a:p>
            <a:r>
              <a:rPr lang="en-GB" dirty="0"/>
              <a:t>Bullets level 1</a:t>
            </a:r>
          </a:p>
          <a:p>
            <a:pPr lvl="1"/>
            <a:r>
              <a:rPr lang="en-GB" dirty="0"/>
              <a:t>Bullets level 2</a:t>
            </a:r>
          </a:p>
          <a:p>
            <a:pPr lvl="2"/>
            <a:r>
              <a:rPr lang="en-GB" dirty="0"/>
              <a:t>Bullets level 3</a:t>
            </a:r>
          </a:p>
          <a:p>
            <a:pPr lvl="3"/>
            <a:r>
              <a:rPr lang="en-GB" dirty="0"/>
              <a:t>Bullets level 4</a:t>
            </a:r>
            <a:endParaRPr lang="en-US" dirty="0"/>
          </a:p>
        </p:txBody>
      </p:sp>
      <p:sp>
        <p:nvSpPr>
          <p:cNvPr id="5" name="Text Placeholder 4">
            <a:extLst>
              <a:ext uri="{FF2B5EF4-FFF2-40B4-BE49-F238E27FC236}">
                <a16:creationId xmlns:a16="http://schemas.microsoft.com/office/drawing/2014/main" id="{7C511649-B36E-47C3-A3F7-5CDC5D3F8D29}"/>
              </a:ext>
            </a:extLst>
          </p:cNvPr>
          <p:cNvSpPr>
            <a:spLocks noGrp="1"/>
          </p:cNvSpPr>
          <p:nvPr>
            <p:ph type="body" sz="quarter" idx="15" hasCustomPrompt="1"/>
          </p:nvPr>
        </p:nvSpPr>
        <p:spPr>
          <a:xfrm>
            <a:off x="4657518" y="950913"/>
            <a:ext cx="4164219" cy="1311128"/>
          </a:xfrm>
        </p:spPr>
        <p:txBody>
          <a:bodyPr/>
          <a:lstStyle>
            <a:lvl2pPr marL="533400" indent="-225425">
              <a:buFont typeface="Arial" panose="020B0604020202020204" pitchFamily="34" charset="0"/>
              <a:buChar char="●"/>
              <a:defRPr/>
            </a:lvl2pPr>
            <a:lvl3pPr marL="868363" indent="-198438">
              <a:buFont typeface="Arial" panose="020B0604020202020204" pitchFamily="34" charset="0"/>
              <a:buChar char="●"/>
              <a:defRPr/>
            </a:lvl3pPr>
          </a:lstStyle>
          <a:p>
            <a:r>
              <a:rPr lang="en-GB" dirty="0"/>
              <a:t>Bullets level 1</a:t>
            </a:r>
          </a:p>
          <a:p>
            <a:pPr lvl="1"/>
            <a:r>
              <a:rPr lang="en-GB" dirty="0"/>
              <a:t>Bullets level 2</a:t>
            </a:r>
          </a:p>
          <a:p>
            <a:pPr lvl="2"/>
            <a:r>
              <a:rPr lang="en-GB" dirty="0"/>
              <a:t>Bullets level 3</a:t>
            </a:r>
          </a:p>
          <a:p>
            <a:pPr lvl="3"/>
            <a:r>
              <a:rPr lang="en-GB" dirty="0"/>
              <a:t>Bullets level 4</a:t>
            </a:r>
            <a:endParaRPr lang="en-US" dirty="0"/>
          </a:p>
        </p:txBody>
      </p:sp>
    </p:spTree>
    <p:extLst>
      <p:ext uri="{BB962C8B-B14F-4D97-AF65-F5344CB8AC3E}">
        <p14:creationId xmlns:p14="http://schemas.microsoft.com/office/powerpoint/2010/main" val="2851610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Slide - Text (1-col)">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9767" y="206603"/>
            <a:ext cx="7740000" cy="366254"/>
          </a:xfrm>
          <a:prstGeom prst="rect">
            <a:avLst/>
          </a:prstGeom>
        </p:spPr>
        <p:txBody>
          <a:bodyPr>
            <a:spAutoFit/>
          </a:bodyPr>
          <a:lstStyle>
            <a:lvl1pPr>
              <a:lnSpc>
                <a:spcPct val="85000"/>
              </a:lnSpc>
              <a:defRPr sz="2800"/>
            </a:lvl1pPr>
          </a:lstStyle>
          <a:p>
            <a:r>
              <a:rPr lang="en-US" altLang="ja-JP" dirty="0"/>
              <a:t>Slide title</a:t>
            </a:r>
            <a:endParaRPr lang="en-US" dirty="0"/>
          </a:p>
        </p:txBody>
      </p:sp>
      <p:sp>
        <p:nvSpPr>
          <p:cNvPr id="6" name="Slide Number Placeholder 5"/>
          <p:cNvSpPr>
            <a:spLocks noGrp="1"/>
          </p:cNvSpPr>
          <p:nvPr>
            <p:ph type="sldNum" sz="quarter" idx="12"/>
          </p:nvPr>
        </p:nvSpPr>
        <p:spPr/>
        <p:txBody>
          <a:bodyPr/>
          <a:lstStyle/>
          <a:p>
            <a:fld id="{4D029D89-7B63-4C94-AD4D-2E4D6BB83637}" type="slidenum">
              <a:rPr kumimoji="1" lang="ja-JP" altLang="en-US" smtClean="0"/>
              <a:t>‹#›</a:t>
            </a:fld>
            <a:endParaRPr kumimoji="1" lang="ja-JP" altLang="en-US"/>
          </a:p>
        </p:txBody>
      </p:sp>
      <p:sp>
        <p:nvSpPr>
          <p:cNvPr id="8" name="Text Placeholder 7">
            <a:extLst>
              <a:ext uri="{FF2B5EF4-FFF2-40B4-BE49-F238E27FC236}">
                <a16:creationId xmlns:a16="http://schemas.microsoft.com/office/drawing/2014/main" id="{AEB215B0-F0D3-4B76-AABE-C21B061E9A9C}"/>
              </a:ext>
            </a:extLst>
          </p:cNvPr>
          <p:cNvSpPr>
            <a:spLocks noGrp="1"/>
          </p:cNvSpPr>
          <p:nvPr>
            <p:ph type="body" sz="quarter" idx="13" hasCustomPrompt="1"/>
          </p:nvPr>
        </p:nvSpPr>
        <p:spPr>
          <a:xfrm>
            <a:off x="234000" y="958851"/>
            <a:ext cx="8680868" cy="3783012"/>
          </a:xfrm>
          <a:prstGeom prst="rect">
            <a:avLst/>
          </a:prstGeom>
        </p:spPr>
        <p:txBody>
          <a:bodyPr lIns="0" tIns="0" rIns="0" bIns="0">
            <a:normAutofit/>
          </a:bodyPr>
          <a:lstStyle>
            <a:lvl1pPr marL="0" marR="0" indent="0" algn="l" defTabSz="685800" rtl="0" eaLnBrk="1" fontAlgn="auto" latinLnBrk="0" hangingPunct="1">
              <a:lnSpc>
                <a:spcPct val="90000"/>
              </a:lnSpc>
              <a:spcBef>
                <a:spcPts val="0"/>
              </a:spcBef>
              <a:spcAft>
                <a:spcPts val="600"/>
              </a:spcAft>
              <a:buClrTx/>
              <a:buSzPct val="100000"/>
              <a:buFont typeface="Arial" panose="020B0604020202020204" pitchFamily="34" charset="0"/>
              <a:buNone/>
              <a:tabLst/>
              <a:defRPr kumimoji="1" lang="en-US" altLang="ja-JP" sz="2400" kern="1200" noProof="0" dirty="0">
                <a:solidFill>
                  <a:schemeClr val="tx1"/>
                </a:solidFill>
                <a:latin typeface="+mn-lt"/>
                <a:ea typeface="+mn-ea"/>
                <a:cs typeface="+mn-cs"/>
              </a:defRPr>
            </a:lvl1pPr>
          </a:lstStyle>
          <a:p>
            <a:pPr marL="0" marR="0" lvl="0" indent="0" algn="l" defTabSz="685800" rtl="0" eaLnBrk="1" fontAlgn="auto" latinLnBrk="0" hangingPunct="1">
              <a:lnSpc>
                <a:spcPct val="90000"/>
              </a:lnSpc>
              <a:spcBef>
                <a:spcPts val="0"/>
              </a:spcBef>
              <a:spcAft>
                <a:spcPts val="600"/>
              </a:spcAft>
              <a:buClrTx/>
              <a:buSzPct val="100000"/>
              <a:buFont typeface="Arial" panose="020B0604020202020204" pitchFamily="34" charset="0"/>
              <a:buNone/>
              <a:tabLst/>
              <a:defRPr/>
            </a:pPr>
            <a:r>
              <a:rPr kumimoji="1" lang="en-US" altLang="ja-JP" sz="2400" b="0" i="0" u="none" strike="noStrike" kern="1200" cap="none" spc="0" normalizeH="0" baseline="0" noProof="0" dirty="0">
                <a:ln>
                  <a:noFill/>
                </a:ln>
                <a:solidFill>
                  <a:srgbClr val="000000"/>
                </a:solidFill>
                <a:effectLst/>
                <a:uLnTx/>
                <a:uFillTx/>
                <a:latin typeface="+mn-lt"/>
                <a:cs typeface="+mn-cs"/>
              </a:rPr>
              <a:t>Add your text here…</a:t>
            </a:r>
          </a:p>
        </p:txBody>
      </p:sp>
    </p:spTree>
    <p:extLst>
      <p:ext uri="{BB962C8B-B14F-4D97-AF65-F5344CB8AC3E}">
        <p14:creationId xmlns:p14="http://schemas.microsoft.com/office/powerpoint/2010/main" val="2126056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Slide - Text (2-col)">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9767" y="206603"/>
            <a:ext cx="7740000" cy="366254"/>
          </a:xfrm>
          <a:prstGeom prst="rect">
            <a:avLst/>
          </a:prstGeom>
        </p:spPr>
        <p:txBody>
          <a:bodyPr>
            <a:spAutoFit/>
          </a:bodyPr>
          <a:lstStyle>
            <a:lvl1pPr>
              <a:lnSpc>
                <a:spcPct val="85000"/>
              </a:lnSpc>
              <a:defRPr sz="2800"/>
            </a:lvl1pPr>
          </a:lstStyle>
          <a:p>
            <a:r>
              <a:rPr lang="en-US" altLang="ja-JP" dirty="0"/>
              <a:t>Slide title</a:t>
            </a:r>
            <a:endParaRPr lang="en-US" dirty="0"/>
          </a:p>
        </p:txBody>
      </p:sp>
      <p:sp>
        <p:nvSpPr>
          <p:cNvPr id="6" name="Slide Number Placeholder 5"/>
          <p:cNvSpPr>
            <a:spLocks noGrp="1"/>
          </p:cNvSpPr>
          <p:nvPr>
            <p:ph type="sldNum" sz="quarter" idx="12"/>
          </p:nvPr>
        </p:nvSpPr>
        <p:spPr/>
        <p:txBody>
          <a:bodyPr/>
          <a:lstStyle/>
          <a:p>
            <a:fld id="{4D029D89-7B63-4C94-AD4D-2E4D6BB83637}" type="slidenum">
              <a:rPr kumimoji="1" lang="ja-JP" altLang="en-US" smtClean="0"/>
              <a:t>‹#›</a:t>
            </a:fld>
            <a:endParaRPr kumimoji="1" lang="ja-JP" altLang="en-US"/>
          </a:p>
        </p:txBody>
      </p:sp>
      <p:sp>
        <p:nvSpPr>
          <p:cNvPr id="8" name="Text Placeholder 7">
            <a:extLst>
              <a:ext uri="{FF2B5EF4-FFF2-40B4-BE49-F238E27FC236}">
                <a16:creationId xmlns:a16="http://schemas.microsoft.com/office/drawing/2014/main" id="{AEB215B0-F0D3-4B76-AABE-C21B061E9A9C}"/>
              </a:ext>
            </a:extLst>
          </p:cNvPr>
          <p:cNvSpPr>
            <a:spLocks noGrp="1"/>
          </p:cNvSpPr>
          <p:nvPr>
            <p:ph type="body" sz="quarter" idx="13" hasCustomPrompt="1"/>
          </p:nvPr>
        </p:nvSpPr>
        <p:spPr>
          <a:xfrm>
            <a:off x="234000" y="958851"/>
            <a:ext cx="4223700" cy="332399"/>
          </a:xfrm>
          <a:prstGeom prst="rect">
            <a:avLst/>
          </a:prstGeom>
        </p:spPr>
        <p:txBody>
          <a:bodyPr lIns="0" tIns="0" rIns="0" bIns="0">
            <a:spAutoFit/>
          </a:bodyPr>
          <a:lstStyle>
            <a:lvl1pPr marL="0" marR="0" indent="0" algn="l" defTabSz="685800" rtl="0" eaLnBrk="1" fontAlgn="auto" latinLnBrk="0" hangingPunct="1">
              <a:lnSpc>
                <a:spcPct val="90000"/>
              </a:lnSpc>
              <a:spcBef>
                <a:spcPts val="0"/>
              </a:spcBef>
              <a:spcAft>
                <a:spcPts val="600"/>
              </a:spcAft>
              <a:buClrTx/>
              <a:buSzPct val="100000"/>
              <a:buFont typeface="Arial" panose="020B0604020202020204" pitchFamily="34" charset="0"/>
              <a:buNone/>
              <a:tabLst/>
              <a:defRPr kumimoji="1" lang="en-US" altLang="ja-JP" sz="2400" kern="1200" noProof="0" dirty="0">
                <a:solidFill>
                  <a:schemeClr val="tx1"/>
                </a:solidFill>
                <a:latin typeface="+mn-lt"/>
                <a:ea typeface="+mn-ea"/>
                <a:cs typeface="+mn-cs"/>
              </a:defRPr>
            </a:lvl1pPr>
          </a:lstStyle>
          <a:p>
            <a:pPr marL="0" marR="0" lvl="0" indent="0" algn="l" defTabSz="685800" rtl="0" eaLnBrk="1" fontAlgn="auto" latinLnBrk="0" hangingPunct="1">
              <a:lnSpc>
                <a:spcPct val="90000"/>
              </a:lnSpc>
              <a:spcBef>
                <a:spcPts val="0"/>
              </a:spcBef>
              <a:spcAft>
                <a:spcPts val="600"/>
              </a:spcAft>
              <a:buClrTx/>
              <a:buSzPct val="100000"/>
              <a:buFont typeface="Arial" panose="020B0604020202020204" pitchFamily="34" charset="0"/>
              <a:buNone/>
              <a:tabLst/>
              <a:defRPr/>
            </a:pPr>
            <a:r>
              <a:rPr kumimoji="1" lang="en-US" altLang="ja-JP" sz="2400" b="0" i="0" u="none" strike="noStrike" kern="1200" cap="none" spc="0" normalizeH="0" baseline="0" noProof="0" dirty="0">
                <a:ln>
                  <a:noFill/>
                </a:ln>
                <a:solidFill>
                  <a:srgbClr val="000000"/>
                </a:solidFill>
                <a:effectLst/>
                <a:uLnTx/>
                <a:uFillTx/>
                <a:latin typeface="+mn-lt"/>
                <a:cs typeface="+mn-cs"/>
              </a:rPr>
              <a:t>Add your text here…</a:t>
            </a:r>
          </a:p>
        </p:txBody>
      </p:sp>
      <p:sp>
        <p:nvSpPr>
          <p:cNvPr id="4" name="Text Placeholder 3">
            <a:extLst>
              <a:ext uri="{FF2B5EF4-FFF2-40B4-BE49-F238E27FC236}">
                <a16:creationId xmlns:a16="http://schemas.microsoft.com/office/drawing/2014/main" id="{8EF6EDCF-1E8A-44E1-95A2-DB771C73868B}"/>
              </a:ext>
            </a:extLst>
          </p:cNvPr>
          <p:cNvSpPr>
            <a:spLocks noGrp="1"/>
          </p:cNvSpPr>
          <p:nvPr>
            <p:ph type="body" sz="quarter" idx="14" hasCustomPrompt="1"/>
          </p:nvPr>
        </p:nvSpPr>
        <p:spPr>
          <a:xfrm>
            <a:off x="4572000" y="958851"/>
            <a:ext cx="4338000" cy="332399"/>
          </a:xfrm>
          <a:prstGeom prst="rect">
            <a:avLst/>
          </a:prstGeom>
        </p:spPr>
        <p:txBody>
          <a:bodyPr>
            <a:spAutoFit/>
          </a:bodyPr>
          <a:lstStyle>
            <a:lvl1pPr marL="0" indent="0">
              <a:buNone/>
              <a:defRPr kumimoji="1" lang="en-US" altLang="ja-JP" sz="2400" b="0" i="0" u="none" strike="noStrike" kern="1200" cap="none" spc="0" normalizeH="0" baseline="0" noProof="0" dirty="0" smtClean="0">
                <a:ln>
                  <a:noFill/>
                </a:ln>
                <a:solidFill>
                  <a:srgbClr val="000000"/>
                </a:solidFill>
                <a:effectLst/>
                <a:uLnTx/>
                <a:uFillTx/>
                <a:latin typeface="+mn-lt"/>
                <a:ea typeface="+mn-ea"/>
                <a:cs typeface="+mn-cs"/>
              </a:defRPr>
            </a:lvl1pPr>
            <a:lvl2pPr marL="307975" indent="0">
              <a:buNone/>
              <a:defRPr/>
            </a:lvl2pPr>
            <a:lvl5pPr marL="1543050" indent="-171450">
              <a:buFont typeface="Arial" panose="020B0604020202020204" pitchFamily="34" charset="0"/>
              <a:buChar char="•"/>
              <a:defRPr/>
            </a:lvl5pPr>
          </a:lstStyle>
          <a:p>
            <a:pPr marL="0" marR="0" lvl="0" indent="0" algn="l" defTabSz="685800" rtl="0" eaLnBrk="1" fontAlgn="auto" latinLnBrk="0" hangingPunct="1">
              <a:lnSpc>
                <a:spcPct val="90000"/>
              </a:lnSpc>
              <a:spcBef>
                <a:spcPts val="0"/>
              </a:spcBef>
              <a:spcAft>
                <a:spcPts val="600"/>
              </a:spcAft>
              <a:buClrTx/>
              <a:buSzPct val="100000"/>
              <a:buFont typeface="Arial" panose="020B0604020202020204" pitchFamily="34" charset="0"/>
              <a:buNone/>
              <a:tabLst/>
              <a:defRPr/>
            </a:pPr>
            <a:r>
              <a:rPr kumimoji="1" lang="en-US" altLang="ja-JP" sz="2400" b="0" i="0" u="none" strike="noStrike" kern="1200" cap="none" spc="0" normalizeH="0" baseline="0" noProof="0" dirty="0">
                <a:ln>
                  <a:noFill/>
                </a:ln>
                <a:solidFill>
                  <a:srgbClr val="000000"/>
                </a:solidFill>
                <a:effectLst/>
                <a:uLnTx/>
                <a:uFillTx/>
                <a:latin typeface="+mn-lt"/>
                <a:cs typeface="+mn-cs"/>
              </a:rPr>
              <a:t>Add your text here…</a:t>
            </a:r>
          </a:p>
        </p:txBody>
      </p:sp>
    </p:spTree>
    <p:extLst>
      <p:ext uri="{BB962C8B-B14F-4D97-AF65-F5344CB8AC3E}">
        <p14:creationId xmlns:p14="http://schemas.microsoft.com/office/powerpoint/2010/main" val="1194975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Slide - 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9767" y="206603"/>
            <a:ext cx="7740000" cy="366254"/>
          </a:xfrm>
          <a:prstGeom prst="rect">
            <a:avLst/>
          </a:prstGeom>
        </p:spPr>
        <p:txBody>
          <a:bodyPr>
            <a:spAutoFit/>
          </a:bodyPr>
          <a:lstStyle>
            <a:lvl1pPr>
              <a:lnSpc>
                <a:spcPct val="85000"/>
              </a:lnSpc>
              <a:defRPr sz="2800"/>
            </a:lvl1pPr>
          </a:lstStyle>
          <a:p>
            <a:r>
              <a:rPr lang="en-US" altLang="ja-JP" dirty="0"/>
              <a:t>Slide title</a:t>
            </a:r>
            <a:endParaRPr lang="en-US" dirty="0"/>
          </a:p>
        </p:txBody>
      </p:sp>
      <p:sp>
        <p:nvSpPr>
          <p:cNvPr id="6" name="Slide Number Placeholder 5"/>
          <p:cNvSpPr>
            <a:spLocks noGrp="1"/>
          </p:cNvSpPr>
          <p:nvPr>
            <p:ph type="sldNum" sz="quarter" idx="12"/>
          </p:nvPr>
        </p:nvSpPr>
        <p:spPr/>
        <p:txBody>
          <a:bodyPr/>
          <a:lstStyle/>
          <a:p>
            <a:fld id="{4D029D89-7B63-4C94-AD4D-2E4D6BB83637}" type="slidenum">
              <a:rPr kumimoji="1" lang="ja-JP" altLang="en-US" smtClean="0"/>
              <a:t>‹#›</a:t>
            </a:fld>
            <a:endParaRPr kumimoji="1" lang="ja-JP" altLang="en-US"/>
          </a:p>
        </p:txBody>
      </p:sp>
    </p:spTree>
    <p:extLst>
      <p:ext uri="{BB962C8B-B14F-4D97-AF65-F5344CB8AC3E}">
        <p14:creationId xmlns:p14="http://schemas.microsoft.com/office/powerpoint/2010/main" val="42580867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pic>
        <p:nvPicPr>
          <p:cNvPr id="16" name="図 17">
            <a:extLst>
              <a:ext uri="{FF2B5EF4-FFF2-40B4-BE49-F238E27FC236}">
                <a16:creationId xmlns:a16="http://schemas.microsoft.com/office/drawing/2014/main" id="{A3F6521C-D549-4CEE-A669-669502BFFA4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ltGray">
          <a:xfrm>
            <a:off x="4573384" y="0"/>
            <a:ext cx="4570616" cy="5143499"/>
          </a:xfrm>
          <a:prstGeom prst="rect">
            <a:avLst/>
          </a:prstGeom>
        </p:spPr>
      </p:pic>
      <p:pic>
        <p:nvPicPr>
          <p:cNvPr id="17" name="図 18">
            <a:extLst>
              <a:ext uri="{FF2B5EF4-FFF2-40B4-BE49-F238E27FC236}">
                <a16:creationId xmlns:a16="http://schemas.microsoft.com/office/drawing/2014/main" id="{4B608EF6-E058-45FE-84FA-3362B294B0E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bwMode="gray">
          <a:xfrm>
            <a:off x="3104888" y="1298597"/>
            <a:ext cx="3276000" cy="2545521"/>
          </a:xfrm>
          <a:prstGeom prst="rect">
            <a:avLst/>
          </a:prstGeom>
        </p:spPr>
      </p:pic>
      <p:sp>
        <p:nvSpPr>
          <p:cNvPr id="4" name="テキスト ボックス 3">
            <a:extLst>
              <a:ext uri="{FF2B5EF4-FFF2-40B4-BE49-F238E27FC236}">
                <a16:creationId xmlns:a16="http://schemas.microsoft.com/office/drawing/2014/main" id="{40C3468B-D18B-4488-B70F-EE038FBC8715}"/>
              </a:ext>
            </a:extLst>
          </p:cNvPr>
          <p:cNvSpPr txBox="1"/>
          <p:nvPr userDrawn="1"/>
        </p:nvSpPr>
        <p:spPr>
          <a:xfrm>
            <a:off x="129201" y="2007097"/>
            <a:ext cx="2876108" cy="738664"/>
          </a:xfrm>
          <a:prstGeom prst="rect">
            <a:avLst/>
          </a:prstGeom>
          <a:noFill/>
        </p:spPr>
        <p:txBody>
          <a:bodyPr wrap="none" rtlCol="0">
            <a:spAutoFit/>
          </a:bodyPr>
          <a:lstStyle/>
          <a:p>
            <a:r>
              <a:rPr kumimoji="1" lang="en-US" altLang="ja-JP" sz="4200" b="1" baseline="0" dirty="0"/>
              <a:t>Thank you</a:t>
            </a:r>
            <a:endParaRPr kumimoji="1" lang="ja-JP" altLang="en-US" sz="4200" b="1" baseline="0" dirty="0"/>
          </a:p>
        </p:txBody>
      </p:sp>
      <p:grpSp>
        <p:nvGrpSpPr>
          <p:cNvPr id="20" name="Group 19" descr="Fujitsu">
            <a:extLst>
              <a:ext uri="{FF2B5EF4-FFF2-40B4-BE49-F238E27FC236}">
                <a16:creationId xmlns:a16="http://schemas.microsoft.com/office/drawing/2014/main" id="{00C91225-5470-41F3-BF18-293D31ECB7E4}"/>
              </a:ext>
            </a:extLst>
          </p:cNvPr>
          <p:cNvGrpSpPr>
            <a:grpSpLocks noChangeAspect="1"/>
          </p:cNvGrpSpPr>
          <p:nvPr userDrawn="1"/>
        </p:nvGrpSpPr>
        <p:grpSpPr>
          <a:xfrm>
            <a:off x="7948615" y="226928"/>
            <a:ext cx="968769" cy="472173"/>
            <a:chOff x="8012114" y="249161"/>
            <a:chExt cx="892174" cy="434841"/>
          </a:xfrm>
        </p:grpSpPr>
        <p:sp>
          <p:nvSpPr>
            <p:cNvPr id="21" name="Freeform 34">
              <a:extLst>
                <a:ext uri="{FF2B5EF4-FFF2-40B4-BE49-F238E27FC236}">
                  <a16:creationId xmlns:a16="http://schemas.microsoft.com/office/drawing/2014/main" id="{CA60074C-8200-4851-A8D1-DEE0ED4F5420}"/>
                </a:ext>
              </a:extLst>
            </p:cNvPr>
            <p:cNvSpPr>
              <a:spLocks/>
            </p:cNvSpPr>
            <p:nvPr userDrawn="1"/>
          </p:nvSpPr>
          <p:spPr bwMode="gray">
            <a:xfrm>
              <a:off x="8307389" y="249161"/>
              <a:ext cx="179387" cy="139657"/>
            </a:xfrm>
            <a:custGeom>
              <a:avLst/>
              <a:gdLst>
                <a:gd name="T0" fmla="*/ 961 w 2365"/>
                <a:gd name="T1" fmla="*/ 764 h 1825"/>
                <a:gd name="T2" fmla="*/ 599 w 2365"/>
                <a:gd name="T3" fmla="*/ 642 h 1825"/>
                <a:gd name="T4" fmla="*/ 1 w 2365"/>
                <a:gd name="T5" fmla="*/ 1235 h 1825"/>
                <a:gd name="T6" fmla="*/ 599 w 2365"/>
                <a:gd name="T7" fmla="*/ 1825 h 1825"/>
                <a:gd name="T8" fmla="*/ 1053 w 2365"/>
                <a:gd name="T9" fmla="*/ 1619 h 1825"/>
                <a:gd name="T10" fmla="*/ 1053 w 2365"/>
                <a:gd name="T11" fmla="*/ 1293 h 1825"/>
                <a:gd name="T12" fmla="*/ 771 w 2365"/>
                <a:gd name="T13" fmla="*/ 1568 h 1825"/>
                <a:gd name="T14" fmla="*/ 599 w 2365"/>
                <a:gd name="T15" fmla="*/ 1604 h 1825"/>
                <a:gd name="T16" fmla="*/ 225 w 2365"/>
                <a:gd name="T17" fmla="*/ 1235 h 1825"/>
                <a:gd name="T18" fmla="*/ 599 w 2365"/>
                <a:gd name="T19" fmla="*/ 863 h 1825"/>
                <a:gd name="T20" fmla="*/ 861 w 2365"/>
                <a:gd name="T21" fmla="*/ 972 h 1825"/>
                <a:gd name="T22" fmla="*/ 1093 w 2365"/>
                <a:gd name="T23" fmla="*/ 1239 h 1825"/>
                <a:gd name="T24" fmla="*/ 1630 w 2365"/>
                <a:gd name="T25" fmla="*/ 1473 h 1825"/>
                <a:gd name="T26" fmla="*/ 2365 w 2365"/>
                <a:gd name="T27" fmla="*/ 741 h 1825"/>
                <a:gd name="T28" fmla="*/ 1630 w 2365"/>
                <a:gd name="T29" fmla="*/ 0 h 1825"/>
                <a:gd name="T30" fmla="*/ 1053 w 2365"/>
                <a:gd name="T31" fmla="*/ 295 h 1825"/>
                <a:gd name="T32" fmla="*/ 1053 w 2365"/>
                <a:gd name="T33" fmla="*/ 735 h 1825"/>
                <a:gd name="T34" fmla="*/ 1630 w 2365"/>
                <a:gd name="T35" fmla="*/ 232 h 1825"/>
                <a:gd name="T36" fmla="*/ 2134 w 2365"/>
                <a:gd name="T37" fmla="*/ 741 h 1825"/>
                <a:gd name="T38" fmla="*/ 1630 w 2365"/>
                <a:gd name="T39" fmla="*/ 1245 h 1825"/>
                <a:gd name="T40" fmla="*/ 1303 w 2365"/>
                <a:gd name="T41" fmla="*/ 1125 h 1825"/>
                <a:gd name="T42" fmla="*/ 961 w 2365"/>
                <a:gd name="T43" fmla="*/ 764 h 1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65" h="1825">
                  <a:moveTo>
                    <a:pt x="961" y="764"/>
                  </a:moveTo>
                  <a:cubicBezTo>
                    <a:pt x="875" y="688"/>
                    <a:pt x="736" y="643"/>
                    <a:pt x="599" y="642"/>
                  </a:cubicBezTo>
                  <a:cubicBezTo>
                    <a:pt x="270" y="641"/>
                    <a:pt x="2" y="900"/>
                    <a:pt x="1" y="1235"/>
                  </a:cubicBezTo>
                  <a:cubicBezTo>
                    <a:pt x="0" y="1563"/>
                    <a:pt x="270" y="1824"/>
                    <a:pt x="599" y="1825"/>
                  </a:cubicBezTo>
                  <a:cubicBezTo>
                    <a:pt x="783" y="1825"/>
                    <a:pt x="943" y="1751"/>
                    <a:pt x="1053" y="1619"/>
                  </a:cubicBezTo>
                  <a:cubicBezTo>
                    <a:pt x="1053" y="1293"/>
                    <a:pt x="1053" y="1293"/>
                    <a:pt x="1053" y="1293"/>
                  </a:cubicBezTo>
                  <a:cubicBezTo>
                    <a:pt x="994" y="1394"/>
                    <a:pt x="877" y="1524"/>
                    <a:pt x="771" y="1568"/>
                  </a:cubicBezTo>
                  <a:cubicBezTo>
                    <a:pt x="717" y="1590"/>
                    <a:pt x="662" y="1604"/>
                    <a:pt x="599" y="1604"/>
                  </a:cubicBezTo>
                  <a:cubicBezTo>
                    <a:pt x="394" y="1604"/>
                    <a:pt x="225" y="1445"/>
                    <a:pt x="225" y="1235"/>
                  </a:cubicBezTo>
                  <a:cubicBezTo>
                    <a:pt x="225" y="1041"/>
                    <a:pt x="380" y="862"/>
                    <a:pt x="599" y="863"/>
                  </a:cubicBezTo>
                  <a:cubicBezTo>
                    <a:pt x="701" y="863"/>
                    <a:pt x="793" y="905"/>
                    <a:pt x="861" y="972"/>
                  </a:cubicBezTo>
                  <a:cubicBezTo>
                    <a:pt x="931" y="1040"/>
                    <a:pt x="1041" y="1183"/>
                    <a:pt x="1093" y="1239"/>
                  </a:cubicBezTo>
                  <a:cubicBezTo>
                    <a:pt x="1227" y="1383"/>
                    <a:pt x="1419" y="1473"/>
                    <a:pt x="1630" y="1473"/>
                  </a:cubicBezTo>
                  <a:cubicBezTo>
                    <a:pt x="2036" y="1474"/>
                    <a:pt x="2365" y="1146"/>
                    <a:pt x="2365" y="741"/>
                  </a:cubicBezTo>
                  <a:cubicBezTo>
                    <a:pt x="2365" y="336"/>
                    <a:pt x="2035" y="0"/>
                    <a:pt x="1630" y="0"/>
                  </a:cubicBezTo>
                  <a:cubicBezTo>
                    <a:pt x="1395" y="0"/>
                    <a:pt x="1187" y="122"/>
                    <a:pt x="1053" y="295"/>
                  </a:cubicBezTo>
                  <a:cubicBezTo>
                    <a:pt x="1053" y="735"/>
                    <a:pt x="1053" y="735"/>
                    <a:pt x="1053" y="735"/>
                  </a:cubicBezTo>
                  <a:cubicBezTo>
                    <a:pt x="1155" y="455"/>
                    <a:pt x="1340" y="232"/>
                    <a:pt x="1630" y="232"/>
                  </a:cubicBezTo>
                  <a:cubicBezTo>
                    <a:pt x="1909" y="232"/>
                    <a:pt x="2135" y="463"/>
                    <a:pt x="2134" y="741"/>
                  </a:cubicBezTo>
                  <a:cubicBezTo>
                    <a:pt x="2134" y="1020"/>
                    <a:pt x="1909" y="1246"/>
                    <a:pt x="1630" y="1245"/>
                  </a:cubicBezTo>
                  <a:cubicBezTo>
                    <a:pt x="1506" y="1244"/>
                    <a:pt x="1391" y="1199"/>
                    <a:pt x="1303" y="1125"/>
                  </a:cubicBezTo>
                  <a:cubicBezTo>
                    <a:pt x="1194" y="1040"/>
                    <a:pt x="1074" y="860"/>
                    <a:pt x="961" y="76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4" name="Freeform 35">
              <a:extLst>
                <a:ext uri="{FF2B5EF4-FFF2-40B4-BE49-F238E27FC236}">
                  <a16:creationId xmlns:a16="http://schemas.microsoft.com/office/drawing/2014/main" id="{AA345ED2-3E37-40B2-AD74-CD8EFA5E3FDC}"/>
                </a:ext>
              </a:extLst>
            </p:cNvPr>
            <p:cNvSpPr>
              <a:spLocks/>
            </p:cNvSpPr>
            <p:nvPr userDrawn="1"/>
          </p:nvSpPr>
          <p:spPr bwMode="gray">
            <a:xfrm>
              <a:off x="8012114" y="401514"/>
              <a:ext cx="123825" cy="201551"/>
            </a:xfrm>
            <a:custGeom>
              <a:avLst/>
              <a:gdLst>
                <a:gd name="T0" fmla="*/ 0 w 1624"/>
                <a:gd name="T1" fmla="*/ 0 h 2651"/>
                <a:gd name="T2" fmla="*/ 1624 w 1624"/>
                <a:gd name="T3" fmla="*/ 0 h 2651"/>
                <a:gd name="T4" fmla="*/ 1624 w 1624"/>
                <a:gd name="T5" fmla="*/ 452 h 2651"/>
                <a:gd name="T6" fmla="*/ 1365 w 1624"/>
                <a:gd name="T7" fmla="*/ 273 h 2651"/>
                <a:gd name="T8" fmla="*/ 613 w 1624"/>
                <a:gd name="T9" fmla="*/ 273 h 2651"/>
                <a:gd name="T10" fmla="*/ 613 w 1624"/>
                <a:gd name="T11" fmla="*/ 1053 h 2651"/>
                <a:gd name="T12" fmla="*/ 1428 w 1624"/>
                <a:gd name="T13" fmla="*/ 1053 h 2651"/>
                <a:gd name="T14" fmla="*/ 1428 w 1624"/>
                <a:gd name="T15" fmla="*/ 1467 h 2651"/>
                <a:gd name="T16" fmla="*/ 1205 w 1624"/>
                <a:gd name="T17" fmla="*/ 1335 h 2651"/>
                <a:gd name="T18" fmla="*/ 613 w 1624"/>
                <a:gd name="T19" fmla="*/ 1335 h 2651"/>
                <a:gd name="T20" fmla="*/ 613 w 1624"/>
                <a:gd name="T21" fmla="*/ 2401 h 2651"/>
                <a:gd name="T22" fmla="*/ 784 w 1624"/>
                <a:gd name="T23" fmla="*/ 2651 h 2651"/>
                <a:gd name="T24" fmla="*/ 11 w 1624"/>
                <a:gd name="T25" fmla="*/ 2651 h 2651"/>
                <a:gd name="T26" fmla="*/ 173 w 1624"/>
                <a:gd name="T27" fmla="*/ 2401 h 2651"/>
                <a:gd name="T28" fmla="*/ 173 w 1624"/>
                <a:gd name="T29" fmla="*/ 278 h 2651"/>
                <a:gd name="T30" fmla="*/ 0 w 1624"/>
                <a:gd name="T31"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24" h="2651">
                  <a:moveTo>
                    <a:pt x="0" y="0"/>
                  </a:moveTo>
                  <a:cubicBezTo>
                    <a:pt x="1624" y="0"/>
                    <a:pt x="1624" y="0"/>
                    <a:pt x="1624" y="0"/>
                  </a:cubicBezTo>
                  <a:cubicBezTo>
                    <a:pt x="1624" y="452"/>
                    <a:pt x="1624" y="452"/>
                    <a:pt x="1624" y="452"/>
                  </a:cubicBezTo>
                  <a:cubicBezTo>
                    <a:pt x="1624" y="452"/>
                    <a:pt x="1540" y="274"/>
                    <a:pt x="1365" y="273"/>
                  </a:cubicBezTo>
                  <a:cubicBezTo>
                    <a:pt x="613" y="273"/>
                    <a:pt x="613" y="273"/>
                    <a:pt x="613" y="273"/>
                  </a:cubicBezTo>
                  <a:cubicBezTo>
                    <a:pt x="613" y="1053"/>
                    <a:pt x="613" y="1053"/>
                    <a:pt x="613" y="1053"/>
                  </a:cubicBezTo>
                  <a:cubicBezTo>
                    <a:pt x="1428" y="1053"/>
                    <a:pt x="1428" y="1053"/>
                    <a:pt x="1428" y="1053"/>
                  </a:cubicBezTo>
                  <a:cubicBezTo>
                    <a:pt x="1428" y="1467"/>
                    <a:pt x="1428" y="1467"/>
                    <a:pt x="1428" y="1467"/>
                  </a:cubicBezTo>
                  <a:cubicBezTo>
                    <a:pt x="1428" y="1467"/>
                    <a:pt x="1402" y="1335"/>
                    <a:pt x="1205" y="1335"/>
                  </a:cubicBezTo>
                  <a:cubicBezTo>
                    <a:pt x="613" y="1335"/>
                    <a:pt x="613" y="1335"/>
                    <a:pt x="613" y="1335"/>
                  </a:cubicBezTo>
                  <a:cubicBezTo>
                    <a:pt x="613" y="2401"/>
                    <a:pt x="613" y="2401"/>
                    <a:pt x="613" y="2401"/>
                  </a:cubicBezTo>
                  <a:cubicBezTo>
                    <a:pt x="613" y="2558"/>
                    <a:pt x="784" y="2651"/>
                    <a:pt x="784" y="2651"/>
                  </a:cubicBezTo>
                  <a:cubicBezTo>
                    <a:pt x="11" y="2651"/>
                    <a:pt x="11" y="2651"/>
                    <a:pt x="11" y="2651"/>
                  </a:cubicBezTo>
                  <a:cubicBezTo>
                    <a:pt x="11" y="2651"/>
                    <a:pt x="173" y="2569"/>
                    <a:pt x="173" y="2401"/>
                  </a:cubicBezTo>
                  <a:cubicBezTo>
                    <a:pt x="173" y="278"/>
                    <a:pt x="173" y="278"/>
                    <a:pt x="173" y="278"/>
                  </a:cubicBezTo>
                  <a:cubicBezTo>
                    <a:pt x="173" y="9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5" name="Freeform 36">
              <a:extLst>
                <a:ext uri="{FF2B5EF4-FFF2-40B4-BE49-F238E27FC236}">
                  <a16:creationId xmlns:a16="http://schemas.microsoft.com/office/drawing/2014/main" id="{7CD6A6C4-7575-4B56-9FB4-28D633CC9DD6}"/>
                </a:ext>
              </a:extLst>
            </p:cNvPr>
            <p:cNvSpPr>
              <a:spLocks/>
            </p:cNvSpPr>
            <p:nvPr userDrawn="1"/>
          </p:nvSpPr>
          <p:spPr bwMode="gray">
            <a:xfrm>
              <a:off x="8305801" y="401514"/>
              <a:ext cx="80962" cy="282488"/>
            </a:xfrm>
            <a:custGeom>
              <a:avLst/>
              <a:gdLst>
                <a:gd name="T0" fmla="*/ 246 w 1072"/>
                <a:gd name="T1" fmla="*/ 0 h 3696"/>
                <a:gd name="T2" fmla="*/ 1072 w 1072"/>
                <a:gd name="T3" fmla="*/ 0 h 3696"/>
                <a:gd name="T4" fmla="*/ 887 w 1072"/>
                <a:gd name="T5" fmla="*/ 230 h 3696"/>
                <a:gd name="T6" fmla="*/ 887 w 1072"/>
                <a:gd name="T7" fmla="*/ 2717 h 3696"/>
                <a:gd name="T8" fmla="*/ 0 w 1072"/>
                <a:gd name="T9" fmla="*/ 3693 h 3696"/>
                <a:gd name="T10" fmla="*/ 423 w 1072"/>
                <a:gd name="T11" fmla="*/ 2717 h 3696"/>
                <a:gd name="T12" fmla="*/ 423 w 1072"/>
                <a:gd name="T13" fmla="*/ 230 h 3696"/>
                <a:gd name="T14" fmla="*/ 246 w 1072"/>
                <a:gd name="T15" fmla="*/ 0 h 36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2" h="3696">
                  <a:moveTo>
                    <a:pt x="246" y="0"/>
                  </a:moveTo>
                  <a:cubicBezTo>
                    <a:pt x="1072" y="0"/>
                    <a:pt x="1072" y="0"/>
                    <a:pt x="1072" y="0"/>
                  </a:cubicBezTo>
                  <a:cubicBezTo>
                    <a:pt x="1072" y="0"/>
                    <a:pt x="887" y="87"/>
                    <a:pt x="887" y="230"/>
                  </a:cubicBezTo>
                  <a:cubicBezTo>
                    <a:pt x="887" y="2717"/>
                    <a:pt x="887" y="2717"/>
                    <a:pt x="887" y="2717"/>
                  </a:cubicBezTo>
                  <a:cubicBezTo>
                    <a:pt x="887" y="3558"/>
                    <a:pt x="44" y="3696"/>
                    <a:pt x="0" y="3693"/>
                  </a:cubicBezTo>
                  <a:cubicBezTo>
                    <a:pt x="72" y="3647"/>
                    <a:pt x="422" y="3349"/>
                    <a:pt x="423" y="2717"/>
                  </a:cubicBezTo>
                  <a:cubicBezTo>
                    <a:pt x="423" y="230"/>
                    <a:pt x="423" y="230"/>
                    <a:pt x="423" y="230"/>
                  </a:cubicBezTo>
                  <a:cubicBezTo>
                    <a:pt x="424" y="96"/>
                    <a:pt x="246" y="0"/>
                    <a:pt x="24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6" name="Freeform 37">
              <a:extLst>
                <a:ext uri="{FF2B5EF4-FFF2-40B4-BE49-F238E27FC236}">
                  <a16:creationId xmlns:a16="http://schemas.microsoft.com/office/drawing/2014/main" id="{3CB1F97C-8E5F-454A-B2E7-6D20A1D16809}"/>
                </a:ext>
              </a:extLst>
            </p:cNvPr>
            <p:cNvSpPr>
              <a:spLocks/>
            </p:cNvSpPr>
            <p:nvPr userDrawn="1"/>
          </p:nvSpPr>
          <p:spPr bwMode="gray">
            <a:xfrm>
              <a:off x="8396289" y="401514"/>
              <a:ext cx="63500" cy="201551"/>
            </a:xfrm>
            <a:custGeom>
              <a:avLst/>
              <a:gdLst>
                <a:gd name="T0" fmla="*/ 0 w 828"/>
                <a:gd name="T1" fmla="*/ 0 h 2653"/>
                <a:gd name="T2" fmla="*/ 828 w 828"/>
                <a:gd name="T3" fmla="*/ 0 h 2653"/>
                <a:gd name="T4" fmla="*/ 645 w 828"/>
                <a:gd name="T5" fmla="*/ 235 h 2653"/>
                <a:gd name="T6" fmla="*/ 645 w 828"/>
                <a:gd name="T7" fmla="*/ 2401 h 2653"/>
                <a:gd name="T8" fmla="*/ 828 w 828"/>
                <a:gd name="T9" fmla="*/ 2653 h 2653"/>
                <a:gd name="T10" fmla="*/ 0 w 828"/>
                <a:gd name="T11" fmla="*/ 2653 h 2653"/>
                <a:gd name="T12" fmla="*/ 184 w 828"/>
                <a:gd name="T13" fmla="*/ 2401 h 2653"/>
                <a:gd name="T14" fmla="*/ 184 w 828"/>
                <a:gd name="T15" fmla="*/ 235 h 2653"/>
                <a:gd name="T16" fmla="*/ 0 w 828"/>
                <a:gd name="T17" fmla="*/ 0 h 2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2653">
                  <a:moveTo>
                    <a:pt x="0" y="0"/>
                  </a:moveTo>
                  <a:cubicBezTo>
                    <a:pt x="828" y="0"/>
                    <a:pt x="828" y="0"/>
                    <a:pt x="828" y="0"/>
                  </a:cubicBezTo>
                  <a:cubicBezTo>
                    <a:pt x="828" y="0"/>
                    <a:pt x="645" y="89"/>
                    <a:pt x="645" y="235"/>
                  </a:cubicBezTo>
                  <a:cubicBezTo>
                    <a:pt x="645" y="2401"/>
                    <a:pt x="645" y="2401"/>
                    <a:pt x="645" y="2401"/>
                  </a:cubicBezTo>
                  <a:cubicBezTo>
                    <a:pt x="645" y="2556"/>
                    <a:pt x="828" y="2653"/>
                    <a:pt x="828" y="2653"/>
                  </a:cubicBezTo>
                  <a:cubicBezTo>
                    <a:pt x="0" y="2653"/>
                    <a:pt x="0" y="2653"/>
                    <a:pt x="0" y="2653"/>
                  </a:cubicBezTo>
                  <a:cubicBezTo>
                    <a:pt x="0" y="2653"/>
                    <a:pt x="184" y="2557"/>
                    <a:pt x="184" y="2401"/>
                  </a:cubicBezTo>
                  <a:cubicBezTo>
                    <a:pt x="184" y="235"/>
                    <a:pt x="184" y="235"/>
                    <a:pt x="184" y="235"/>
                  </a:cubicBezTo>
                  <a:cubicBezTo>
                    <a:pt x="184" y="8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7" name="Freeform 38">
              <a:extLst>
                <a:ext uri="{FF2B5EF4-FFF2-40B4-BE49-F238E27FC236}">
                  <a16:creationId xmlns:a16="http://schemas.microsoft.com/office/drawing/2014/main" id="{650911E5-80F4-4024-9206-0320DACA0666}"/>
                </a:ext>
              </a:extLst>
            </p:cNvPr>
            <p:cNvSpPr>
              <a:spLocks/>
            </p:cNvSpPr>
            <p:nvPr userDrawn="1"/>
          </p:nvSpPr>
          <p:spPr bwMode="gray">
            <a:xfrm>
              <a:off x="8459789" y="401514"/>
              <a:ext cx="150812" cy="201551"/>
            </a:xfrm>
            <a:custGeom>
              <a:avLst/>
              <a:gdLst>
                <a:gd name="T0" fmla="*/ 161 w 1984"/>
                <a:gd name="T1" fmla="*/ 0 h 2651"/>
                <a:gd name="T2" fmla="*/ 1984 w 1984"/>
                <a:gd name="T3" fmla="*/ 0 h 2651"/>
                <a:gd name="T4" fmla="*/ 1829 w 1984"/>
                <a:gd name="T5" fmla="*/ 482 h 2651"/>
                <a:gd name="T6" fmla="*/ 1607 w 1984"/>
                <a:gd name="T7" fmla="*/ 279 h 2651"/>
                <a:gd name="T8" fmla="*/ 1229 w 1984"/>
                <a:gd name="T9" fmla="*/ 279 h 2651"/>
                <a:gd name="T10" fmla="*/ 1229 w 1984"/>
                <a:gd name="T11" fmla="*/ 2401 h 2651"/>
                <a:gd name="T12" fmla="*/ 1407 w 1984"/>
                <a:gd name="T13" fmla="*/ 2651 h 2651"/>
                <a:gd name="T14" fmla="*/ 595 w 1984"/>
                <a:gd name="T15" fmla="*/ 2651 h 2651"/>
                <a:gd name="T16" fmla="*/ 771 w 1984"/>
                <a:gd name="T17" fmla="*/ 2401 h 2651"/>
                <a:gd name="T18" fmla="*/ 771 w 1984"/>
                <a:gd name="T19" fmla="*/ 279 h 2651"/>
                <a:gd name="T20" fmla="*/ 315 w 1984"/>
                <a:gd name="T21" fmla="*/ 279 h 2651"/>
                <a:gd name="T22" fmla="*/ 0 w 1984"/>
                <a:gd name="T23" fmla="*/ 522 h 2651"/>
                <a:gd name="T24" fmla="*/ 161 w 1984"/>
                <a:gd name="T25"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4" h="2651">
                  <a:moveTo>
                    <a:pt x="161" y="0"/>
                  </a:moveTo>
                  <a:cubicBezTo>
                    <a:pt x="1984" y="0"/>
                    <a:pt x="1984" y="0"/>
                    <a:pt x="1984" y="0"/>
                  </a:cubicBezTo>
                  <a:cubicBezTo>
                    <a:pt x="1829" y="482"/>
                    <a:pt x="1829" y="482"/>
                    <a:pt x="1829" y="482"/>
                  </a:cubicBezTo>
                  <a:cubicBezTo>
                    <a:pt x="1829" y="482"/>
                    <a:pt x="1783" y="279"/>
                    <a:pt x="1607" y="279"/>
                  </a:cubicBezTo>
                  <a:cubicBezTo>
                    <a:pt x="1229" y="279"/>
                    <a:pt x="1229" y="279"/>
                    <a:pt x="1229" y="279"/>
                  </a:cubicBezTo>
                  <a:cubicBezTo>
                    <a:pt x="1229" y="2401"/>
                    <a:pt x="1229" y="2401"/>
                    <a:pt x="1229" y="2401"/>
                  </a:cubicBezTo>
                  <a:cubicBezTo>
                    <a:pt x="1229" y="2535"/>
                    <a:pt x="1407" y="2651"/>
                    <a:pt x="1407" y="2651"/>
                  </a:cubicBezTo>
                  <a:cubicBezTo>
                    <a:pt x="595" y="2651"/>
                    <a:pt x="595" y="2651"/>
                    <a:pt x="595" y="2651"/>
                  </a:cubicBezTo>
                  <a:cubicBezTo>
                    <a:pt x="595" y="2651"/>
                    <a:pt x="771" y="2547"/>
                    <a:pt x="771" y="2401"/>
                  </a:cubicBezTo>
                  <a:cubicBezTo>
                    <a:pt x="771" y="279"/>
                    <a:pt x="771" y="279"/>
                    <a:pt x="771" y="279"/>
                  </a:cubicBezTo>
                  <a:cubicBezTo>
                    <a:pt x="315" y="279"/>
                    <a:pt x="315" y="279"/>
                    <a:pt x="315" y="279"/>
                  </a:cubicBezTo>
                  <a:cubicBezTo>
                    <a:pt x="185" y="280"/>
                    <a:pt x="0" y="522"/>
                    <a:pt x="0" y="522"/>
                  </a:cubicBezTo>
                  <a:lnTo>
                    <a:pt x="16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8" name="Freeform 39">
              <a:extLst>
                <a:ext uri="{FF2B5EF4-FFF2-40B4-BE49-F238E27FC236}">
                  <a16:creationId xmlns:a16="http://schemas.microsoft.com/office/drawing/2014/main" id="{F493319B-2248-439E-9823-06601D5056EC}"/>
                </a:ext>
              </a:extLst>
            </p:cNvPr>
            <p:cNvSpPr>
              <a:spLocks/>
            </p:cNvSpPr>
            <p:nvPr userDrawn="1"/>
          </p:nvSpPr>
          <p:spPr bwMode="gray">
            <a:xfrm>
              <a:off x="8734426" y="401514"/>
              <a:ext cx="169862" cy="204725"/>
            </a:xfrm>
            <a:custGeom>
              <a:avLst/>
              <a:gdLst>
                <a:gd name="T0" fmla="*/ 1420 w 2219"/>
                <a:gd name="T1" fmla="*/ 0 h 2693"/>
                <a:gd name="T2" fmla="*/ 2219 w 2219"/>
                <a:gd name="T3" fmla="*/ 0 h 2693"/>
                <a:gd name="T4" fmla="*/ 2048 w 2219"/>
                <a:gd name="T5" fmla="*/ 234 h 2693"/>
                <a:gd name="T6" fmla="*/ 2048 w 2219"/>
                <a:gd name="T7" fmla="*/ 1840 h 2693"/>
                <a:gd name="T8" fmla="*/ 1131 w 2219"/>
                <a:gd name="T9" fmla="*/ 2693 h 2693"/>
                <a:gd name="T10" fmla="*/ 176 w 2219"/>
                <a:gd name="T11" fmla="*/ 1840 h 2693"/>
                <a:gd name="T12" fmla="*/ 176 w 2219"/>
                <a:gd name="T13" fmla="*/ 234 h 2693"/>
                <a:gd name="T14" fmla="*/ 0 w 2219"/>
                <a:gd name="T15" fmla="*/ 0 h 2693"/>
                <a:gd name="T16" fmla="*/ 821 w 2219"/>
                <a:gd name="T17" fmla="*/ 0 h 2693"/>
                <a:gd name="T18" fmla="*/ 638 w 2219"/>
                <a:gd name="T19" fmla="*/ 234 h 2693"/>
                <a:gd name="T20" fmla="*/ 638 w 2219"/>
                <a:gd name="T21" fmla="*/ 1840 h 2693"/>
                <a:gd name="T22" fmla="*/ 1131 w 2219"/>
                <a:gd name="T23" fmla="*/ 2406 h 2693"/>
                <a:gd name="T24" fmla="*/ 1601 w 2219"/>
                <a:gd name="T25" fmla="*/ 1840 h 2693"/>
                <a:gd name="T26" fmla="*/ 1601 w 2219"/>
                <a:gd name="T27" fmla="*/ 234 h 2693"/>
                <a:gd name="T28" fmla="*/ 1420 w 2219"/>
                <a:gd name="T29" fmla="*/ 0 h 2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19" h="2693">
                  <a:moveTo>
                    <a:pt x="1420" y="0"/>
                  </a:moveTo>
                  <a:cubicBezTo>
                    <a:pt x="2219" y="0"/>
                    <a:pt x="2219" y="0"/>
                    <a:pt x="2219" y="0"/>
                  </a:cubicBezTo>
                  <a:cubicBezTo>
                    <a:pt x="2219" y="0"/>
                    <a:pt x="2048" y="91"/>
                    <a:pt x="2048" y="234"/>
                  </a:cubicBezTo>
                  <a:cubicBezTo>
                    <a:pt x="2048" y="1840"/>
                    <a:pt x="2048" y="1840"/>
                    <a:pt x="2048" y="1840"/>
                  </a:cubicBezTo>
                  <a:cubicBezTo>
                    <a:pt x="2047" y="2492"/>
                    <a:pt x="1506" y="2693"/>
                    <a:pt x="1131" y="2693"/>
                  </a:cubicBezTo>
                  <a:cubicBezTo>
                    <a:pt x="759" y="2693"/>
                    <a:pt x="175" y="2490"/>
                    <a:pt x="176" y="1840"/>
                  </a:cubicBezTo>
                  <a:cubicBezTo>
                    <a:pt x="176" y="234"/>
                    <a:pt x="176" y="234"/>
                    <a:pt x="176" y="234"/>
                  </a:cubicBezTo>
                  <a:cubicBezTo>
                    <a:pt x="176" y="91"/>
                    <a:pt x="0" y="0"/>
                    <a:pt x="0" y="0"/>
                  </a:cubicBezTo>
                  <a:cubicBezTo>
                    <a:pt x="821" y="0"/>
                    <a:pt x="821" y="0"/>
                    <a:pt x="821" y="0"/>
                  </a:cubicBezTo>
                  <a:cubicBezTo>
                    <a:pt x="821" y="0"/>
                    <a:pt x="638" y="88"/>
                    <a:pt x="638" y="234"/>
                  </a:cubicBezTo>
                  <a:cubicBezTo>
                    <a:pt x="638" y="1840"/>
                    <a:pt x="638" y="1840"/>
                    <a:pt x="638" y="1840"/>
                  </a:cubicBezTo>
                  <a:cubicBezTo>
                    <a:pt x="638" y="2182"/>
                    <a:pt x="865" y="2406"/>
                    <a:pt x="1131" y="2406"/>
                  </a:cubicBezTo>
                  <a:cubicBezTo>
                    <a:pt x="1397" y="2406"/>
                    <a:pt x="1600" y="2173"/>
                    <a:pt x="1601" y="1840"/>
                  </a:cubicBezTo>
                  <a:cubicBezTo>
                    <a:pt x="1601" y="234"/>
                    <a:pt x="1601" y="234"/>
                    <a:pt x="1601" y="234"/>
                  </a:cubicBezTo>
                  <a:cubicBezTo>
                    <a:pt x="1601" y="91"/>
                    <a:pt x="1420" y="0"/>
                    <a:pt x="1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9" name="Freeform 40">
              <a:extLst>
                <a:ext uri="{FF2B5EF4-FFF2-40B4-BE49-F238E27FC236}">
                  <a16:creationId xmlns:a16="http://schemas.microsoft.com/office/drawing/2014/main" id="{9AADF53A-B05B-48E1-8372-26C17A1B030B}"/>
                </a:ext>
              </a:extLst>
            </p:cNvPr>
            <p:cNvSpPr>
              <a:spLocks/>
            </p:cNvSpPr>
            <p:nvPr userDrawn="1"/>
          </p:nvSpPr>
          <p:spPr bwMode="gray">
            <a:xfrm>
              <a:off x="8142289" y="401514"/>
              <a:ext cx="169862" cy="206312"/>
            </a:xfrm>
            <a:custGeom>
              <a:avLst/>
              <a:gdLst>
                <a:gd name="T0" fmla="*/ 1427 w 2240"/>
                <a:gd name="T1" fmla="*/ 0 h 2700"/>
                <a:gd name="T2" fmla="*/ 2240 w 2240"/>
                <a:gd name="T3" fmla="*/ 0 h 2700"/>
                <a:gd name="T4" fmla="*/ 2068 w 2240"/>
                <a:gd name="T5" fmla="*/ 237 h 2700"/>
                <a:gd name="T6" fmla="*/ 2067 w 2240"/>
                <a:gd name="T7" fmla="*/ 1838 h 2700"/>
                <a:gd name="T8" fmla="*/ 1122 w 2240"/>
                <a:gd name="T9" fmla="*/ 2700 h 2700"/>
                <a:gd name="T10" fmla="*/ 166 w 2240"/>
                <a:gd name="T11" fmla="*/ 1838 h 2700"/>
                <a:gd name="T12" fmla="*/ 166 w 2240"/>
                <a:gd name="T13" fmla="*/ 237 h 2700"/>
                <a:gd name="T14" fmla="*/ 0 w 2240"/>
                <a:gd name="T15" fmla="*/ 0 h 2700"/>
                <a:gd name="T16" fmla="*/ 821 w 2240"/>
                <a:gd name="T17" fmla="*/ 0 h 2700"/>
                <a:gd name="T18" fmla="*/ 631 w 2240"/>
                <a:gd name="T19" fmla="*/ 237 h 2700"/>
                <a:gd name="T20" fmla="*/ 630 w 2240"/>
                <a:gd name="T21" fmla="*/ 1838 h 2700"/>
                <a:gd name="T22" fmla="*/ 1122 w 2240"/>
                <a:gd name="T23" fmla="*/ 2413 h 2700"/>
                <a:gd name="T24" fmla="*/ 1602 w 2240"/>
                <a:gd name="T25" fmla="*/ 1838 h 2700"/>
                <a:gd name="T26" fmla="*/ 1603 w 2240"/>
                <a:gd name="T27" fmla="*/ 237 h 2700"/>
                <a:gd name="T28" fmla="*/ 1427 w 2240"/>
                <a:gd name="T29" fmla="*/ 0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0" h="2700">
                  <a:moveTo>
                    <a:pt x="1427" y="0"/>
                  </a:moveTo>
                  <a:cubicBezTo>
                    <a:pt x="2240" y="0"/>
                    <a:pt x="2240" y="0"/>
                    <a:pt x="2240" y="0"/>
                  </a:cubicBezTo>
                  <a:cubicBezTo>
                    <a:pt x="2240" y="0"/>
                    <a:pt x="2068" y="95"/>
                    <a:pt x="2068" y="237"/>
                  </a:cubicBezTo>
                  <a:cubicBezTo>
                    <a:pt x="2068" y="238"/>
                    <a:pt x="2067" y="1838"/>
                    <a:pt x="2067" y="1838"/>
                  </a:cubicBezTo>
                  <a:cubicBezTo>
                    <a:pt x="2067" y="2494"/>
                    <a:pt x="1501" y="2700"/>
                    <a:pt x="1122" y="2700"/>
                  </a:cubicBezTo>
                  <a:cubicBezTo>
                    <a:pt x="750" y="2700"/>
                    <a:pt x="166" y="2491"/>
                    <a:pt x="166" y="1838"/>
                  </a:cubicBezTo>
                  <a:cubicBezTo>
                    <a:pt x="166" y="237"/>
                    <a:pt x="166" y="237"/>
                    <a:pt x="166" y="237"/>
                  </a:cubicBezTo>
                  <a:cubicBezTo>
                    <a:pt x="166" y="94"/>
                    <a:pt x="0" y="0"/>
                    <a:pt x="0" y="0"/>
                  </a:cubicBezTo>
                  <a:cubicBezTo>
                    <a:pt x="821" y="0"/>
                    <a:pt x="821" y="0"/>
                    <a:pt x="821" y="0"/>
                  </a:cubicBezTo>
                  <a:cubicBezTo>
                    <a:pt x="821" y="0"/>
                    <a:pt x="631" y="94"/>
                    <a:pt x="631" y="237"/>
                  </a:cubicBezTo>
                  <a:cubicBezTo>
                    <a:pt x="630" y="1838"/>
                    <a:pt x="630" y="1838"/>
                    <a:pt x="630" y="1838"/>
                  </a:cubicBezTo>
                  <a:cubicBezTo>
                    <a:pt x="630" y="2178"/>
                    <a:pt x="856" y="2412"/>
                    <a:pt x="1122" y="2413"/>
                  </a:cubicBezTo>
                  <a:cubicBezTo>
                    <a:pt x="1388" y="2414"/>
                    <a:pt x="1602" y="2174"/>
                    <a:pt x="1602" y="1838"/>
                  </a:cubicBezTo>
                  <a:cubicBezTo>
                    <a:pt x="1603" y="237"/>
                    <a:pt x="1603" y="237"/>
                    <a:pt x="1603" y="237"/>
                  </a:cubicBezTo>
                  <a:cubicBezTo>
                    <a:pt x="1603" y="94"/>
                    <a:pt x="1427" y="0"/>
                    <a:pt x="142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0" name="Freeform 41">
              <a:extLst>
                <a:ext uri="{FF2B5EF4-FFF2-40B4-BE49-F238E27FC236}">
                  <a16:creationId xmlns:a16="http://schemas.microsoft.com/office/drawing/2014/main" id="{09950012-992D-41FD-9E89-A43D2831A350}"/>
                </a:ext>
              </a:extLst>
            </p:cNvPr>
            <p:cNvSpPr>
              <a:spLocks/>
            </p:cNvSpPr>
            <p:nvPr userDrawn="1"/>
          </p:nvSpPr>
          <p:spPr bwMode="gray">
            <a:xfrm>
              <a:off x="8604251" y="396753"/>
              <a:ext cx="130175" cy="211073"/>
            </a:xfrm>
            <a:custGeom>
              <a:avLst/>
              <a:gdLst>
                <a:gd name="T0" fmla="*/ 1467 w 1707"/>
                <a:gd name="T1" fmla="*/ 479 h 2755"/>
                <a:gd name="T2" fmla="*/ 1019 w 1707"/>
                <a:gd name="T3" fmla="*/ 276 h 2755"/>
                <a:gd name="T4" fmla="*/ 504 w 1707"/>
                <a:gd name="T5" fmla="*/ 677 h 2755"/>
                <a:gd name="T6" fmla="*/ 995 w 1707"/>
                <a:gd name="T7" fmla="*/ 1174 h 2755"/>
                <a:gd name="T8" fmla="*/ 1705 w 1707"/>
                <a:gd name="T9" fmla="*/ 1974 h 2755"/>
                <a:gd name="T10" fmla="*/ 651 w 1707"/>
                <a:gd name="T11" fmla="*/ 2755 h 2755"/>
                <a:gd name="T12" fmla="*/ 155 w 1707"/>
                <a:gd name="T13" fmla="*/ 2686 h 2755"/>
                <a:gd name="T14" fmla="*/ 0 w 1707"/>
                <a:gd name="T15" fmla="*/ 2177 h 2755"/>
                <a:gd name="T16" fmla="*/ 658 w 1707"/>
                <a:gd name="T17" fmla="*/ 2466 h 2755"/>
                <a:gd name="T18" fmla="*/ 1252 w 1707"/>
                <a:gd name="T19" fmla="*/ 2030 h 2755"/>
                <a:gd name="T20" fmla="*/ 46 w 1707"/>
                <a:gd name="T21" fmla="*/ 731 h 2755"/>
                <a:gd name="T22" fmla="*/ 973 w 1707"/>
                <a:gd name="T23" fmla="*/ 0 h 2755"/>
                <a:gd name="T24" fmla="*/ 1467 w 1707"/>
                <a:gd name="T25" fmla="*/ 69 h 2755"/>
                <a:gd name="T26" fmla="*/ 1467 w 1707"/>
                <a:gd name="T27" fmla="*/ 479 h 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7" h="2755">
                  <a:moveTo>
                    <a:pt x="1467" y="479"/>
                  </a:moveTo>
                  <a:cubicBezTo>
                    <a:pt x="1467" y="479"/>
                    <a:pt x="1352" y="277"/>
                    <a:pt x="1019" y="276"/>
                  </a:cubicBezTo>
                  <a:cubicBezTo>
                    <a:pt x="686" y="275"/>
                    <a:pt x="505" y="450"/>
                    <a:pt x="504" y="677"/>
                  </a:cubicBezTo>
                  <a:cubicBezTo>
                    <a:pt x="503" y="934"/>
                    <a:pt x="696" y="1031"/>
                    <a:pt x="995" y="1174"/>
                  </a:cubicBezTo>
                  <a:cubicBezTo>
                    <a:pt x="1279" y="1311"/>
                    <a:pt x="1707" y="1499"/>
                    <a:pt x="1705" y="1974"/>
                  </a:cubicBezTo>
                  <a:cubicBezTo>
                    <a:pt x="1704" y="2399"/>
                    <a:pt x="1327" y="2755"/>
                    <a:pt x="651" y="2755"/>
                  </a:cubicBezTo>
                  <a:cubicBezTo>
                    <a:pt x="442" y="2754"/>
                    <a:pt x="155" y="2686"/>
                    <a:pt x="155" y="2686"/>
                  </a:cubicBezTo>
                  <a:cubicBezTo>
                    <a:pt x="0" y="2177"/>
                    <a:pt x="0" y="2177"/>
                    <a:pt x="0" y="2177"/>
                  </a:cubicBezTo>
                  <a:cubicBezTo>
                    <a:pt x="143" y="2316"/>
                    <a:pt x="397" y="2466"/>
                    <a:pt x="658" y="2466"/>
                  </a:cubicBezTo>
                  <a:cubicBezTo>
                    <a:pt x="929" y="2466"/>
                    <a:pt x="1252" y="2298"/>
                    <a:pt x="1252" y="2030"/>
                  </a:cubicBezTo>
                  <a:cubicBezTo>
                    <a:pt x="1252" y="1512"/>
                    <a:pt x="46" y="1598"/>
                    <a:pt x="46" y="731"/>
                  </a:cubicBezTo>
                  <a:cubicBezTo>
                    <a:pt x="46" y="433"/>
                    <a:pt x="254" y="0"/>
                    <a:pt x="973" y="0"/>
                  </a:cubicBezTo>
                  <a:cubicBezTo>
                    <a:pt x="1207" y="0"/>
                    <a:pt x="1467" y="69"/>
                    <a:pt x="1467" y="69"/>
                  </a:cubicBezTo>
                  <a:lnTo>
                    <a:pt x="1467" y="4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grpSp>
      <p:sp>
        <p:nvSpPr>
          <p:cNvPr id="31" name="TextBox 17">
            <a:extLst>
              <a:ext uri="{FF2B5EF4-FFF2-40B4-BE49-F238E27FC236}">
                <a16:creationId xmlns:a16="http://schemas.microsoft.com/office/drawing/2014/main" id="{D5E49898-FF21-4E70-A8B5-FD4F1373DD37}"/>
              </a:ext>
            </a:extLst>
          </p:cNvPr>
          <p:cNvSpPr txBox="1"/>
          <p:nvPr userDrawn="1"/>
        </p:nvSpPr>
        <p:spPr>
          <a:xfrm>
            <a:off x="7984067" y="4891390"/>
            <a:ext cx="935568" cy="107722"/>
          </a:xfrm>
          <a:prstGeom prst="rect">
            <a:avLst/>
          </a:prstGeom>
          <a:noFill/>
        </p:spPr>
        <p:txBody>
          <a:bodyPr wrap="square" lIns="0" tIns="0" rIns="0" bIns="0" rtlCol="0" anchor="b" anchorCtr="0">
            <a:spAutoFit/>
          </a:bodyPr>
          <a:lstStyle/>
          <a:p>
            <a:pPr marL="0" algn="r" defTabSz="457200" rtl="0" eaLnBrk="1" latinLnBrk="0" hangingPunct="1"/>
            <a:r>
              <a:rPr kumimoji="1" lang="en-GB" sz="700" kern="1200" dirty="0">
                <a:solidFill>
                  <a:schemeClr val="bg1"/>
                </a:solidFill>
                <a:latin typeface="+mn-lt"/>
                <a:ea typeface="+mn-ea"/>
                <a:cs typeface="+mn-cs"/>
              </a:rPr>
              <a:t>© FUJITSU 2021</a:t>
            </a:r>
          </a:p>
        </p:txBody>
      </p:sp>
      <p:sp>
        <p:nvSpPr>
          <p:cNvPr id="34" name="Rounded Rectangle 21">
            <a:extLst>
              <a:ext uri="{FF2B5EF4-FFF2-40B4-BE49-F238E27FC236}">
                <a16:creationId xmlns:a16="http://schemas.microsoft.com/office/drawing/2014/main" id="{CFA04961-F14C-4B17-AE6D-C0C16E45D202}"/>
              </a:ext>
            </a:extLst>
          </p:cNvPr>
          <p:cNvSpPr/>
          <p:nvPr userDrawn="1"/>
        </p:nvSpPr>
        <p:spPr bwMode="black">
          <a:xfrm>
            <a:off x="231775" y="4911725"/>
            <a:ext cx="1595438" cy="141161"/>
          </a:xfrm>
          <a:prstGeom prst="roundRect">
            <a:avLst>
              <a:gd name="adj" fmla="val 50000"/>
            </a:avLst>
          </a:prstGeom>
          <a:noFill/>
          <a:ln w="6350"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1218673" rtl="0" eaLnBrk="1" fontAlgn="ctr" latinLnBrk="0" hangingPunct="1">
              <a:lnSpc>
                <a:spcPct val="100000"/>
              </a:lnSpc>
              <a:spcBef>
                <a:spcPct val="0"/>
              </a:spcBef>
              <a:spcAft>
                <a:spcPct val="0"/>
              </a:spcAft>
              <a:buClrTx/>
              <a:buSzTx/>
              <a:buFontTx/>
              <a:buNone/>
              <a:tabLst/>
              <a:defRPr/>
            </a:pPr>
            <a:r>
              <a:rPr kumimoji="1" lang="en-GB" altLang="ja-JP" sz="700" b="0" i="0" u="none" strike="noStrike" kern="1200" cap="none" spc="0" normalizeH="0" baseline="0" noProof="0" dirty="0">
                <a:ln>
                  <a:noFill/>
                </a:ln>
                <a:solidFill>
                  <a:srgbClr val="000000"/>
                </a:solidFill>
                <a:effectLst/>
                <a:uLnTx/>
                <a:uFillTx/>
                <a:latin typeface="Arial"/>
                <a:ea typeface="+mn-ea"/>
                <a:cs typeface="+mn-cs"/>
              </a:rPr>
              <a:t>Fujitsu Restricted - Internal Use Only</a:t>
            </a:r>
            <a:endParaRPr kumimoji="1" lang="en-US" altLang="ja-JP" sz="70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4270505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2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D49D70F-2F49-4E2D-9DA6-96EA64654FE2}"/>
              </a:ext>
            </a:extLst>
          </p:cNvPr>
          <p:cNvSpPr/>
          <p:nvPr userDrawn="1"/>
        </p:nvSpPr>
        <p:spPr>
          <a:xfrm>
            <a:off x="0" y="0"/>
            <a:ext cx="6603385"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GB" dirty="0" err="1">
              <a:solidFill>
                <a:schemeClr val="tx1"/>
              </a:solidFill>
            </a:endParaRPr>
          </a:p>
        </p:txBody>
      </p:sp>
      <p:pic>
        <p:nvPicPr>
          <p:cNvPr id="23" name="図 19">
            <a:extLst>
              <a:ext uri="{FF2B5EF4-FFF2-40B4-BE49-F238E27FC236}">
                <a16:creationId xmlns:a16="http://schemas.microsoft.com/office/drawing/2014/main" id="{F8B08218-054C-4303-A795-648A9073B83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ltGray">
          <a:xfrm>
            <a:off x="6603386" y="0"/>
            <a:ext cx="2540614" cy="5143500"/>
          </a:xfrm>
          <a:prstGeom prst="rect">
            <a:avLst/>
          </a:prstGeom>
        </p:spPr>
      </p:pic>
      <p:pic>
        <p:nvPicPr>
          <p:cNvPr id="24" name="図 20">
            <a:extLst>
              <a:ext uri="{FF2B5EF4-FFF2-40B4-BE49-F238E27FC236}">
                <a16:creationId xmlns:a16="http://schemas.microsoft.com/office/drawing/2014/main" id="{4D577FD9-0AB6-438E-B4DA-94A33CC9A5EA}"/>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bwMode="gray">
          <a:xfrm>
            <a:off x="5162717" y="1350838"/>
            <a:ext cx="3142798" cy="2442021"/>
          </a:xfrm>
          <a:prstGeom prst="rect">
            <a:avLst/>
          </a:prstGeom>
        </p:spPr>
      </p:pic>
      <p:sp>
        <p:nvSpPr>
          <p:cNvPr id="7" name="TextBox 17">
            <a:extLst>
              <a:ext uri="{FF2B5EF4-FFF2-40B4-BE49-F238E27FC236}">
                <a16:creationId xmlns:a16="http://schemas.microsoft.com/office/drawing/2014/main" id="{A48EAE0D-F742-4787-AB4C-67158EB9A42B}"/>
              </a:ext>
            </a:extLst>
          </p:cNvPr>
          <p:cNvSpPr txBox="1"/>
          <p:nvPr userDrawn="1"/>
        </p:nvSpPr>
        <p:spPr>
          <a:xfrm>
            <a:off x="7984067" y="4891390"/>
            <a:ext cx="935568" cy="107722"/>
          </a:xfrm>
          <a:prstGeom prst="rect">
            <a:avLst/>
          </a:prstGeom>
          <a:noFill/>
        </p:spPr>
        <p:txBody>
          <a:bodyPr wrap="square" lIns="0" tIns="0" rIns="0" bIns="0" rtlCol="0" anchor="b" anchorCtr="0">
            <a:spAutoFit/>
          </a:bodyPr>
          <a:lstStyle/>
          <a:p>
            <a:pPr marL="0" algn="r" defTabSz="457200" rtl="0" eaLnBrk="1" latinLnBrk="0" hangingPunct="1"/>
            <a:r>
              <a:rPr kumimoji="1" lang="en-GB" sz="700" kern="1200" dirty="0">
                <a:solidFill>
                  <a:schemeClr val="tx1"/>
                </a:solidFill>
                <a:latin typeface="+mn-lt"/>
                <a:ea typeface="+mn-ea"/>
                <a:cs typeface="+mn-cs"/>
              </a:rPr>
              <a:t>© FUJITSU 2021</a:t>
            </a:r>
          </a:p>
        </p:txBody>
      </p:sp>
      <p:sp>
        <p:nvSpPr>
          <p:cNvPr id="8" name="Rounded Rectangle 21">
            <a:extLst>
              <a:ext uri="{FF2B5EF4-FFF2-40B4-BE49-F238E27FC236}">
                <a16:creationId xmlns:a16="http://schemas.microsoft.com/office/drawing/2014/main" id="{00832B23-641D-414F-84E1-124850478808}"/>
              </a:ext>
            </a:extLst>
          </p:cNvPr>
          <p:cNvSpPr/>
          <p:nvPr userDrawn="1"/>
        </p:nvSpPr>
        <p:spPr bwMode="black">
          <a:xfrm>
            <a:off x="231775" y="4911725"/>
            <a:ext cx="1595438" cy="141161"/>
          </a:xfrm>
          <a:prstGeom prst="roundRect">
            <a:avLst>
              <a:gd name="adj" fmla="val 50000"/>
            </a:avLst>
          </a:prstGeom>
          <a:noFill/>
          <a:ln w="6350"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1218673" rtl="0" eaLnBrk="1" fontAlgn="ctr" latinLnBrk="0" hangingPunct="1">
              <a:lnSpc>
                <a:spcPct val="100000"/>
              </a:lnSpc>
              <a:spcBef>
                <a:spcPct val="0"/>
              </a:spcBef>
              <a:spcAft>
                <a:spcPct val="0"/>
              </a:spcAft>
              <a:buClrTx/>
              <a:buSzTx/>
              <a:buFontTx/>
              <a:buNone/>
              <a:tabLst/>
              <a:defRPr/>
            </a:pPr>
            <a:r>
              <a:rPr kumimoji="1" lang="en-GB" altLang="ja-JP" sz="700" b="0" i="0" u="none" strike="noStrike" kern="1200" cap="none" spc="0" normalizeH="0" baseline="0" noProof="0" dirty="0">
                <a:ln>
                  <a:noFill/>
                </a:ln>
                <a:solidFill>
                  <a:srgbClr val="000000"/>
                </a:solidFill>
                <a:effectLst/>
                <a:uLnTx/>
                <a:uFillTx/>
                <a:latin typeface="Arial"/>
                <a:ea typeface="+mn-ea"/>
                <a:cs typeface="+mn-cs"/>
              </a:rPr>
              <a:t>Fujitsu Restricted - Internal Use Only</a:t>
            </a:r>
            <a:endParaRPr kumimoji="1" lang="en-US" altLang="ja-JP" sz="700" b="0" i="0" u="none" strike="noStrike" kern="1200" cap="none" spc="0" normalizeH="0" baseline="0" noProof="0" dirty="0">
              <a:ln>
                <a:noFill/>
              </a:ln>
              <a:solidFill>
                <a:srgbClr val="000000"/>
              </a:solidFill>
              <a:effectLst/>
              <a:uLnTx/>
              <a:uFillTx/>
              <a:latin typeface="Arial"/>
              <a:ea typeface="+mn-ea"/>
              <a:cs typeface="+mn-cs"/>
            </a:endParaRPr>
          </a:p>
        </p:txBody>
      </p:sp>
      <p:sp>
        <p:nvSpPr>
          <p:cNvPr id="11" name="Text Placeholder 10">
            <a:extLst>
              <a:ext uri="{FF2B5EF4-FFF2-40B4-BE49-F238E27FC236}">
                <a16:creationId xmlns:a16="http://schemas.microsoft.com/office/drawing/2014/main" id="{F3BA3734-909E-4036-AC8E-1576506A4DD8}"/>
              </a:ext>
            </a:extLst>
          </p:cNvPr>
          <p:cNvSpPr>
            <a:spLocks noGrp="1"/>
          </p:cNvSpPr>
          <p:nvPr>
            <p:ph type="body" sz="quarter" idx="10" hasCustomPrompt="1"/>
          </p:nvPr>
        </p:nvSpPr>
        <p:spPr>
          <a:xfrm>
            <a:off x="219076" y="1119716"/>
            <a:ext cx="4645024" cy="1454244"/>
          </a:xfrm>
          <a:prstGeom prst="rect">
            <a:avLst/>
          </a:prstGeom>
        </p:spPr>
        <p:txBody>
          <a:bodyPr wrap="square" lIns="0" tIns="0" rIns="0" bIns="0" numCol="1" spcCol="0" anchor="b" anchorCtr="0">
            <a:spAutoFit/>
          </a:bodyPr>
          <a:lstStyle>
            <a:lvl1pPr marL="0" indent="0">
              <a:buNone/>
              <a:defRPr sz="3500" b="1">
                <a:latin typeface="Arial" panose="020B0604020202020204" pitchFamily="34" charset="0"/>
                <a:cs typeface="Arial" panose="020B0604020202020204" pitchFamily="34" charset="0"/>
              </a:defRPr>
            </a:lvl1pPr>
            <a:lvl5pPr marL="1543050" indent="-171450">
              <a:buFont typeface="Arial" panose="020B0604020202020204" pitchFamily="34" charset="0"/>
              <a:buChar char="•"/>
              <a:defRPr/>
            </a:lvl5pPr>
          </a:lstStyle>
          <a:p>
            <a:pPr lvl="0"/>
            <a:r>
              <a:rPr lang="en-US" dirty="0"/>
              <a:t>Presentation headline Presentation headline Presentation headline</a:t>
            </a:r>
          </a:p>
        </p:txBody>
      </p:sp>
      <p:sp>
        <p:nvSpPr>
          <p:cNvPr id="13" name="Text Placeholder 12">
            <a:extLst>
              <a:ext uri="{FF2B5EF4-FFF2-40B4-BE49-F238E27FC236}">
                <a16:creationId xmlns:a16="http://schemas.microsoft.com/office/drawing/2014/main" id="{FECC21CA-F12D-4874-ACBA-CEBBD402B02A}"/>
              </a:ext>
            </a:extLst>
          </p:cNvPr>
          <p:cNvSpPr>
            <a:spLocks noGrp="1"/>
          </p:cNvSpPr>
          <p:nvPr>
            <p:ph type="body" sz="quarter" idx="11" hasCustomPrompt="1"/>
          </p:nvPr>
        </p:nvSpPr>
        <p:spPr>
          <a:xfrm>
            <a:off x="231775" y="3058147"/>
            <a:ext cx="4632325" cy="249299"/>
          </a:xfrm>
          <a:prstGeom prst="rect">
            <a:avLst/>
          </a:prstGeom>
        </p:spPr>
        <p:txBody>
          <a:bodyPr lIns="0" tIns="0" rIns="0" bIns="0">
            <a:spAutoFit/>
          </a:bodyPr>
          <a:lstStyle>
            <a:lvl1pPr marL="0" indent="0">
              <a:buNone/>
              <a:defRPr sz="1800"/>
            </a:lvl1pPr>
            <a:lvl2pPr marL="307975" indent="0">
              <a:buNone/>
              <a:defRPr/>
            </a:lvl2pPr>
            <a:lvl5pPr marL="1543050" indent="-171450">
              <a:buFont typeface="Arial" panose="020B0604020202020204" pitchFamily="34" charset="0"/>
              <a:buChar char="•"/>
              <a:defRPr/>
            </a:lvl5pPr>
          </a:lstStyle>
          <a:p>
            <a:pPr lvl="0"/>
            <a:r>
              <a:rPr lang="en-US" dirty="0"/>
              <a:t>Subheadline and description</a:t>
            </a:r>
          </a:p>
        </p:txBody>
      </p:sp>
      <p:grpSp>
        <p:nvGrpSpPr>
          <p:cNvPr id="14" name="Group 13" descr="Fujitsu">
            <a:extLst>
              <a:ext uri="{FF2B5EF4-FFF2-40B4-BE49-F238E27FC236}">
                <a16:creationId xmlns:a16="http://schemas.microsoft.com/office/drawing/2014/main" id="{7F71AA2D-9C3E-4C7E-B85E-CA30E6D9AB29}"/>
              </a:ext>
            </a:extLst>
          </p:cNvPr>
          <p:cNvGrpSpPr>
            <a:grpSpLocks noChangeAspect="1"/>
          </p:cNvGrpSpPr>
          <p:nvPr userDrawn="1"/>
        </p:nvGrpSpPr>
        <p:grpSpPr>
          <a:xfrm>
            <a:off x="7948615" y="226928"/>
            <a:ext cx="968769" cy="472173"/>
            <a:chOff x="8012114" y="249161"/>
            <a:chExt cx="892174" cy="434841"/>
          </a:xfrm>
        </p:grpSpPr>
        <p:sp>
          <p:nvSpPr>
            <p:cNvPr id="15" name="Freeform 34">
              <a:extLst>
                <a:ext uri="{FF2B5EF4-FFF2-40B4-BE49-F238E27FC236}">
                  <a16:creationId xmlns:a16="http://schemas.microsoft.com/office/drawing/2014/main" id="{380AEC81-1543-47BA-AAAC-DA9C8731273F}"/>
                </a:ext>
              </a:extLst>
            </p:cNvPr>
            <p:cNvSpPr>
              <a:spLocks/>
            </p:cNvSpPr>
            <p:nvPr userDrawn="1"/>
          </p:nvSpPr>
          <p:spPr bwMode="gray">
            <a:xfrm>
              <a:off x="8307389" y="249161"/>
              <a:ext cx="179387" cy="139657"/>
            </a:xfrm>
            <a:custGeom>
              <a:avLst/>
              <a:gdLst>
                <a:gd name="T0" fmla="*/ 961 w 2365"/>
                <a:gd name="T1" fmla="*/ 764 h 1825"/>
                <a:gd name="T2" fmla="*/ 599 w 2365"/>
                <a:gd name="T3" fmla="*/ 642 h 1825"/>
                <a:gd name="T4" fmla="*/ 1 w 2365"/>
                <a:gd name="T5" fmla="*/ 1235 h 1825"/>
                <a:gd name="T6" fmla="*/ 599 w 2365"/>
                <a:gd name="T7" fmla="*/ 1825 h 1825"/>
                <a:gd name="T8" fmla="*/ 1053 w 2365"/>
                <a:gd name="T9" fmla="*/ 1619 h 1825"/>
                <a:gd name="T10" fmla="*/ 1053 w 2365"/>
                <a:gd name="T11" fmla="*/ 1293 h 1825"/>
                <a:gd name="T12" fmla="*/ 771 w 2365"/>
                <a:gd name="T13" fmla="*/ 1568 h 1825"/>
                <a:gd name="T14" fmla="*/ 599 w 2365"/>
                <a:gd name="T15" fmla="*/ 1604 h 1825"/>
                <a:gd name="T16" fmla="*/ 225 w 2365"/>
                <a:gd name="T17" fmla="*/ 1235 h 1825"/>
                <a:gd name="T18" fmla="*/ 599 w 2365"/>
                <a:gd name="T19" fmla="*/ 863 h 1825"/>
                <a:gd name="T20" fmla="*/ 861 w 2365"/>
                <a:gd name="T21" fmla="*/ 972 h 1825"/>
                <a:gd name="T22" fmla="*/ 1093 w 2365"/>
                <a:gd name="T23" fmla="*/ 1239 h 1825"/>
                <a:gd name="T24" fmla="*/ 1630 w 2365"/>
                <a:gd name="T25" fmla="*/ 1473 h 1825"/>
                <a:gd name="T26" fmla="*/ 2365 w 2365"/>
                <a:gd name="T27" fmla="*/ 741 h 1825"/>
                <a:gd name="T28" fmla="*/ 1630 w 2365"/>
                <a:gd name="T29" fmla="*/ 0 h 1825"/>
                <a:gd name="T30" fmla="*/ 1053 w 2365"/>
                <a:gd name="T31" fmla="*/ 295 h 1825"/>
                <a:gd name="T32" fmla="*/ 1053 w 2365"/>
                <a:gd name="T33" fmla="*/ 735 h 1825"/>
                <a:gd name="T34" fmla="*/ 1630 w 2365"/>
                <a:gd name="T35" fmla="*/ 232 h 1825"/>
                <a:gd name="T36" fmla="*/ 2134 w 2365"/>
                <a:gd name="T37" fmla="*/ 741 h 1825"/>
                <a:gd name="T38" fmla="*/ 1630 w 2365"/>
                <a:gd name="T39" fmla="*/ 1245 h 1825"/>
                <a:gd name="T40" fmla="*/ 1303 w 2365"/>
                <a:gd name="T41" fmla="*/ 1125 h 1825"/>
                <a:gd name="T42" fmla="*/ 961 w 2365"/>
                <a:gd name="T43" fmla="*/ 764 h 1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65" h="1825">
                  <a:moveTo>
                    <a:pt x="961" y="764"/>
                  </a:moveTo>
                  <a:cubicBezTo>
                    <a:pt x="875" y="688"/>
                    <a:pt x="736" y="643"/>
                    <a:pt x="599" y="642"/>
                  </a:cubicBezTo>
                  <a:cubicBezTo>
                    <a:pt x="270" y="641"/>
                    <a:pt x="2" y="900"/>
                    <a:pt x="1" y="1235"/>
                  </a:cubicBezTo>
                  <a:cubicBezTo>
                    <a:pt x="0" y="1563"/>
                    <a:pt x="270" y="1824"/>
                    <a:pt x="599" y="1825"/>
                  </a:cubicBezTo>
                  <a:cubicBezTo>
                    <a:pt x="783" y="1825"/>
                    <a:pt x="943" y="1751"/>
                    <a:pt x="1053" y="1619"/>
                  </a:cubicBezTo>
                  <a:cubicBezTo>
                    <a:pt x="1053" y="1293"/>
                    <a:pt x="1053" y="1293"/>
                    <a:pt x="1053" y="1293"/>
                  </a:cubicBezTo>
                  <a:cubicBezTo>
                    <a:pt x="994" y="1394"/>
                    <a:pt x="877" y="1524"/>
                    <a:pt x="771" y="1568"/>
                  </a:cubicBezTo>
                  <a:cubicBezTo>
                    <a:pt x="717" y="1590"/>
                    <a:pt x="662" y="1604"/>
                    <a:pt x="599" y="1604"/>
                  </a:cubicBezTo>
                  <a:cubicBezTo>
                    <a:pt x="394" y="1604"/>
                    <a:pt x="225" y="1445"/>
                    <a:pt x="225" y="1235"/>
                  </a:cubicBezTo>
                  <a:cubicBezTo>
                    <a:pt x="225" y="1041"/>
                    <a:pt x="380" y="862"/>
                    <a:pt x="599" y="863"/>
                  </a:cubicBezTo>
                  <a:cubicBezTo>
                    <a:pt x="701" y="863"/>
                    <a:pt x="793" y="905"/>
                    <a:pt x="861" y="972"/>
                  </a:cubicBezTo>
                  <a:cubicBezTo>
                    <a:pt x="931" y="1040"/>
                    <a:pt x="1041" y="1183"/>
                    <a:pt x="1093" y="1239"/>
                  </a:cubicBezTo>
                  <a:cubicBezTo>
                    <a:pt x="1227" y="1383"/>
                    <a:pt x="1419" y="1473"/>
                    <a:pt x="1630" y="1473"/>
                  </a:cubicBezTo>
                  <a:cubicBezTo>
                    <a:pt x="2036" y="1474"/>
                    <a:pt x="2365" y="1146"/>
                    <a:pt x="2365" y="741"/>
                  </a:cubicBezTo>
                  <a:cubicBezTo>
                    <a:pt x="2365" y="336"/>
                    <a:pt x="2035" y="0"/>
                    <a:pt x="1630" y="0"/>
                  </a:cubicBezTo>
                  <a:cubicBezTo>
                    <a:pt x="1395" y="0"/>
                    <a:pt x="1187" y="122"/>
                    <a:pt x="1053" y="295"/>
                  </a:cubicBezTo>
                  <a:cubicBezTo>
                    <a:pt x="1053" y="735"/>
                    <a:pt x="1053" y="735"/>
                    <a:pt x="1053" y="735"/>
                  </a:cubicBezTo>
                  <a:cubicBezTo>
                    <a:pt x="1155" y="455"/>
                    <a:pt x="1340" y="232"/>
                    <a:pt x="1630" y="232"/>
                  </a:cubicBezTo>
                  <a:cubicBezTo>
                    <a:pt x="1909" y="232"/>
                    <a:pt x="2135" y="463"/>
                    <a:pt x="2134" y="741"/>
                  </a:cubicBezTo>
                  <a:cubicBezTo>
                    <a:pt x="2134" y="1020"/>
                    <a:pt x="1909" y="1246"/>
                    <a:pt x="1630" y="1245"/>
                  </a:cubicBezTo>
                  <a:cubicBezTo>
                    <a:pt x="1506" y="1244"/>
                    <a:pt x="1391" y="1199"/>
                    <a:pt x="1303" y="1125"/>
                  </a:cubicBezTo>
                  <a:cubicBezTo>
                    <a:pt x="1194" y="1040"/>
                    <a:pt x="1074" y="860"/>
                    <a:pt x="961" y="76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6" name="Freeform 35">
              <a:extLst>
                <a:ext uri="{FF2B5EF4-FFF2-40B4-BE49-F238E27FC236}">
                  <a16:creationId xmlns:a16="http://schemas.microsoft.com/office/drawing/2014/main" id="{73D39904-8561-48A1-8410-0016C94071B8}"/>
                </a:ext>
              </a:extLst>
            </p:cNvPr>
            <p:cNvSpPr>
              <a:spLocks/>
            </p:cNvSpPr>
            <p:nvPr userDrawn="1"/>
          </p:nvSpPr>
          <p:spPr bwMode="gray">
            <a:xfrm>
              <a:off x="8012114" y="401514"/>
              <a:ext cx="123825" cy="201551"/>
            </a:xfrm>
            <a:custGeom>
              <a:avLst/>
              <a:gdLst>
                <a:gd name="T0" fmla="*/ 0 w 1624"/>
                <a:gd name="T1" fmla="*/ 0 h 2651"/>
                <a:gd name="T2" fmla="*/ 1624 w 1624"/>
                <a:gd name="T3" fmla="*/ 0 h 2651"/>
                <a:gd name="T4" fmla="*/ 1624 w 1624"/>
                <a:gd name="T5" fmla="*/ 452 h 2651"/>
                <a:gd name="T6" fmla="*/ 1365 w 1624"/>
                <a:gd name="T7" fmla="*/ 273 h 2651"/>
                <a:gd name="T8" fmla="*/ 613 w 1624"/>
                <a:gd name="T9" fmla="*/ 273 h 2651"/>
                <a:gd name="T10" fmla="*/ 613 w 1624"/>
                <a:gd name="T11" fmla="*/ 1053 h 2651"/>
                <a:gd name="T12" fmla="*/ 1428 w 1624"/>
                <a:gd name="T13" fmla="*/ 1053 h 2651"/>
                <a:gd name="T14" fmla="*/ 1428 w 1624"/>
                <a:gd name="T15" fmla="*/ 1467 h 2651"/>
                <a:gd name="T16" fmla="*/ 1205 w 1624"/>
                <a:gd name="T17" fmla="*/ 1335 h 2651"/>
                <a:gd name="T18" fmla="*/ 613 w 1624"/>
                <a:gd name="T19" fmla="*/ 1335 h 2651"/>
                <a:gd name="T20" fmla="*/ 613 w 1624"/>
                <a:gd name="T21" fmla="*/ 2401 h 2651"/>
                <a:gd name="T22" fmla="*/ 784 w 1624"/>
                <a:gd name="T23" fmla="*/ 2651 h 2651"/>
                <a:gd name="T24" fmla="*/ 11 w 1624"/>
                <a:gd name="T25" fmla="*/ 2651 h 2651"/>
                <a:gd name="T26" fmla="*/ 173 w 1624"/>
                <a:gd name="T27" fmla="*/ 2401 h 2651"/>
                <a:gd name="T28" fmla="*/ 173 w 1624"/>
                <a:gd name="T29" fmla="*/ 278 h 2651"/>
                <a:gd name="T30" fmla="*/ 0 w 1624"/>
                <a:gd name="T31"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24" h="2651">
                  <a:moveTo>
                    <a:pt x="0" y="0"/>
                  </a:moveTo>
                  <a:cubicBezTo>
                    <a:pt x="1624" y="0"/>
                    <a:pt x="1624" y="0"/>
                    <a:pt x="1624" y="0"/>
                  </a:cubicBezTo>
                  <a:cubicBezTo>
                    <a:pt x="1624" y="452"/>
                    <a:pt x="1624" y="452"/>
                    <a:pt x="1624" y="452"/>
                  </a:cubicBezTo>
                  <a:cubicBezTo>
                    <a:pt x="1624" y="452"/>
                    <a:pt x="1540" y="274"/>
                    <a:pt x="1365" y="273"/>
                  </a:cubicBezTo>
                  <a:cubicBezTo>
                    <a:pt x="613" y="273"/>
                    <a:pt x="613" y="273"/>
                    <a:pt x="613" y="273"/>
                  </a:cubicBezTo>
                  <a:cubicBezTo>
                    <a:pt x="613" y="1053"/>
                    <a:pt x="613" y="1053"/>
                    <a:pt x="613" y="1053"/>
                  </a:cubicBezTo>
                  <a:cubicBezTo>
                    <a:pt x="1428" y="1053"/>
                    <a:pt x="1428" y="1053"/>
                    <a:pt x="1428" y="1053"/>
                  </a:cubicBezTo>
                  <a:cubicBezTo>
                    <a:pt x="1428" y="1467"/>
                    <a:pt x="1428" y="1467"/>
                    <a:pt x="1428" y="1467"/>
                  </a:cubicBezTo>
                  <a:cubicBezTo>
                    <a:pt x="1428" y="1467"/>
                    <a:pt x="1402" y="1335"/>
                    <a:pt x="1205" y="1335"/>
                  </a:cubicBezTo>
                  <a:cubicBezTo>
                    <a:pt x="613" y="1335"/>
                    <a:pt x="613" y="1335"/>
                    <a:pt x="613" y="1335"/>
                  </a:cubicBezTo>
                  <a:cubicBezTo>
                    <a:pt x="613" y="2401"/>
                    <a:pt x="613" y="2401"/>
                    <a:pt x="613" y="2401"/>
                  </a:cubicBezTo>
                  <a:cubicBezTo>
                    <a:pt x="613" y="2558"/>
                    <a:pt x="784" y="2651"/>
                    <a:pt x="784" y="2651"/>
                  </a:cubicBezTo>
                  <a:cubicBezTo>
                    <a:pt x="11" y="2651"/>
                    <a:pt x="11" y="2651"/>
                    <a:pt x="11" y="2651"/>
                  </a:cubicBezTo>
                  <a:cubicBezTo>
                    <a:pt x="11" y="2651"/>
                    <a:pt x="173" y="2569"/>
                    <a:pt x="173" y="2401"/>
                  </a:cubicBezTo>
                  <a:cubicBezTo>
                    <a:pt x="173" y="278"/>
                    <a:pt x="173" y="278"/>
                    <a:pt x="173" y="278"/>
                  </a:cubicBezTo>
                  <a:cubicBezTo>
                    <a:pt x="173" y="9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7" name="Freeform 36">
              <a:extLst>
                <a:ext uri="{FF2B5EF4-FFF2-40B4-BE49-F238E27FC236}">
                  <a16:creationId xmlns:a16="http://schemas.microsoft.com/office/drawing/2014/main" id="{B496E634-8841-45FC-8EBD-7E4DD907E45B}"/>
                </a:ext>
              </a:extLst>
            </p:cNvPr>
            <p:cNvSpPr>
              <a:spLocks/>
            </p:cNvSpPr>
            <p:nvPr userDrawn="1"/>
          </p:nvSpPr>
          <p:spPr bwMode="gray">
            <a:xfrm>
              <a:off x="8305801" y="401514"/>
              <a:ext cx="80962" cy="282488"/>
            </a:xfrm>
            <a:custGeom>
              <a:avLst/>
              <a:gdLst>
                <a:gd name="T0" fmla="*/ 246 w 1072"/>
                <a:gd name="T1" fmla="*/ 0 h 3696"/>
                <a:gd name="T2" fmla="*/ 1072 w 1072"/>
                <a:gd name="T3" fmla="*/ 0 h 3696"/>
                <a:gd name="T4" fmla="*/ 887 w 1072"/>
                <a:gd name="T5" fmla="*/ 230 h 3696"/>
                <a:gd name="T6" fmla="*/ 887 w 1072"/>
                <a:gd name="T7" fmla="*/ 2717 h 3696"/>
                <a:gd name="T8" fmla="*/ 0 w 1072"/>
                <a:gd name="T9" fmla="*/ 3693 h 3696"/>
                <a:gd name="T10" fmla="*/ 423 w 1072"/>
                <a:gd name="T11" fmla="*/ 2717 h 3696"/>
                <a:gd name="T12" fmla="*/ 423 w 1072"/>
                <a:gd name="T13" fmla="*/ 230 h 3696"/>
                <a:gd name="T14" fmla="*/ 246 w 1072"/>
                <a:gd name="T15" fmla="*/ 0 h 36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2" h="3696">
                  <a:moveTo>
                    <a:pt x="246" y="0"/>
                  </a:moveTo>
                  <a:cubicBezTo>
                    <a:pt x="1072" y="0"/>
                    <a:pt x="1072" y="0"/>
                    <a:pt x="1072" y="0"/>
                  </a:cubicBezTo>
                  <a:cubicBezTo>
                    <a:pt x="1072" y="0"/>
                    <a:pt x="887" y="87"/>
                    <a:pt x="887" y="230"/>
                  </a:cubicBezTo>
                  <a:cubicBezTo>
                    <a:pt x="887" y="2717"/>
                    <a:pt x="887" y="2717"/>
                    <a:pt x="887" y="2717"/>
                  </a:cubicBezTo>
                  <a:cubicBezTo>
                    <a:pt x="887" y="3558"/>
                    <a:pt x="44" y="3696"/>
                    <a:pt x="0" y="3693"/>
                  </a:cubicBezTo>
                  <a:cubicBezTo>
                    <a:pt x="72" y="3647"/>
                    <a:pt x="422" y="3349"/>
                    <a:pt x="423" y="2717"/>
                  </a:cubicBezTo>
                  <a:cubicBezTo>
                    <a:pt x="423" y="230"/>
                    <a:pt x="423" y="230"/>
                    <a:pt x="423" y="230"/>
                  </a:cubicBezTo>
                  <a:cubicBezTo>
                    <a:pt x="424" y="96"/>
                    <a:pt x="246" y="0"/>
                    <a:pt x="24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8" name="Freeform 37">
              <a:extLst>
                <a:ext uri="{FF2B5EF4-FFF2-40B4-BE49-F238E27FC236}">
                  <a16:creationId xmlns:a16="http://schemas.microsoft.com/office/drawing/2014/main" id="{8CFC6E5D-D468-4FA4-86CF-D74794D2316B}"/>
                </a:ext>
              </a:extLst>
            </p:cNvPr>
            <p:cNvSpPr>
              <a:spLocks/>
            </p:cNvSpPr>
            <p:nvPr userDrawn="1"/>
          </p:nvSpPr>
          <p:spPr bwMode="gray">
            <a:xfrm>
              <a:off x="8396289" y="401514"/>
              <a:ext cx="63500" cy="201551"/>
            </a:xfrm>
            <a:custGeom>
              <a:avLst/>
              <a:gdLst>
                <a:gd name="T0" fmla="*/ 0 w 828"/>
                <a:gd name="T1" fmla="*/ 0 h 2653"/>
                <a:gd name="T2" fmla="*/ 828 w 828"/>
                <a:gd name="T3" fmla="*/ 0 h 2653"/>
                <a:gd name="T4" fmla="*/ 645 w 828"/>
                <a:gd name="T5" fmla="*/ 235 h 2653"/>
                <a:gd name="T6" fmla="*/ 645 w 828"/>
                <a:gd name="T7" fmla="*/ 2401 h 2653"/>
                <a:gd name="T8" fmla="*/ 828 w 828"/>
                <a:gd name="T9" fmla="*/ 2653 h 2653"/>
                <a:gd name="T10" fmla="*/ 0 w 828"/>
                <a:gd name="T11" fmla="*/ 2653 h 2653"/>
                <a:gd name="T12" fmla="*/ 184 w 828"/>
                <a:gd name="T13" fmla="*/ 2401 h 2653"/>
                <a:gd name="T14" fmla="*/ 184 w 828"/>
                <a:gd name="T15" fmla="*/ 235 h 2653"/>
                <a:gd name="T16" fmla="*/ 0 w 828"/>
                <a:gd name="T17" fmla="*/ 0 h 2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2653">
                  <a:moveTo>
                    <a:pt x="0" y="0"/>
                  </a:moveTo>
                  <a:cubicBezTo>
                    <a:pt x="828" y="0"/>
                    <a:pt x="828" y="0"/>
                    <a:pt x="828" y="0"/>
                  </a:cubicBezTo>
                  <a:cubicBezTo>
                    <a:pt x="828" y="0"/>
                    <a:pt x="645" y="89"/>
                    <a:pt x="645" y="235"/>
                  </a:cubicBezTo>
                  <a:cubicBezTo>
                    <a:pt x="645" y="2401"/>
                    <a:pt x="645" y="2401"/>
                    <a:pt x="645" y="2401"/>
                  </a:cubicBezTo>
                  <a:cubicBezTo>
                    <a:pt x="645" y="2556"/>
                    <a:pt x="828" y="2653"/>
                    <a:pt x="828" y="2653"/>
                  </a:cubicBezTo>
                  <a:cubicBezTo>
                    <a:pt x="0" y="2653"/>
                    <a:pt x="0" y="2653"/>
                    <a:pt x="0" y="2653"/>
                  </a:cubicBezTo>
                  <a:cubicBezTo>
                    <a:pt x="0" y="2653"/>
                    <a:pt x="184" y="2557"/>
                    <a:pt x="184" y="2401"/>
                  </a:cubicBezTo>
                  <a:cubicBezTo>
                    <a:pt x="184" y="235"/>
                    <a:pt x="184" y="235"/>
                    <a:pt x="184" y="235"/>
                  </a:cubicBezTo>
                  <a:cubicBezTo>
                    <a:pt x="184" y="8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9" name="Freeform 38">
              <a:extLst>
                <a:ext uri="{FF2B5EF4-FFF2-40B4-BE49-F238E27FC236}">
                  <a16:creationId xmlns:a16="http://schemas.microsoft.com/office/drawing/2014/main" id="{6086F808-7E1A-4F83-95B3-FAA6348F1C62}"/>
                </a:ext>
              </a:extLst>
            </p:cNvPr>
            <p:cNvSpPr>
              <a:spLocks/>
            </p:cNvSpPr>
            <p:nvPr userDrawn="1"/>
          </p:nvSpPr>
          <p:spPr bwMode="gray">
            <a:xfrm>
              <a:off x="8459789" y="401514"/>
              <a:ext cx="150812" cy="201551"/>
            </a:xfrm>
            <a:custGeom>
              <a:avLst/>
              <a:gdLst>
                <a:gd name="T0" fmla="*/ 161 w 1984"/>
                <a:gd name="T1" fmla="*/ 0 h 2651"/>
                <a:gd name="T2" fmla="*/ 1984 w 1984"/>
                <a:gd name="T3" fmla="*/ 0 h 2651"/>
                <a:gd name="T4" fmla="*/ 1829 w 1984"/>
                <a:gd name="T5" fmla="*/ 482 h 2651"/>
                <a:gd name="T6" fmla="*/ 1607 w 1984"/>
                <a:gd name="T7" fmla="*/ 279 h 2651"/>
                <a:gd name="T8" fmla="*/ 1229 w 1984"/>
                <a:gd name="T9" fmla="*/ 279 h 2651"/>
                <a:gd name="T10" fmla="*/ 1229 w 1984"/>
                <a:gd name="T11" fmla="*/ 2401 h 2651"/>
                <a:gd name="T12" fmla="*/ 1407 w 1984"/>
                <a:gd name="T13" fmla="*/ 2651 h 2651"/>
                <a:gd name="T14" fmla="*/ 595 w 1984"/>
                <a:gd name="T15" fmla="*/ 2651 h 2651"/>
                <a:gd name="T16" fmla="*/ 771 w 1984"/>
                <a:gd name="T17" fmla="*/ 2401 h 2651"/>
                <a:gd name="T18" fmla="*/ 771 w 1984"/>
                <a:gd name="T19" fmla="*/ 279 h 2651"/>
                <a:gd name="T20" fmla="*/ 315 w 1984"/>
                <a:gd name="T21" fmla="*/ 279 h 2651"/>
                <a:gd name="T22" fmla="*/ 0 w 1984"/>
                <a:gd name="T23" fmla="*/ 522 h 2651"/>
                <a:gd name="T24" fmla="*/ 161 w 1984"/>
                <a:gd name="T25"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4" h="2651">
                  <a:moveTo>
                    <a:pt x="161" y="0"/>
                  </a:moveTo>
                  <a:cubicBezTo>
                    <a:pt x="1984" y="0"/>
                    <a:pt x="1984" y="0"/>
                    <a:pt x="1984" y="0"/>
                  </a:cubicBezTo>
                  <a:cubicBezTo>
                    <a:pt x="1829" y="482"/>
                    <a:pt x="1829" y="482"/>
                    <a:pt x="1829" y="482"/>
                  </a:cubicBezTo>
                  <a:cubicBezTo>
                    <a:pt x="1829" y="482"/>
                    <a:pt x="1783" y="279"/>
                    <a:pt x="1607" y="279"/>
                  </a:cubicBezTo>
                  <a:cubicBezTo>
                    <a:pt x="1229" y="279"/>
                    <a:pt x="1229" y="279"/>
                    <a:pt x="1229" y="279"/>
                  </a:cubicBezTo>
                  <a:cubicBezTo>
                    <a:pt x="1229" y="2401"/>
                    <a:pt x="1229" y="2401"/>
                    <a:pt x="1229" y="2401"/>
                  </a:cubicBezTo>
                  <a:cubicBezTo>
                    <a:pt x="1229" y="2535"/>
                    <a:pt x="1407" y="2651"/>
                    <a:pt x="1407" y="2651"/>
                  </a:cubicBezTo>
                  <a:cubicBezTo>
                    <a:pt x="595" y="2651"/>
                    <a:pt x="595" y="2651"/>
                    <a:pt x="595" y="2651"/>
                  </a:cubicBezTo>
                  <a:cubicBezTo>
                    <a:pt x="595" y="2651"/>
                    <a:pt x="771" y="2547"/>
                    <a:pt x="771" y="2401"/>
                  </a:cubicBezTo>
                  <a:cubicBezTo>
                    <a:pt x="771" y="279"/>
                    <a:pt x="771" y="279"/>
                    <a:pt x="771" y="279"/>
                  </a:cubicBezTo>
                  <a:cubicBezTo>
                    <a:pt x="315" y="279"/>
                    <a:pt x="315" y="279"/>
                    <a:pt x="315" y="279"/>
                  </a:cubicBezTo>
                  <a:cubicBezTo>
                    <a:pt x="185" y="280"/>
                    <a:pt x="0" y="522"/>
                    <a:pt x="0" y="522"/>
                  </a:cubicBezTo>
                  <a:lnTo>
                    <a:pt x="16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0" name="Freeform 39">
              <a:extLst>
                <a:ext uri="{FF2B5EF4-FFF2-40B4-BE49-F238E27FC236}">
                  <a16:creationId xmlns:a16="http://schemas.microsoft.com/office/drawing/2014/main" id="{7E66457B-8F67-4219-BE87-101A16D7FCBB}"/>
                </a:ext>
              </a:extLst>
            </p:cNvPr>
            <p:cNvSpPr>
              <a:spLocks/>
            </p:cNvSpPr>
            <p:nvPr userDrawn="1"/>
          </p:nvSpPr>
          <p:spPr bwMode="gray">
            <a:xfrm>
              <a:off x="8734426" y="401514"/>
              <a:ext cx="169862" cy="204725"/>
            </a:xfrm>
            <a:custGeom>
              <a:avLst/>
              <a:gdLst>
                <a:gd name="T0" fmla="*/ 1420 w 2219"/>
                <a:gd name="T1" fmla="*/ 0 h 2693"/>
                <a:gd name="T2" fmla="*/ 2219 w 2219"/>
                <a:gd name="T3" fmla="*/ 0 h 2693"/>
                <a:gd name="T4" fmla="*/ 2048 w 2219"/>
                <a:gd name="T5" fmla="*/ 234 h 2693"/>
                <a:gd name="T6" fmla="*/ 2048 w 2219"/>
                <a:gd name="T7" fmla="*/ 1840 h 2693"/>
                <a:gd name="T8" fmla="*/ 1131 w 2219"/>
                <a:gd name="T9" fmla="*/ 2693 h 2693"/>
                <a:gd name="T10" fmla="*/ 176 w 2219"/>
                <a:gd name="T11" fmla="*/ 1840 h 2693"/>
                <a:gd name="T12" fmla="*/ 176 w 2219"/>
                <a:gd name="T13" fmla="*/ 234 h 2693"/>
                <a:gd name="T14" fmla="*/ 0 w 2219"/>
                <a:gd name="T15" fmla="*/ 0 h 2693"/>
                <a:gd name="T16" fmla="*/ 821 w 2219"/>
                <a:gd name="T17" fmla="*/ 0 h 2693"/>
                <a:gd name="T18" fmla="*/ 638 w 2219"/>
                <a:gd name="T19" fmla="*/ 234 h 2693"/>
                <a:gd name="T20" fmla="*/ 638 w 2219"/>
                <a:gd name="T21" fmla="*/ 1840 h 2693"/>
                <a:gd name="T22" fmla="*/ 1131 w 2219"/>
                <a:gd name="T23" fmla="*/ 2406 h 2693"/>
                <a:gd name="T24" fmla="*/ 1601 w 2219"/>
                <a:gd name="T25" fmla="*/ 1840 h 2693"/>
                <a:gd name="T26" fmla="*/ 1601 w 2219"/>
                <a:gd name="T27" fmla="*/ 234 h 2693"/>
                <a:gd name="T28" fmla="*/ 1420 w 2219"/>
                <a:gd name="T29" fmla="*/ 0 h 2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19" h="2693">
                  <a:moveTo>
                    <a:pt x="1420" y="0"/>
                  </a:moveTo>
                  <a:cubicBezTo>
                    <a:pt x="2219" y="0"/>
                    <a:pt x="2219" y="0"/>
                    <a:pt x="2219" y="0"/>
                  </a:cubicBezTo>
                  <a:cubicBezTo>
                    <a:pt x="2219" y="0"/>
                    <a:pt x="2048" y="91"/>
                    <a:pt x="2048" y="234"/>
                  </a:cubicBezTo>
                  <a:cubicBezTo>
                    <a:pt x="2048" y="1840"/>
                    <a:pt x="2048" y="1840"/>
                    <a:pt x="2048" y="1840"/>
                  </a:cubicBezTo>
                  <a:cubicBezTo>
                    <a:pt x="2047" y="2492"/>
                    <a:pt x="1506" y="2693"/>
                    <a:pt x="1131" y="2693"/>
                  </a:cubicBezTo>
                  <a:cubicBezTo>
                    <a:pt x="759" y="2693"/>
                    <a:pt x="175" y="2490"/>
                    <a:pt x="176" y="1840"/>
                  </a:cubicBezTo>
                  <a:cubicBezTo>
                    <a:pt x="176" y="234"/>
                    <a:pt x="176" y="234"/>
                    <a:pt x="176" y="234"/>
                  </a:cubicBezTo>
                  <a:cubicBezTo>
                    <a:pt x="176" y="91"/>
                    <a:pt x="0" y="0"/>
                    <a:pt x="0" y="0"/>
                  </a:cubicBezTo>
                  <a:cubicBezTo>
                    <a:pt x="821" y="0"/>
                    <a:pt x="821" y="0"/>
                    <a:pt x="821" y="0"/>
                  </a:cubicBezTo>
                  <a:cubicBezTo>
                    <a:pt x="821" y="0"/>
                    <a:pt x="638" y="88"/>
                    <a:pt x="638" y="234"/>
                  </a:cubicBezTo>
                  <a:cubicBezTo>
                    <a:pt x="638" y="1840"/>
                    <a:pt x="638" y="1840"/>
                    <a:pt x="638" y="1840"/>
                  </a:cubicBezTo>
                  <a:cubicBezTo>
                    <a:pt x="638" y="2182"/>
                    <a:pt x="865" y="2406"/>
                    <a:pt x="1131" y="2406"/>
                  </a:cubicBezTo>
                  <a:cubicBezTo>
                    <a:pt x="1397" y="2406"/>
                    <a:pt x="1600" y="2173"/>
                    <a:pt x="1601" y="1840"/>
                  </a:cubicBezTo>
                  <a:cubicBezTo>
                    <a:pt x="1601" y="234"/>
                    <a:pt x="1601" y="234"/>
                    <a:pt x="1601" y="234"/>
                  </a:cubicBezTo>
                  <a:cubicBezTo>
                    <a:pt x="1601" y="91"/>
                    <a:pt x="1420" y="0"/>
                    <a:pt x="1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1" name="Freeform 40">
              <a:extLst>
                <a:ext uri="{FF2B5EF4-FFF2-40B4-BE49-F238E27FC236}">
                  <a16:creationId xmlns:a16="http://schemas.microsoft.com/office/drawing/2014/main" id="{19BF96C5-0296-4403-B242-A6CF19644F11}"/>
                </a:ext>
              </a:extLst>
            </p:cNvPr>
            <p:cNvSpPr>
              <a:spLocks/>
            </p:cNvSpPr>
            <p:nvPr userDrawn="1"/>
          </p:nvSpPr>
          <p:spPr bwMode="gray">
            <a:xfrm>
              <a:off x="8142289" y="401514"/>
              <a:ext cx="169862" cy="206312"/>
            </a:xfrm>
            <a:custGeom>
              <a:avLst/>
              <a:gdLst>
                <a:gd name="T0" fmla="*/ 1427 w 2240"/>
                <a:gd name="T1" fmla="*/ 0 h 2700"/>
                <a:gd name="T2" fmla="*/ 2240 w 2240"/>
                <a:gd name="T3" fmla="*/ 0 h 2700"/>
                <a:gd name="T4" fmla="*/ 2068 w 2240"/>
                <a:gd name="T5" fmla="*/ 237 h 2700"/>
                <a:gd name="T6" fmla="*/ 2067 w 2240"/>
                <a:gd name="T7" fmla="*/ 1838 h 2700"/>
                <a:gd name="T8" fmla="*/ 1122 w 2240"/>
                <a:gd name="T9" fmla="*/ 2700 h 2700"/>
                <a:gd name="T10" fmla="*/ 166 w 2240"/>
                <a:gd name="T11" fmla="*/ 1838 h 2700"/>
                <a:gd name="T12" fmla="*/ 166 w 2240"/>
                <a:gd name="T13" fmla="*/ 237 h 2700"/>
                <a:gd name="T14" fmla="*/ 0 w 2240"/>
                <a:gd name="T15" fmla="*/ 0 h 2700"/>
                <a:gd name="T16" fmla="*/ 821 w 2240"/>
                <a:gd name="T17" fmla="*/ 0 h 2700"/>
                <a:gd name="T18" fmla="*/ 631 w 2240"/>
                <a:gd name="T19" fmla="*/ 237 h 2700"/>
                <a:gd name="T20" fmla="*/ 630 w 2240"/>
                <a:gd name="T21" fmla="*/ 1838 h 2700"/>
                <a:gd name="T22" fmla="*/ 1122 w 2240"/>
                <a:gd name="T23" fmla="*/ 2413 h 2700"/>
                <a:gd name="T24" fmla="*/ 1602 w 2240"/>
                <a:gd name="T25" fmla="*/ 1838 h 2700"/>
                <a:gd name="T26" fmla="*/ 1603 w 2240"/>
                <a:gd name="T27" fmla="*/ 237 h 2700"/>
                <a:gd name="T28" fmla="*/ 1427 w 2240"/>
                <a:gd name="T29" fmla="*/ 0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0" h="2700">
                  <a:moveTo>
                    <a:pt x="1427" y="0"/>
                  </a:moveTo>
                  <a:cubicBezTo>
                    <a:pt x="2240" y="0"/>
                    <a:pt x="2240" y="0"/>
                    <a:pt x="2240" y="0"/>
                  </a:cubicBezTo>
                  <a:cubicBezTo>
                    <a:pt x="2240" y="0"/>
                    <a:pt x="2068" y="95"/>
                    <a:pt x="2068" y="237"/>
                  </a:cubicBezTo>
                  <a:cubicBezTo>
                    <a:pt x="2068" y="238"/>
                    <a:pt x="2067" y="1838"/>
                    <a:pt x="2067" y="1838"/>
                  </a:cubicBezTo>
                  <a:cubicBezTo>
                    <a:pt x="2067" y="2494"/>
                    <a:pt x="1501" y="2700"/>
                    <a:pt x="1122" y="2700"/>
                  </a:cubicBezTo>
                  <a:cubicBezTo>
                    <a:pt x="750" y="2700"/>
                    <a:pt x="166" y="2491"/>
                    <a:pt x="166" y="1838"/>
                  </a:cubicBezTo>
                  <a:cubicBezTo>
                    <a:pt x="166" y="237"/>
                    <a:pt x="166" y="237"/>
                    <a:pt x="166" y="237"/>
                  </a:cubicBezTo>
                  <a:cubicBezTo>
                    <a:pt x="166" y="94"/>
                    <a:pt x="0" y="0"/>
                    <a:pt x="0" y="0"/>
                  </a:cubicBezTo>
                  <a:cubicBezTo>
                    <a:pt x="821" y="0"/>
                    <a:pt x="821" y="0"/>
                    <a:pt x="821" y="0"/>
                  </a:cubicBezTo>
                  <a:cubicBezTo>
                    <a:pt x="821" y="0"/>
                    <a:pt x="631" y="94"/>
                    <a:pt x="631" y="237"/>
                  </a:cubicBezTo>
                  <a:cubicBezTo>
                    <a:pt x="630" y="1838"/>
                    <a:pt x="630" y="1838"/>
                    <a:pt x="630" y="1838"/>
                  </a:cubicBezTo>
                  <a:cubicBezTo>
                    <a:pt x="630" y="2178"/>
                    <a:pt x="856" y="2412"/>
                    <a:pt x="1122" y="2413"/>
                  </a:cubicBezTo>
                  <a:cubicBezTo>
                    <a:pt x="1388" y="2414"/>
                    <a:pt x="1602" y="2174"/>
                    <a:pt x="1602" y="1838"/>
                  </a:cubicBezTo>
                  <a:cubicBezTo>
                    <a:pt x="1603" y="237"/>
                    <a:pt x="1603" y="237"/>
                    <a:pt x="1603" y="237"/>
                  </a:cubicBezTo>
                  <a:cubicBezTo>
                    <a:pt x="1603" y="94"/>
                    <a:pt x="1427" y="0"/>
                    <a:pt x="142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2" name="Freeform 41">
              <a:extLst>
                <a:ext uri="{FF2B5EF4-FFF2-40B4-BE49-F238E27FC236}">
                  <a16:creationId xmlns:a16="http://schemas.microsoft.com/office/drawing/2014/main" id="{D34F3219-DFD9-4479-84E6-8E988B1DF744}"/>
                </a:ext>
              </a:extLst>
            </p:cNvPr>
            <p:cNvSpPr>
              <a:spLocks/>
            </p:cNvSpPr>
            <p:nvPr userDrawn="1"/>
          </p:nvSpPr>
          <p:spPr bwMode="gray">
            <a:xfrm>
              <a:off x="8604251" y="396753"/>
              <a:ext cx="130175" cy="211073"/>
            </a:xfrm>
            <a:custGeom>
              <a:avLst/>
              <a:gdLst>
                <a:gd name="T0" fmla="*/ 1467 w 1707"/>
                <a:gd name="T1" fmla="*/ 479 h 2755"/>
                <a:gd name="T2" fmla="*/ 1019 w 1707"/>
                <a:gd name="T3" fmla="*/ 276 h 2755"/>
                <a:gd name="T4" fmla="*/ 504 w 1707"/>
                <a:gd name="T5" fmla="*/ 677 h 2755"/>
                <a:gd name="T6" fmla="*/ 995 w 1707"/>
                <a:gd name="T7" fmla="*/ 1174 h 2755"/>
                <a:gd name="T8" fmla="*/ 1705 w 1707"/>
                <a:gd name="T9" fmla="*/ 1974 h 2755"/>
                <a:gd name="T10" fmla="*/ 651 w 1707"/>
                <a:gd name="T11" fmla="*/ 2755 h 2755"/>
                <a:gd name="T12" fmla="*/ 155 w 1707"/>
                <a:gd name="T13" fmla="*/ 2686 h 2755"/>
                <a:gd name="T14" fmla="*/ 0 w 1707"/>
                <a:gd name="T15" fmla="*/ 2177 h 2755"/>
                <a:gd name="T16" fmla="*/ 658 w 1707"/>
                <a:gd name="T17" fmla="*/ 2466 h 2755"/>
                <a:gd name="T18" fmla="*/ 1252 w 1707"/>
                <a:gd name="T19" fmla="*/ 2030 h 2755"/>
                <a:gd name="T20" fmla="*/ 46 w 1707"/>
                <a:gd name="T21" fmla="*/ 731 h 2755"/>
                <a:gd name="T22" fmla="*/ 973 w 1707"/>
                <a:gd name="T23" fmla="*/ 0 h 2755"/>
                <a:gd name="T24" fmla="*/ 1467 w 1707"/>
                <a:gd name="T25" fmla="*/ 69 h 2755"/>
                <a:gd name="T26" fmla="*/ 1467 w 1707"/>
                <a:gd name="T27" fmla="*/ 479 h 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7" h="2755">
                  <a:moveTo>
                    <a:pt x="1467" y="479"/>
                  </a:moveTo>
                  <a:cubicBezTo>
                    <a:pt x="1467" y="479"/>
                    <a:pt x="1352" y="277"/>
                    <a:pt x="1019" y="276"/>
                  </a:cubicBezTo>
                  <a:cubicBezTo>
                    <a:pt x="686" y="275"/>
                    <a:pt x="505" y="450"/>
                    <a:pt x="504" y="677"/>
                  </a:cubicBezTo>
                  <a:cubicBezTo>
                    <a:pt x="503" y="934"/>
                    <a:pt x="696" y="1031"/>
                    <a:pt x="995" y="1174"/>
                  </a:cubicBezTo>
                  <a:cubicBezTo>
                    <a:pt x="1279" y="1311"/>
                    <a:pt x="1707" y="1499"/>
                    <a:pt x="1705" y="1974"/>
                  </a:cubicBezTo>
                  <a:cubicBezTo>
                    <a:pt x="1704" y="2399"/>
                    <a:pt x="1327" y="2755"/>
                    <a:pt x="651" y="2755"/>
                  </a:cubicBezTo>
                  <a:cubicBezTo>
                    <a:pt x="442" y="2754"/>
                    <a:pt x="155" y="2686"/>
                    <a:pt x="155" y="2686"/>
                  </a:cubicBezTo>
                  <a:cubicBezTo>
                    <a:pt x="0" y="2177"/>
                    <a:pt x="0" y="2177"/>
                    <a:pt x="0" y="2177"/>
                  </a:cubicBezTo>
                  <a:cubicBezTo>
                    <a:pt x="143" y="2316"/>
                    <a:pt x="397" y="2466"/>
                    <a:pt x="658" y="2466"/>
                  </a:cubicBezTo>
                  <a:cubicBezTo>
                    <a:pt x="929" y="2466"/>
                    <a:pt x="1252" y="2298"/>
                    <a:pt x="1252" y="2030"/>
                  </a:cubicBezTo>
                  <a:cubicBezTo>
                    <a:pt x="1252" y="1512"/>
                    <a:pt x="46" y="1598"/>
                    <a:pt x="46" y="731"/>
                  </a:cubicBezTo>
                  <a:cubicBezTo>
                    <a:pt x="46" y="433"/>
                    <a:pt x="254" y="0"/>
                    <a:pt x="973" y="0"/>
                  </a:cubicBezTo>
                  <a:cubicBezTo>
                    <a:pt x="1207" y="0"/>
                    <a:pt x="1467" y="69"/>
                    <a:pt x="1467" y="69"/>
                  </a:cubicBezTo>
                  <a:lnTo>
                    <a:pt x="1467" y="4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grpSp>
    </p:spTree>
    <p:extLst>
      <p:ext uri="{BB962C8B-B14F-4D97-AF65-F5344CB8AC3E}">
        <p14:creationId xmlns:p14="http://schemas.microsoft.com/office/powerpoint/2010/main" val="677027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 preserve="1">
  <p:cSld name="Section Divider 1">
    <p:spTree>
      <p:nvGrpSpPr>
        <p:cNvPr id="1" name=""/>
        <p:cNvGrpSpPr/>
        <p:nvPr/>
      </p:nvGrpSpPr>
      <p:grpSpPr>
        <a:xfrm>
          <a:off x="0" y="0"/>
          <a:ext cx="0" cy="0"/>
          <a:chOff x="0" y="0"/>
          <a:chExt cx="0" cy="0"/>
        </a:xfrm>
      </p:grpSpPr>
      <p:pic>
        <p:nvPicPr>
          <p:cNvPr id="30" name="図 16">
            <a:extLst>
              <a:ext uri="{FF2B5EF4-FFF2-40B4-BE49-F238E27FC236}">
                <a16:creationId xmlns:a16="http://schemas.microsoft.com/office/drawing/2014/main" id="{64391E11-23EC-4379-9816-F7C93567EA95}"/>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bwMode="ltGray">
          <a:xfrm>
            <a:off x="0" y="1155"/>
            <a:ext cx="9144000" cy="5141190"/>
          </a:xfrm>
          <a:prstGeom prst="rect">
            <a:avLst/>
          </a:prstGeom>
        </p:spPr>
      </p:pic>
      <p:sp>
        <p:nvSpPr>
          <p:cNvPr id="2" name="Title 1"/>
          <p:cNvSpPr>
            <a:spLocks noGrp="1"/>
          </p:cNvSpPr>
          <p:nvPr>
            <p:ph type="ctrTitle" hasCustomPrompt="1"/>
          </p:nvPr>
        </p:nvSpPr>
        <p:spPr>
          <a:xfrm>
            <a:off x="234000" y="2002371"/>
            <a:ext cx="8670288" cy="498598"/>
          </a:xfrm>
          <a:prstGeom prst="rect">
            <a:avLst/>
          </a:prstGeom>
        </p:spPr>
        <p:txBody>
          <a:bodyPr wrap="square" anchor="b">
            <a:spAutoFit/>
          </a:bodyPr>
          <a:lstStyle>
            <a:lvl1pPr algn="l">
              <a:defRPr sz="3600" b="1">
                <a:solidFill>
                  <a:schemeClr val="bg1"/>
                </a:solidFill>
              </a:defRPr>
            </a:lvl1pPr>
          </a:lstStyle>
          <a:p>
            <a:r>
              <a:rPr lang="en-US" altLang="ja-JP" dirty="0"/>
              <a:t>Section title</a:t>
            </a:r>
            <a:endParaRPr lang="en-US" dirty="0"/>
          </a:p>
        </p:txBody>
      </p:sp>
      <p:sp>
        <p:nvSpPr>
          <p:cNvPr id="3" name="Subtitle 2"/>
          <p:cNvSpPr>
            <a:spLocks noGrp="1"/>
          </p:cNvSpPr>
          <p:nvPr>
            <p:ph type="subTitle" idx="1" hasCustomPrompt="1"/>
          </p:nvPr>
        </p:nvSpPr>
        <p:spPr>
          <a:xfrm>
            <a:off x="234000" y="2655769"/>
            <a:ext cx="8675050" cy="276999"/>
          </a:xfrm>
          <a:prstGeom prst="rect">
            <a:avLst/>
          </a:prstGeom>
        </p:spPr>
        <p:txBody>
          <a:bodyPr wrap="square" lIns="0" tIns="0" rIns="0" bIns="0">
            <a:spAutoFit/>
          </a:bodyPr>
          <a:lstStyle>
            <a:lvl1pPr marL="0" indent="0" algn="l">
              <a:lnSpc>
                <a:spcPct val="90000"/>
              </a:lnSpc>
              <a:spcBef>
                <a:spcPts val="0"/>
              </a:spcBef>
              <a:spcAft>
                <a:spcPts val="600"/>
              </a:spcAft>
              <a:buNone/>
              <a:defRPr sz="20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ltLang="ja-JP" dirty="0"/>
              <a:t>Subheading</a:t>
            </a:r>
            <a:endParaRPr lang="en-US" dirty="0"/>
          </a:p>
        </p:txBody>
      </p:sp>
      <p:grpSp>
        <p:nvGrpSpPr>
          <p:cNvPr id="19" name="Group 18" descr="Fujitsu">
            <a:extLst>
              <a:ext uri="{FF2B5EF4-FFF2-40B4-BE49-F238E27FC236}">
                <a16:creationId xmlns:a16="http://schemas.microsoft.com/office/drawing/2014/main" id="{1F100140-E7BA-4172-872F-512D0BBE2FF7}"/>
              </a:ext>
            </a:extLst>
          </p:cNvPr>
          <p:cNvGrpSpPr>
            <a:grpSpLocks noChangeAspect="1"/>
          </p:cNvGrpSpPr>
          <p:nvPr userDrawn="1"/>
        </p:nvGrpSpPr>
        <p:grpSpPr>
          <a:xfrm>
            <a:off x="7948615" y="226928"/>
            <a:ext cx="968769" cy="472173"/>
            <a:chOff x="8012114" y="249161"/>
            <a:chExt cx="892174" cy="434841"/>
          </a:xfrm>
        </p:grpSpPr>
        <p:sp>
          <p:nvSpPr>
            <p:cNvPr id="20" name="Freeform 34">
              <a:extLst>
                <a:ext uri="{FF2B5EF4-FFF2-40B4-BE49-F238E27FC236}">
                  <a16:creationId xmlns:a16="http://schemas.microsoft.com/office/drawing/2014/main" id="{2E6DAB3A-493B-4C94-A624-C34C12E3BDFC}"/>
                </a:ext>
              </a:extLst>
            </p:cNvPr>
            <p:cNvSpPr>
              <a:spLocks/>
            </p:cNvSpPr>
            <p:nvPr userDrawn="1"/>
          </p:nvSpPr>
          <p:spPr bwMode="gray">
            <a:xfrm>
              <a:off x="8307389" y="249161"/>
              <a:ext cx="179387" cy="139657"/>
            </a:xfrm>
            <a:custGeom>
              <a:avLst/>
              <a:gdLst>
                <a:gd name="T0" fmla="*/ 961 w 2365"/>
                <a:gd name="T1" fmla="*/ 764 h 1825"/>
                <a:gd name="T2" fmla="*/ 599 w 2365"/>
                <a:gd name="T3" fmla="*/ 642 h 1825"/>
                <a:gd name="T4" fmla="*/ 1 w 2365"/>
                <a:gd name="T5" fmla="*/ 1235 h 1825"/>
                <a:gd name="T6" fmla="*/ 599 w 2365"/>
                <a:gd name="T7" fmla="*/ 1825 h 1825"/>
                <a:gd name="T8" fmla="*/ 1053 w 2365"/>
                <a:gd name="T9" fmla="*/ 1619 h 1825"/>
                <a:gd name="T10" fmla="*/ 1053 w 2365"/>
                <a:gd name="T11" fmla="*/ 1293 h 1825"/>
                <a:gd name="T12" fmla="*/ 771 w 2365"/>
                <a:gd name="T13" fmla="*/ 1568 h 1825"/>
                <a:gd name="T14" fmla="*/ 599 w 2365"/>
                <a:gd name="T15" fmla="*/ 1604 h 1825"/>
                <a:gd name="T16" fmla="*/ 225 w 2365"/>
                <a:gd name="T17" fmla="*/ 1235 h 1825"/>
                <a:gd name="T18" fmla="*/ 599 w 2365"/>
                <a:gd name="T19" fmla="*/ 863 h 1825"/>
                <a:gd name="T20" fmla="*/ 861 w 2365"/>
                <a:gd name="T21" fmla="*/ 972 h 1825"/>
                <a:gd name="T22" fmla="*/ 1093 w 2365"/>
                <a:gd name="T23" fmla="*/ 1239 h 1825"/>
                <a:gd name="T24" fmla="*/ 1630 w 2365"/>
                <a:gd name="T25" fmla="*/ 1473 h 1825"/>
                <a:gd name="T26" fmla="*/ 2365 w 2365"/>
                <a:gd name="T27" fmla="*/ 741 h 1825"/>
                <a:gd name="T28" fmla="*/ 1630 w 2365"/>
                <a:gd name="T29" fmla="*/ 0 h 1825"/>
                <a:gd name="T30" fmla="*/ 1053 w 2365"/>
                <a:gd name="T31" fmla="*/ 295 h 1825"/>
                <a:gd name="T32" fmla="*/ 1053 w 2365"/>
                <a:gd name="T33" fmla="*/ 735 h 1825"/>
                <a:gd name="T34" fmla="*/ 1630 w 2365"/>
                <a:gd name="T35" fmla="*/ 232 h 1825"/>
                <a:gd name="T36" fmla="*/ 2134 w 2365"/>
                <a:gd name="T37" fmla="*/ 741 h 1825"/>
                <a:gd name="T38" fmla="*/ 1630 w 2365"/>
                <a:gd name="T39" fmla="*/ 1245 h 1825"/>
                <a:gd name="T40" fmla="*/ 1303 w 2365"/>
                <a:gd name="T41" fmla="*/ 1125 h 1825"/>
                <a:gd name="T42" fmla="*/ 961 w 2365"/>
                <a:gd name="T43" fmla="*/ 764 h 1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65" h="1825">
                  <a:moveTo>
                    <a:pt x="961" y="764"/>
                  </a:moveTo>
                  <a:cubicBezTo>
                    <a:pt x="875" y="688"/>
                    <a:pt x="736" y="643"/>
                    <a:pt x="599" y="642"/>
                  </a:cubicBezTo>
                  <a:cubicBezTo>
                    <a:pt x="270" y="641"/>
                    <a:pt x="2" y="900"/>
                    <a:pt x="1" y="1235"/>
                  </a:cubicBezTo>
                  <a:cubicBezTo>
                    <a:pt x="0" y="1563"/>
                    <a:pt x="270" y="1824"/>
                    <a:pt x="599" y="1825"/>
                  </a:cubicBezTo>
                  <a:cubicBezTo>
                    <a:pt x="783" y="1825"/>
                    <a:pt x="943" y="1751"/>
                    <a:pt x="1053" y="1619"/>
                  </a:cubicBezTo>
                  <a:cubicBezTo>
                    <a:pt x="1053" y="1293"/>
                    <a:pt x="1053" y="1293"/>
                    <a:pt x="1053" y="1293"/>
                  </a:cubicBezTo>
                  <a:cubicBezTo>
                    <a:pt x="994" y="1394"/>
                    <a:pt x="877" y="1524"/>
                    <a:pt x="771" y="1568"/>
                  </a:cubicBezTo>
                  <a:cubicBezTo>
                    <a:pt x="717" y="1590"/>
                    <a:pt x="662" y="1604"/>
                    <a:pt x="599" y="1604"/>
                  </a:cubicBezTo>
                  <a:cubicBezTo>
                    <a:pt x="394" y="1604"/>
                    <a:pt x="225" y="1445"/>
                    <a:pt x="225" y="1235"/>
                  </a:cubicBezTo>
                  <a:cubicBezTo>
                    <a:pt x="225" y="1041"/>
                    <a:pt x="380" y="862"/>
                    <a:pt x="599" y="863"/>
                  </a:cubicBezTo>
                  <a:cubicBezTo>
                    <a:pt x="701" y="863"/>
                    <a:pt x="793" y="905"/>
                    <a:pt x="861" y="972"/>
                  </a:cubicBezTo>
                  <a:cubicBezTo>
                    <a:pt x="931" y="1040"/>
                    <a:pt x="1041" y="1183"/>
                    <a:pt x="1093" y="1239"/>
                  </a:cubicBezTo>
                  <a:cubicBezTo>
                    <a:pt x="1227" y="1383"/>
                    <a:pt x="1419" y="1473"/>
                    <a:pt x="1630" y="1473"/>
                  </a:cubicBezTo>
                  <a:cubicBezTo>
                    <a:pt x="2036" y="1474"/>
                    <a:pt x="2365" y="1146"/>
                    <a:pt x="2365" y="741"/>
                  </a:cubicBezTo>
                  <a:cubicBezTo>
                    <a:pt x="2365" y="336"/>
                    <a:pt x="2035" y="0"/>
                    <a:pt x="1630" y="0"/>
                  </a:cubicBezTo>
                  <a:cubicBezTo>
                    <a:pt x="1395" y="0"/>
                    <a:pt x="1187" y="122"/>
                    <a:pt x="1053" y="295"/>
                  </a:cubicBezTo>
                  <a:cubicBezTo>
                    <a:pt x="1053" y="735"/>
                    <a:pt x="1053" y="735"/>
                    <a:pt x="1053" y="735"/>
                  </a:cubicBezTo>
                  <a:cubicBezTo>
                    <a:pt x="1155" y="455"/>
                    <a:pt x="1340" y="232"/>
                    <a:pt x="1630" y="232"/>
                  </a:cubicBezTo>
                  <a:cubicBezTo>
                    <a:pt x="1909" y="232"/>
                    <a:pt x="2135" y="463"/>
                    <a:pt x="2134" y="741"/>
                  </a:cubicBezTo>
                  <a:cubicBezTo>
                    <a:pt x="2134" y="1020"/>
                    <a:pt x="1909" y="1246"/>
                    <a:pt x="1630" y="1245"/>
                  </a:cubicBezTo>
                  <a:cubicBezTo>
                    <a:pt x="1506" y="1244"/>
                    <a:pt x="1391" y="1199"/>
                    <a:pt x="1303" y="1125"/>
                  </a:cubicBezTo>
                  <a:cubicBezTo>
                    <a:pt x="1194" y="1040"/>
                    <a:pt x="1074" y="860"/>
                    <a:pt x="961" y="76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1" name="Freeform 35">
              <a:extLst>
                <a:ext uri="{FF2B5EF4-FFF2-40B4-BE49-F238E27FC236}">
                  <a16:creationId xmlns:a16="http://schemas.microsoft.com/office/drawing/2014/main" id="{82C3B378-2E63-4808-87F0-DEDFE243ACAE}"/>
                </a:ext>
              </a:extLst>
            </p:cNvPr>
            <p:cNvSpPr>
              <a:spLocks/>
            </p:cNvSpPr>
            <p:nvPr userDrawn="1"/>
          </p:nvSpPr>
          <p:spPr bwMode="gray">
            <a:xfrm>
              <a:off x="8012114" y="401514"/>
              <a:ext cx="123825" cy="201551"/>
            </a:xfrm>
            <a:custGeom>
              <a:avLst/>
              <a:gdLst>
                <a:gd name="T0" fmla="*/ 0 w 1624"/>
                <a:gd name="T1" fmla="*/ 0 h 2651"/>
                <a:gd name="T2" fmla="*/ 1624 w 1624"/>
                <a:gd name="T3" fmla="*/ 0 h 2651"/>
                <a:gd name="T4" fmla="*/ 1624 w 1624"/>
                <a:gd name="T5" fmla="*/ 452 h 2651"/>
                <a:gd name="T6" fmla="*/ 1365 w 1624"/>
                <a:gd name="T7" fmla="*/ 273 h 2651"/>
                <a:gd name="T8" fmla="*/ 613 w 1624"/>
                <a:gd name="T9" fmla="*/ 273 h 2651"/>
                <a:gd name="T10" fmla="*/ 613 w 1624"/>
                <a:gd name="T11" fmla="*/ 1053 h 2651"/>
                <a:gd name="T12" fmla="*/ 1428 w 1624"/>
                <a:gd name="T13" fmla="*/ 1053 h 2651"/>
                <a:gd name="T14" fmla="*/ 1428 w 1624"/>
                <a:gd name="T15" fmla="*/ 1467 h 2651"/>
                <a:gd name="T16" fmla="*/ 1205 w 1624"/>
                <a:gd name="T17" fmla="*/ 1335 h 2651"/>
                <a:gd name="T18" fmla="*/ 613 w 1624"/>
                <a:gd name="T19" fmla="*/ 1335 h 2651"/>
                <a:gd name="T20" fmla="*/ 613 w 1624"/>
                <a:gd name="T21" fmla="*/ 2401 h 2651"/>
                <a:gd name="T22" fmla="*/ 784 w 1624"/>
                <a:gd name="T23" fmla="*/ 2651 h 2651"/>
                <a:gd name="T24" fmla="*/ 11 w 1624"/>
                <a:gd name="T25" fmla="*/ 2651 h 2651"/>
                <a:gd name="T26" fmla="*/ 173 w 1624"/>
                <a:gd name="T27" fmla="*/ 2401 h 2651"/>
                <a:gd name="T28" fmla="*/ 173 w 1624"/>
                <a:gd name="T29" fmla="*/ 278 h 2651"/>
                <a:gd name="T30" fmla="*/ 0 w 1624"/>
                <a:gd name="T31"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24" h="2651">
                  <a:moveTo>
                    <a:pt x="0" y="0"/>
                  </a:moveTo>
                  <a:cubicBezTo>
                    <a:pt x="1624" y="0"/>
                    <a:pt x="1624" y="0"/>
                    <a:pt x="1624" y="0"/>
                  </a:cubicBezTo>
                  <a:cubicBezTo>
                    <a:pt x="1624" y="452"/>
                    <a:pt x="1624" y="452"/>
                    <a:pt x="1624" y="452"/>
                  </a:cubicBezTo>
                  <a:cubicBezTo>
                    <a:pt x="1624" y="452"/>
                    <a:pt x="1540" y="274"/>
                    <a:pt x="1365" y="273"/>
                  </a:cubicBezTo>
                  <a:cubicBezTo>
                    <a:pt x="613" y="273"/>
                    <a:pt x="613" y="273"/>
                    <a:pt x="613" y="273"/>
                  </a:cubicBezTo>
                  <a:cubicBezTo>
                    <a:pt x="613" y="1053"/>
                    <a:pt x="613" y="1053"/>
                    <a:pt x="613" y="1053"/>
                  </a:cubicBezTo>
                  <a:cubicBezTo>
                    <a:pt x="1428" y="1053"/>
                    <a:pt x="1428" y="1053"/>
                    <a:pt x="1428" y="1053"/>
                  </a:cubicBezTo>
                  <a:cubicBezTo>
                    <a:pt x="1428" y="1467"/>
                    <a:pt x="1428" y="1467"/>
                    <a:pt x="1428" y="1467"/>
                  </a:cubicBezTo>
                  <a:cubicBezTo>
                    <a:pt x="1428" y="1467"/>
                    <a:pt x="1402" y="1335"/>
                    <a:pt x="1205" y="1335"/>
                  </a:cubicBezTo>
                  <a:cubicBezTo>
                    <a:pt x="613" y="1335"/>
                    <a:pt x="613" y="1335"/>
                    <a:pt x="613" y="1335"/>
                  </a:cubicBezTo>
                  <a:cubicBezTo>
                    <a:pt x="613" y="2401"/>
                    <a:pt x="613" y="2401"/>
                    <a:pt x="613" y="2401"/>
                  </a:cubicBezTo>
                  <a:cubicBezTo>
                    <a:pt x="613" y="2558"/>
                    <a:pt x="784" y="2651"/>
                    <a:pt x="784" y="2651"/>
                  </a:cubicBezTo>
                  <a:cubicBezTo>
                    <a:pt x="11" y="2651"/>
                    <a:pt x="11" y="2651"/>
                    <a:pt x="11" y="2651"/>
                  </a:cubicBezTo>
                  <a:cubicBezTo>
                    <a:pt x="11" y="2651"/>
                    <a:pt x="173" y="2569"/>
                    <a:pt x="173" y="2401"/>
                  </a:cubicBezTo>
                  <a:cubicBezTo>
                    <a:pt x="173" y="278"/>
                    <a:pt x="173" y="278"/>
                    <a:pt x="173" y="278"/>
                  </a:cubicBezTo>
                  <a:cubicBezTo>
                    <a:pt x="173" y="9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2" name="Freeform 36">
              <a:extLst>
                <a:ext uri="{FF2B5EF4-FFF2-40B4-BE49-F238E27FC236}">
                  <a16:creationId xmlns:a16="http://schemas.microsoft.com/office/drawing/2014/main" id="{CAC9D896-0364-478E-8EC9-E1BF49631BE5}"/>
                </a:ext>
              </a:extLst>
            </p:cNvPr>
            <p:cNvSpPr>
              <a:spLocks/>
            </p:cNvSpPr>
            <p:nvPr userDrawn="1"/>
          </p:nvSpPr>
          <p:spPr bwMode="gray">
            <a:xfrm>
              <a:off x="8305801" y="401514"/>
              <a:ext cx="80962" cy="282488"/>
            </a:xfrm>
            <a:custGeom>
              <a:avLst/>
              <a:gdLst>
                <a:gd name="T0" fmla="*/ 246 w 1072"/>
                <a:gd name="T1" fmla="*/ 0 h 3696"/>
                <a:gd name="T2" fmla="*/ 1072 w 1072"/>
                <a:gd name="T3" fmla="*/ 0 h 3696"/>
                <a:gd name="T4" fmla="*/ 887 w 1072"/>
                <a:gd name="T5" fmla="*/ 230 h 3696"/>
                <a:gd name="T6" fmla="*/ 887 w 1072"/>
                <a:gd name="T7" fmla="*/ 2717 h 3696"/>
                <a:gd name="T8" fmla="*/ 0 w 1072"/>
                <a:gd name="T9" fmla="*/ 3693 h 3696"/>
                <a:gd name="T10" fmla="*/ 423 w 1072"/>
                <a:gd name="T11" fmla="*/ 2717 h 3696"/>
                <a:gd name="T12" fmla="*/ 423 w 1072"/>
                <a:gd name="T13" fmla="*/ 230 h 3696"/>
                <a:gd name="T14" fmla="*/ 246 w 1072"/>
                <a:gd name="T15" fmla="*/ 0 h 36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2" h="3696">
                  <a:moveTo>
                    <a:pt x="246" y="0"/>
                  </a:moveTo>
                  <a:cubicBezTo>
                    <a:pt x="1072" y="0"/>
                    <a:pt x="1072" y="0"/>
                    <a:pt x="1072" y="0"/>
                  </a:cubicBezTo>
                  <a:cubicBezTo>
                    <a:pt x="1072" y="0"/>
                    <a:pt x="887" y="87"/>
                    <a:pt x="887" y="230"/>
                  </a:cubicBezTo>
                  <a:cubicBezTo>
                    <a:pt x="887" y="2717"/>
                    <a:pt x="887" y="2717"/>
                    <a:pt x="887" y="2717"/>
                  </a:cubicBezTo>
                  <a:cubicBezTo>
                    <a:pt x="887" y="3558"/>
                    <a:pt x="44" y="3696"/>
                    <a:pt x="0" y="3693"/>
                  </a:cubicBezTo>
                  <a:cubicBezTo>
                    <a:pt x="72" y="3647"/>
                    <a:pt x="422" y="3349"/>
                    <a:pt x="423" y="2717"/>
                  </a:cubicBezTo>
                  <a:cubicBezTo>
                    <a:pt x="423" y="230"/>
                    <a:pt x="423" y="230"/>
                    <a:pt x="423" y="230"/>
                  </a:cubicBezTo>
                  <a:cubicBezTo>
                    <a:pt x="424" y="96"/>
                    <a:pt x="246" y="0"/>
                    <a:pt x="24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3" name="Freeform 37">
              <a:extLst>
                <a:ext uri="{FF2B5EF4-FFF2-40B4-BE49-F238E27FC236}">
                  <a16:creationId xmlns:a16="http://schemas.microsoft.com/office/drawing/2014/main" id="{AE4512C4-B33D-49B1-AE30-646A970A5077}"/>
                </a:ext>
              </a:extLst>
            </p:cNvPr>
            <p:cNvSpPr>
              <a:spLocks/>
            </p:cNvSpPr>
            <p:nvPr userDrawn="1"/>
          </p:nvSpPr>
          <p:spPr bwMode="gray">
            <a:xfrm>
              <a:off x="8396289" y="401514"/>
              <a:ext cx="63500" cy="201551"/>
            </a:xfrm>
            <a:custGeom>
              <a:avLst/>
              <a:gdLst>
                <a:gd name="T0" fmla="*/ 0 w 828"/>
                <a:gd name="T1" fmla="*/ 0 h 2653"/>
                <a:gd name="T2" fmla="*/ 828 w 828"/>
                <a:gd name="T3" fmla="*/ 0 h 2653"/>
                <a:gd name="T4" fmla="*/ 645 w 828"/>
                <a:gd name="T5" fmla="*/ 235 h 2653"/>
                <a:gd name="T6" fmla="*/ 645 w 828"/>
                <a:gd name="T7" fmla="*/ 2401 h 2653"/>
                <a:gd name="T8" fmla="*/ 828 w 828"/>
                <a:gd name="T9" fmla="*/ 2653 h 2653"/>
                <a:gd name="T10" fmla="*/ 0 w 828"/>
                <a:gd name="T11" fmla="*/ 2653 h 2653"/>
                <a:gd name="T12" fmla="*/ 184 w 828"/>
                <a:gd name="T13" fmla="*/ 2401 h 2653"/>
                <a:gd name="T14" fmla="*/ 184 w 828"/>
                <a:gd name="T15" fmla="*/ 235 h 2653"/>
                <a:gd name="T16" fmla="*/ 0 w 828"/>
                <a:gd name="T17" fmla="*/ 0 h 2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2653">
                  <a:moveTo>
                    <a:pt x="0" y="0"/>
                  </a:moveTo>
                  <a:cubicBezTo>
                    <a:pt x="828" y="0"/>
                    <a:pt x="828" y="0"/>
                    <a:pt x="828" y="0"/>
                  </a:cubicBezTo>
                  <a:cubicBezTo>
                    <a:pt x="828" y="0"/>
                    <a:pt x="645" y="89"/>
                    <a:pt x="645" y="235"/>
                  </a:cubicBezTo>
                  <a:cubicBezTo>
                    <a:pt x="645" y="2401"/>
                    <a:pt x="645" y="2401"/>
                    <a:pt x="645" y="2401"/>
                  </a:cubicBezTo>
                  <a:cubicBezTo>
                    <a:pt x="645" y="2556"/>
                    <a:pt x="828" y="2653"/>
                    <a:pt x="828" y="2653"/>
                  </a:cubicBezTo>
                  <a:cubicBezTo>
                    <a:pt x="0" y="2653"/>
                    <a:pt x="0" y="2653"/>
                    <a:pt x="0" y="2653"/>
                  </a:cubicBezTo>
                  <a:cubicBezTo>
                    <a:pt x="0" y="2653"/>
                    <a:pt x="184" y="2557"/>
                    <a:pt x="184" y="2401"/>
                  </a:cubicBezTo>
                  <a:cubicBezTo>
                    <a:pt x="184" y="235"/>
                    <a:pt x="184" y="235"/>
                    <a:pt x="184" y="235"/>
                  </a:cubicBezTo>
                  <a:cubicBezTo>
                    <a:pt x="184" y="8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4" name="Freeform 38">
              <a:extLst>
                <a:ext uri="{FF2B5EF4-FFF2-40B4-BE49-F238E27FC236}">
                  <a16:creationId xmlns:a16="http://schemas.microsoft.com/office/drawing/2014/main" id="{184123A7-2111-4426-816D-00195BCE79BD}"/>
                </a:ext>
              </a:extLst>
            </p:cNvPr>
            <p:cNvSpPr>
              <a:spLocks/>
            </p:cNvSpPr>
            <p:nvPr userDrawn="1"/>
          </p:nvSpPr>
          <p:spPr bwMode="gray">
            <a:xfrm>
              <a:off x="8459789" y="401514"/>
              <a:ext cx="150812" cy="201551"/>
            </a:xfrm>
            <a:custGeom>
              <a:avLst/>
              <a:gdLst>
                <a:gd name="T0" fmla="*/ 161 w 1984"/>
                <a:gd name="T1" fmla="*/ 0 h 2651"/>
                <a:gd name="T2" fmla="*/ 1984 w 1984"/>
                <a:gd name="T3" fmla="*/ 0 h 2651"/>
                <a:gd name="T4" fmla="*/ 1829 w 1984"/>
                <a:gd name="T5" fmla="*/ 482 h 2651"/>
                <a:gd name="T6" fmla="*/ 1607 w 1984"/>
                <a:gd name="T7" fmla="*/ 279 h 2651"/>
                <a:gd name="T8" fmla="*/ 1229 w 1984"/>
                <a:gd name="T9" fmla="*/ 279 h 2651"/>
                <a:gd name="T10" fmla="*/ 1229 w 1984"/>
                <a:gd name="T11" fmla="*/ 2401 h 2651"/>
                <a:gd name="T12" fmla="*/ 1407 w 1984"/>
                <a:gd name="T13" fmla="*/ 2651 h 2651"/>
                <a:gd name="T14" fmla="*/ 595 w 1984"/>
                <a:gd name="T15" fmla="*/ 2651 h 2651"/>
                <a:gd name="T16" fmla="*/ 771 w 1984"/>
                <a:gd name="T17" fmla="*/ 2401 h 2651"/>
                <a:gd name="T18" fmla="*/ 771 w 1984"/>
                <a:gd name="T19" fmla="*/ 279 h 2651"/>
                <a:gd name="T20" fmla="*/ 315 w 1984"/>
                <a:gd name="T21" fmla="*/ 279 h 2651"/>
                <a:gd name="T22" fmla="*/ 0 w 1984"/>
                <a:gd name="T23" fmla="*/ 522 h 2651"/>
                <a:gd name="T24" fmla="*/ 161 w 1984"/>
                <a:gd name="T25"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4" h="2651">
                  <a:moveTo>
                    <a:pt x="161" y="0"/>
                  </a:moveTo>
                  <a:cubicBezTo>
                    <a:pt x="1984" y="0"/>
                    <a:pt x="1984" y="0"/>
                    <a:pt x="1984" y="0"/>
                  </a:cubicBezTo>
                  <a:cubicBezTo>
                    <a:pt x="1829" y="482"/>
                    <a:pt x="1829" y="482"/>
                    <a:pt x="1829" y="482"/>
                  </a:cubicBezTo>
                  <a:cubicBezTo>
                    <a:pt x="1829" y="482"/>
                    <a:pt x="1783" y="279"/>
                    <a:pt x="1607" y="279"/>
                  </a:cubicBezTo>
                  <a:cubicBezTo>
                    <a:pt x="1229" y="279"/>
                    <a:pt x="1229" y="279"/>
                    <a:pt x="1229" y="279"/>
                  </a:cubicBezTo>
                  <a:cubicBezTo>
                    <a:pt x="1229" y="2401"/>
                    <a:pt x="1229" y="2401"/>
                    <a:pt x="1229" y="2401"/>
                  </a:cubicBezTo>
                  <a:cubicBezTo>
                    <a:pt x="1229" y="2535"/>
                    <a:pt x="1407" y="2651"/>
                    <a:pt x="1407" y="2651"/>
                  </a:cubicBezTo>
                  <a:cubicBezTo>
                    <a:pt x="595" y="2651"/>
                    <a:pt x="595" y="2651"/>
                    <a:pt x="595" y="2651"/>
                  </a:cubicBezTo>
                  <a:cubicBezTo>
                    <a:pt x="595" y="2651"/>
                    <a:pt x="771" y="2547"/>
                    <a:pt x="771" y="2401"/>
                  </a:cubicBezTo>
                  <a:cubicBezTo>
                    <a:pt x="771" y="279"/>
                    <a:pt x="771" y="279"/>
                    <a:pt x="771" y="279"/>
                  </a:cubicBezTo>
                  <a:cubicBezTo>
                    <a:pt x="315" y="279"/>
                    <a:pt x="315" y="279"/>
                    <a:pt x="315" y="279"/>
                  </a:cubicBezTo>
                  <a:cubicBezTo>
                    <a:pt x="185" y="280"/>
                    <a:pt x="0" y="522"/>
                    <a:pt x="0" y="522"/>
                  </a:cubicBezTo>
                  <a:lnTo>
                    <a:pt x="16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5" name="Freeform 39">
              <a:extLst>
                <a:ext uri="{FF2B5EF4-FFF2-40B4-BE49-F238E27FC236}">
                  <a16:creationId xmlns:a16="http://schemas.microsoft.com/office/drawing/2014/main" id="{A7DEA05E-E614-40D9-A049-B65FFFB96DAB}"/>
                </a:ext>
              </a:extLst>
            </p:cNvPr>
            <p:cNvSpPr>
              <a:spLocks/>
            </p:cNvSpPr>
            <p:nvPr userDrawn="1"/>
          </p:nvSpPr>
          <p:spPr bwMode="gray">
            <a:xfrm>
              <a:off x="8734426" y="401514"/>
              <a:ext cx="169862" cy="204725"/>
            </a:xfrm>
            <a:custGeom>
              <a:avLst/>
              <a:gdLst>
                <a:gd name="T0" fmla="*/ 1420 w 2219"/>
                <a:gd name="T1" fmla="*/ 0 h 2693"/>
                <a:gd name="T2" fmla="*/ 2219 w 2219"/>
                <a:gd name="T3" fmla="*/ 0 h 2693"/>
                <a:gd name="T4" fmla="*/ 2048 w 2219"/>
                <a:gd name="T5" fmla="*/ 234 h 2693"/>
                <a:gd name="T6" fmla="*/ 2048 w 2219"/>
                <a:gd name="T7" fmla="*/ 1840 h 2693"/>
                <a:gd name="T8" fmla="*/ 1131 w 2219"/>
                <a:gd name="T9" fmla="*/ 2693 h 2693"/>
                <a:gd name="T10" fmla="*/ 176 w 2219"/>
                <a:gd name="T11" fmla="*/ 1840 h 2693"/>
                <a:gd name="T12" fmla="*/ 176 w 2219"/>
                <a:gd name="T13" fmla="*/ 234 h 2693"/>
                <a:gd name="T14" fmla="*/ 0 w 2219"/>
                <a:gd name="T15" fmla="*/ 0 h 2693"/>
                <a:gd name="T16" fmla="*/ 821 w 2219"/>
                <a:gd name="T17" fmla="*/ 0 h 2693"/>
                <a:gd name="T18" fmla="*/ 638 w 2219"/>
                <a:gd name="T19" fmla="*/ 234 h 2693"/>
                <a:gd name="T20" fmla="*/ 638 w 2219"/>
                <a:gd name="T21" fmla="*/ 1840 h 2693"/>
                <a:gd name="T22" fmla="*/ 1131 w 2219"/>
                <a:gd name="T23" fmla="*/ 2406 h 2693"/>
                <a:gd name="T24" fmla="*/ 1601 w 2219"/>
                <a:gd name="T25" fmla="*/ 1840 h 2693"/>
                <a:gd name="T26" fmla="*/ 1601 w 2219"/>
                <a:gd name="T27" fmla="*/ 234 h 2693"/>
                <a:gd name="T28" fmla="*/ 1420 w 2219"/>
                <a:gd name="T29" fmla="*/ 0 h 2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19" h="2693">
                  <a:moveTo>
                    <a:pt x="1420" y="0"/>
                  </a:moveTo>
                  <a:cubicBezTo>
                    <a:pt x="2219" y="0"/>
                    <a:pt x="2219" y="0"/>
                    <a:pt x="2219" y="0"/>
                  </a:cubicBezTo>
                  <a:cubicBezTo>
                    <a:pt x="2219" y="0"/>
                    <a:pt x="2048" y="91"/>
                    <a:pt x="2048" y="234"/>
                  </a:cubicBezTo>
                  <a:cubicBezTo>
                    <a:pt x="2048" y="1840"/>
                    <a:pt x="2048" y="1840"/>
                    <a:pt x="2048" y="1840"/>
                  </a:cubicBezTo>
                  <a:cubicBezTo>
                    <a:pt x="2047" y="2492"/>
                    <a:pt x="1506" y="2693"/>
                    <a:pt x="1131" y="2693"/>
                  </a:cubicBezTo>
                  <a:cubicBezTo>
                    <a:pt x="759" y="2693"/>
                    <a:pt x="175" y="2490"/>
                    <a:pt x="176" y="1840"/>
                  </a:cubicBezTo>
                  <a:cubicBezTo>
                    <a:pt x="176" y="234"/>
                    <a:pt x="176" y="234"/>
                    <a:pt x="176" y="234"/>
                  </a:cubicBezTo>
                  <a:cubicBezTo>
                    <a:pt x="176" y="91"/>
                    <a:pt x="0" y="0"/>
                    <a:pt x="0" y="0"/>
                  </a:cubicBezTo>
                  <a:cubicBezTo>
                    <a:pt x="821" y="0"/>
                    <a:pt x="821" y="0"/>
                    <a:pt x="821" y="0"/>
                  </a:cubicBezTo>
                  <a:cubicBezTo>
                    <a:pt x="821" y="0"/>
                    <a:pt x="638" y="88"/>
                    <a:pt x="638" y="234"/>
                  </a:cubicBezTo>
                  <a:cubicBezTo>
                    <a:pt x="638" y="1840"/>
                    <a:pt x="638" y="1840"/>
                    <a:pt x="638" y="1840"/>
                  </a:cubicBezTo>
                  <a:cubicBezTo>
                    <a:pt x="638" y="2182"/>
                    <a:pt x="865" y="2406"/>
                    <a:pt x="1131" y="2406"/>
                  </a:cubicBezTo>
                  <a:cubicBezTo>
                    <a:pt x="1397" y="2406"/>
                    <a:pt x="1600" y="2173"/>
                    <a:pt x="1601" y="1840"/>
                  </a:cubicBezTo>
                  <a:cubicBezTo>
                    <a:pt x="1601" y="234"/>
                    <a:pt x="1601" y="234"/>
                    <a:pt x="1601" y="234"/>
                  </a:cubicBezTo>
                  <a:cubicBezTo>
                    <a:pt x="1601" y="91"/>
                    <a:pt x="1420" y="0"/>
                    <a:pt x="1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6" name="Freeform 40">
              <a:extLst>
                <a:ext uri="{FF2B5EF4-FFF2-40B4-BE49-F238E27FC236}">
                  <a16:creationId xmlns:a16="http://schemas.microsoft.com/office/drawing/2014/main" id="{3828E108-C6AE-42F1-82B3-4DD2CFFF072E}"/>
                </a:ext>
              </a:extLst>
            </p:cNvPr>
            <p:cNvSpPr>
              <a:spLocks/>
            </p:cNvSpPr>
            <p:nvPr userDrawn="1"/>
          </p:nvSpPr>
          <p:spPr bwMode="gray">
            <a:xfrm>
              <a:off x="8142289" y="401514"/>
              <a:ext cx="169862" cy="206312"/>
            </a:xfrm>
            <a:custGeom>
              <a:avLst/>
              <a:gdLst>
                <a:gd name="T0" fmla="*/ 1427 w 2240"/>
                <a:gd name="T1" fmla="*/ 0 h 2700"/>
                <a:gd name="T2" fmla="*/ 2240 w 2240"/>
                <a:gd name="T3" fmla="*/ 0 h 2700"/>
                <a:gd name="T4" fmla="*/ 2068 w 2240"/>
                <a:gd name="T5" fmla="*/ 237 h 2700"/>
                <a:gd name="T6" fmla="*/ 2067 w 2240"/>
                <a:gd name="T7" fmla="*/ 1838 h 2700"/>
                <a:gd name="T8" fmla="*/ 1122 w 2240"/>
                <a:gd name="T9" fmla="*/ 2700 h 2700"/>
                <a:gd name="T10" fmla="*/ 166 w 2240"/>
                <a:gd name="T11" fmla="*/ 1838 h 2700"/>
                <a:gd name="T12" fmla="*/ 166 w 2240"/>
                <a:gd name="T13" fmla="*/ 237 h 2700"/>
                <a:gd name="T14" fmla="*/ 0 w 2240"/>
                <a:gd name="T15" fmla="*/ 0 h 2700"/>
                <a:gd name="T16" fmla="*/ 821 w 2240"/>
                <a:gd name="T17" fmla="*/ 0 h 2700"/>
                <a:gd name="T18" fmla="*/ 631 w 2240"/>
                <a:gd name="T19" fmla="*/ 237 h 2700"/>
                <a:gd name="T20" fmla="*/ 630 w 2240"/>
                <a:gd name="T21" fmla="*/ 1838 h 2700"/>
                <a:gd name="T22" fmla="*/ 1122 w 2240"/>
                <a:gd name="T23" fmla="*/ 2413 h 2700"/>
                <a:gd name="T24" fmla="*/ 1602 w 2240"/>
                <a:gd name="T25" fmla="*/ 1838 h 2700"/>
                <a:gd name="T26" fmla="*/ 1603 w 2240"/>
                <a:gd name="T27" fmla="*/ 237 h 2700"/>
                <a:gd name="T28" fmla="*/ 1427 w 2240"/>
                <a:gd name="T29" fmla="*/ 0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0" h="2700">
                  <a:moveTo>
                    <a:pt x="1427" y="0"/>
                  </a:moveTo>
                  <a:cubicBezTo>
                    <a:pt x="2240" y="0"/>
                    <a:pt x="2240" y="0"/>
                    <a:pt x="2240" y="0"/>
                  </a:cubicBezTo>
                  <a:cubicBezTo>
                    <a:pt x="2240" y="0"/>
                    <a:pt x="2068" y="95"/>
                    <a:pt x="2068" y="237"/>
                  </a:cubicBezTo>
                  <a:cubicBezTo>
                    <a:pt x="2068" y="238"/>
                    <a:pt x="2067" y="1838"/>
                    <a:pt x="2067" y="1838"/>
                  </a:cubicBezTo>
                  <a:cubicBezTo>
                    <a:pt x="2067" y="2494"/>
                    <a:pt x="1501" y="2700"/>
                    <a:pt x="1122" y="2700"/>
                  </a:cubicBezTo>
                  <a:cubicBezTo>
                    <a:pt x="750" y="2700"/>
                    <a:pt x="166" y="2491"/>
                    <a:pt x="166" y="1838"/>
                  </a:cubicBezTo>
                  <a:cubicBezTo>
                    <a:pt x="166" y="237"/>
                    <a:pt x="166" y="237"/>
                    <a:pt x="166" y="237"/>
                  </a:cubicBezTo>
                  <a:cubicBezTo>
                    <a:pt x="166" y="94"/>
                    <a:pt x="0" y="0"/>
                    <a:pt x="0" y="0"/>
                  </a:cubicBezTo>
                  <a:cubicBezTo>
                    <a:pt x="821" y="0"/>
                    <a:pt x="821" y="0"/>
                    <a:pt x="821" y="0"/>
                  </a:cubicBezTo>
                  <a:cubicBezTo>
                    <a:pt x="821" y="0"/>
                    <a:pt x="631" y="94"/>
                    <a:pt x="631" y="237"/>
                  </a:cubicBezTo>
                  <a:cubicBezTo>
                    <a:pt x="630" y="1838"/>
                    <a:pt x="630" y="1838"/>
                    <a:pt x="630" y="1838"/>
                  </a:cubicBezTo>
                  <a:cubicBezTo>
                    <a:pt x="630" y="2178"/>
                    <a:pt x="856" y="2412"/>
                    <a:pt x="1122" y="2413"/>
                  </a:cubicBezTo>
                  <a:cubicBezTo>
                    <a:pt x="1388" y="2414"/>
                    <a:pt x="1602" y="2174"/>
                    <a:pt x="1602" y="1838"/>
                  </a:cubicBezTo>
                  <a:cubicBezTo>
                    <a:pt x="1603" y="237"/>
                    <a:pt x="1603" y="237"/>
                    <a:pt x="1603" y="237"/>
                  </a:cubicBezTo>
                  <a:cubicBezTo>
                    <a:pt x="1603" y="94"/>
                    <a:pt x="1427" y="0"/>
                    <a:pt x="142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7" name="Freeform 41">
              <a:extLst>
                <a:ext uri="{FF2B5EF4-FFF2-40B4-BE49-F238E27FC236}">
                  <a16:creationId xmlns:a16="http://schemas.microsoft.com/office/drawing/2014/main" id="{76C50990-34AA-496D-815F-E01AD097062E}"/>
                </a:ext>
              </a:extLst>
            </p:cNvPr>
            <p:cNvSpPr>
              <a:spLocks/>
            </p:cNvSpPr>
            <p:nvPr userDrawn="1"/>
          </p:nvSpPr>
          <p:spPr bwMode="gray">
            <a:xfrm>
              <a:off x="8604251" y="396753"/>
              <a:ext cx="130175" cy="211073"/>
            </a:xfrm>
            <a:custGeom>
              <a:avLst/>
              <a:gdLst>
                <a:gd name="T0" fmla="*/ 1467 w 1707"/>
                <a:gd name="T1" fmla="*/ 479 h 2755"/>
                <a:gd name="T2" fmla="*/ 1019 w 1707"/>
                <a:gd name="T3" fmla="*/ 276 h 2755"/>
                <a:gd name="T4" fmla="*/ 504 w 1707"/>
                <a:gd name="T5" fmla="*/ 677 h 2755"/>
                <a:gd name="T6" fmla="*/ 995 w 1707"/>
                <a:gd name="T7" fmla="*/ 1174 h 2755"/>
                <a:gd name="T8" fmla="*/ 1705 w 1707"/>
                <a:gd name="T9" fmla="*/ 1974 h 2755"/>
                <a:gd name="T10" fmla="*/ 651 w 1707"/>
                <a:gd name="T11" fmla="*/ 2755 h 2755"/>
                <a:gd name="T12" fmla="*/ 155 w 1707"/>
                <a:gd name="T13" fmla="*/ 2686 h 2755"/>
                <a:gd name="T14" fmla="*/ 0 w 1707"/>
                <a:gd name="T15" fmla="*/ 2177 h 2755"/>
                <a:gd name="T16" fmla="*/ 658 w 1707"/>
                <a:gd name="T17" fmla="*/ 2466 h 2755"/>
                <a:gd name="T18" fmla="*/ 1252 w 1707"/>
                <a:gd name="T19" fmla="*/ 2030 h 2755"/>
                <a:gd name="T20" fmla="*/ 46 w 1707"/>
                <a:gd name="T21" fmla="*/ 731 h 2755"/>
                <a:gd name="T22" fmla="*/ 973 w 1707"/>
                <a:gd name="T23" fmla="*/ 0 h 2755"/>
                <a:gd name="T24" fmla="*/ 1467 w 1707"/>
                <a:gd name="T25" fmla="*/ 69 h 2755"/>
                <a:gd name="T26" fmla="*/ 1467 w 1707"/>
                <a:gd name="T27" fmla="*/ 479 h 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7" h="2755">
                  <a:moveTo>
                    <a:pt x="1467" y="479"/>
                  </a:moveTo>
                  <a:cubicBezTo>
                    <a:pt x="1467" y="479"/>
                    <a:pt x="1352" y="277"/>
                    <a:pt x="1019" y="276"/>
                  </a:cubicBezTo>
                  <a:cubicBezTo>
                    <a:pt x="686" y="275"/>
                    <a:pt x="505" y="450"/>
                    <a:pt x="504" y="677"/>
                  </a:cubicBezTo>
                  <a:cubicBezTo>
                    <a:pt x="503" y="934"/>
                    <a:pt x="696" y="1031"/>
                    <a:pt x="995" y="1174"/>
                  </a:cubicBezTo>
                  <a:cubicBezTo>
                    <a:pt x="1279" y="1311"/>
                    <a:pt x="1707" y="1499"/>
                    <a:pt x="1705" y="1974"/>
                  </a:cubicBezTo>
                  <a:cubicBezTo>
                    <a:pt x="1704" y="2399"/>
                    <a:pt x="1327" y="2755"/>
                    <a:pt x="651" y="2755"/>
                  </a:cubicBezTo>
                  <a:cubicBezTo>
                    <a:pt x="442" y="2754"/>
                    <a:pt x="155" y="2686"/>
                    <a:pt x="155" y="2686"/>
                  </a:cubicBezTo>
                  <a:cubicBezTo>
                    <a:pt x="0" y="2177"/>
                    <a:pt x="0" y="2177"/>
                    <a:pt x="0" y="2177"/>
                  </a:cubicBezTo>
                  <a:cubicBezTo>
                    <a:pt x="143" y="2316"/>
                    <a:pt x="397" y="2466"/>
                    <a:pt x="658" y="2466"/>
                  </a:cubicBezTo>
                  <a:cubicBezTo>
                    <a:pt x="929" y="2466"/>
                    <a:pt x="1252" y="2298"/>
                    <a:pt x="1252" y="2030"/>
                  </a:cubicBezTo>
                  <a:cubicBezTo>
                    <a:pt x="1252" y="1512"/>
                    <a:pt x="46" y="1598"/>
                    <a:pt x="46" y="731"/>
                  </a:cubicBezTo>
                  <a:cubicBezTo>
                    <a:pt x="46" y="433"/>
                    <a:pt x="254" y="0"/>
                    <a:pt x="973" y="0"/>
                  </a:cubicBezTo>
                  <a:cubicBezTo>
                    <a:pt x="1207" y="0"/>
                    <a:pt x="1467" y="69"/>
                    <a:pt x="1467" y="69"/>
                  </a:cubicBezTo>
                  <a:lnTo>
                    <a:pt x="1467" y="4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grpSp>
      <p:sp>
        <p:nvSpPr>
          <p:cNvPr id="28" name="TextBox 17">
            <a:extLst>
              <a:ext uri="{FF2B5EF4-FFF2-40B4-BE49-F238E27FC236}">
                <a16:creationId xmlns:a16="http://schemas.microsoft.com/office/drawing/2014/main" id="{57C40740-570A-4018-9383-CAB6E30BF658}"/>
              </a:ext>
            </a:extLst>
          </p:cNvPr>
          <p:cNvSpPr txBox="1"/>
          <p:nvPr userDrawn="1"/>
        </p:nvSpPr>
        <p:spPr>
          <a:xfrm>
            <a:off x="7984067" y="4891390"/>
            <a:ext cx="935568" cy="107722"/>
          </a:xfrm>
          <a:prstGeom prst="rect">
            <a:avLst/>
          </a:prstGeom>
          <a:noFill/>
        </p:spPr>
        <p:txBody>
          <a:bodyPr wrap="square" lIns="0" tIns="0" rIns="0" bIns="0" rtlCol="0" anchor="b" anchorCtr="0">
            <a:spAutoFit/>
          </a:bodyPr>
          <a:lstStyle/>
          <a:p>
            <a:pPr marL="0" algn="r" defTabSz="457200" rtl="0" eaLnBrk="1" latinLnBrk="0" hangingPunct="1"/>
            <a:r>
              <a:rPr kumimoji="1" lang="en-GB" sz="700" kern="1200" dirty="0">
                <a:solidFill>
                  <a:schemeClr val="bg1"/>
                </a:solidFill>
                <a:latin typeface="+mn-lt"/>
                <a:ea typeface="+mn-ea"/>
                <a:cs typeface="+mn-cs"/>
              </a:rPr>
              <a:t>© FUJITSU 2021</a:t>
            </a:r>
          </a:p>
        </p:txBody>
      </p:sp>
      <p:sp>
        <p:nvSpPr>
          <p:cNvPr id="29" name="Slide Number Placeholder 5">
            <a:extLst>
              <a:ext uri="{FF2B5EF4-FFF2-40B4-BE49-F238E27FC236}">
                <a16:creationId xmlns:a16="http://schemas.microsoft.com/office/drawing/2014/main" id="{1F583799-0B7E-446E-893F-1AF9AE8B14F8}"/>
              </a:ext>
            </a:extLst>
          </p:cNvPr>
          <p:cNvSpPr>
            <a:spLocks noGrp="1"/>
          </p:cNvSpPr>
          <p:nvPr>
            <p:ph type="sldNum" sz="quarter" idx="4"/>
          </p:nvPr>
        </p:nvSpPr>
        <p:spPr>
          <a:xfrm>
            <a:off x="4302000" y="4877481"/>
            <a:ext cx="540000" cy="123111"/>
          </a:xfrm>
          <a:prstGeom prst="rect">
            <a:avLst/>
          </a:prstGeom>
        </p:spPr>
        <p:txBody>
          <a:bodyPr vert="horz" lIns="0" tIns="0" rIns="0" bIns="0" rtlCol="0" anchor="ctr">
            <a:spAutoFit/>
          </a:bodyPr>
          <a:lstStyle>
            <a:lvl1pPr algn="ctr">
              <a:defRPr sz="800">
                <a:solidFill>
                  <a:schemeClr val="bg1"/>
                </a:solidFill>
                <a:latin typeface="+mn-lt"/>
              </a:defRPr>
            </a:lvl1pPr>
          </a:lstStyle>
          <a:p>
            <a:fld id="{4D029D89-7B63-4C94-AD4D-2E4D6BB83637}" type="slidenum">
              <a:rPr kumimoji="1" lang="ja-JP" altLang="en-US" smtClean="0"/>
              <a:pPr/>
              <a:t>‹#›</a:t>
            </a:fld>
            <a:endParaRPr kumimoji="1" lang="ja-JP" altLang="en-US"/>
          </a:p>
        </p:txBody>
      </p:sp>
      <p:sp>
        <p:nvSpPr>
          <p:cNvPr id="18" name="Rounded Rectangle 21">
            <a:extLst>
              <a:ext uri="{FF2B5EF4-FFF2-40B4-BE49-F238E27FC236}">
                <a16:creationId xmlns:a16="http://schemas.microsoft.com/office/drawing/2014/main" id="{19C133A3-2CB3-49DA-B9C0-DBD13A757C3F}"/>
              </a:ext>
            </a:extLst>
          </p:cNvPr>
          <p:cNvSpPr/>
          <p:nvPr userDrawn="1"/>
        </p:nvSpPr>
        <p:spPr bwMode="black">
          <a:xfrm>
            <a:off x="231775" y="4911725"/>
            <a:ext cx="1595438" cy="141161"/>
          </a:xfrm>
          <a:prstGeom prst="roundRect">
            <a:avLst>
              <a:gd name="adj" fmla="val 50000"/>
            </a:avLst>
          </a:prstGeom>
          <a:noFill/>
          <a:ln w="6350" cap="flat" cmpd="sng" algn="ctr">
            <a:solidFill>
              <a:schemeClr val="bg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1218673" rtl="0" eaLnBrk="1" fontAlgn="ctr" latinLnBrk="0" hangingPunct="1">
              <a:lnSpc>
                <a:spcPct val="100000"/>
              </a:lnSpc>
              <a:spcBef>
                <a:spcPct val="0"/>
              </a:spcBef>
              <a:spcAft>
                <a:spcPct val="0"/>
              </a:spcAft>
              <a:buClrTx/>
              <a:buSzTx/>
              <a:buFontTx/>
              <a:buNone/>
              <a:tabLst/>
              <a:defRPr/>
            </a:pPr>
            <a:r>
              <a:rPr kumimoji="1" lang="en-GB" altLang="ja-JP" sz="700" b="0" i="0" u="none" strike="noStrike" kern="1200" cap="none" spc="0" normalizeH="0" baseline="0" noProof="0" dirty="0">
                <a:ln>
                  <a:noFill/>
                </a:ln>
                <a:solidFill>
                  <a:schemeClr val="bg1"/>
                </a:solidFill>
                <a:effectLst/>
                <a:uLnTx/>
                <a:uFillTx/>
                <a:latin typeface="Arial"/>
                <a:ea typeface="+mn-ea"/>
                <a:cs typeface="+mn-cs"/>
              </a:rPr>
              <a:t>Fujitsu Restricted - Internal Use Only</a:t>
            </a:r>
            <a:endParaRPr kumimoji="1" lang="en-US" altLang="ja-JP" sz="700" b="0" i="0" u="none" strike="noStrike" kern="1200" cap="none" spc="0" normalizeH="0" baseline="0" noProof="0" dirty="0">
              <a:ln>
                <a:noFill/>
              </a:ln>
              <a:solidFill>
                <a:schemeClr val="bg1"/>
              </a:solidFill>
              <a:effectLst/>
              <a:uLnTx/>
              <a:uFillTx/>
              <a:latin typeface="Arial"/>
              <a:ea typeface="+mn-ea"/>
              <a:cs typeface="+mn-cs"/>
            </a:endParaRPr>
          </a:p>
        </p:txBody>
      </p:sp>
    </p:spTree>
    <p:extLst>
      <p:ext uri="{BB962C8B-B14F-4D97-AF65-F5344CB8AC3E}">
        <p14:creationId xmlns:p14="http://schemas.microsoft.com/office/powerpoint/2010/main" val="11704485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2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Slide - Bullets (1-col)">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9767" y="206603"/>
            <a:ext cx="7740000" cy="366254"/>
          </a:xfrm>
          <a:prstGeom prst="rect">
            <a:avLst/>
          </a:prstGeom>
        </p:spPr>
        <p:txBody>
          <a:bodyPr>
            <a:spAutoFit/>
          </a:bodyPr>
          <a:lstStyle>
            <a:lvl1pPr>
              <a:lnSpc>
                <a:spcPct val="85000"/>
              </a:lnSpc>
              <a:defRPr sz="2800"/>
            </a:lvl1pPr>
          </a:lstStyle>
          <a:p>
            <a:r>
              <a:rPr lang="en-US" altLang="ja-JP" dirty="0"/>
              <a:t>Slide title</a:t>
            </a:r>
            <a:endParaRPr lang="en-US" dirty="0"/>
          </a:p>
        </p:txBody>
      </p:sp>
      <p:sp>
        <p:nvSpPr>
          <p:cNvPr id="6" name="Slide Number Placeholder 5"/>
          <p:cNvSpPr>
            <a:spLocks noGrp="1"/>
          </p:cNvSpPr>
          <p:nvPr>
            <p:ph type="sldNum" sz="quarter" idx="12"/>
          </p:nvPr>
        </p:nvSpPr>
        <p:spPr/>
        <p:txBody>
          <a:bodyPr/>
          <a:lstStyle/>
          <a:p>
            <a:fld id="{4D029D89-7B63-4C94-AD4D-2E4D6BB83637}" type="slidenum">
              <a:rPr kumimoji="1" lang="ja-JP" altLang="en-US" smtClean="0"/>
              <a:t>‹#›</a:t>
            </a:fld>
            <a:endParaRPr kumimoji="1" lang="ja-JP" altLang="en-US"/>
          </a:p>
        </p:txBody>
      </p:sp>
      <p:sp>
        <p:nvSpPr>
          <p:cNvPr id="4" name="Text Placeholder 3">
            <a:extLst>
              <a:ext uri="{FF2B5EF4-FFF2-40B4-BE49-F238E27FC236}">
                <a16:creationId xmlns:a16="http://schemas.microsoft.com/office/drawing/2014/main" id="{9EBF4EE4-50E9-4ECE-9329-774C2C38C68C}"/>
              </a:ext>
            </a:extLst>
          </p:cNvPr>
          <p:cNvSpPr>
            <a:spLocks noGrp="1"/>
          </p:cNvSpPr>
          <p:nvPr>
            <p:ph type="body" sz="quarter" idx="14" hasCustomPrompt="1"/>
          </p:nvPr>
        </p:nvSpPr>
        <p:spPr>
          <a:xfrm>
            <a:off x="231774" y="950913"/>
            <a:ext cx="8677275" cy="1311128"/>
          </a:xfrm>
          <a:prstGeom prst="rect">
            <a:avLst/>
          </a:prstGeom>
        </p:spPr>
        <p:txBody>
          <a:bodyPr wrap="square" lIns="0" tIns="0" rIns="0" bIns="0">
            <a:spAutoFit/>
          </a:bodyPr>
          <a:lstStyle>
            <a:lvl1pPr marL="252413" indent="-252413">
              <a:spcAft>
                <a:spcPts val="600"/>
              </a:spcAft>
              <a:buClr>
                <a:srgbClr val="2400B0"/>
              </a:buClr>
              <a:buSzPct val="120000"/>
              <a:buFont typeface="Arial" panose="020B0604020202020204" pitchFamily="34" charset="0"/>
              <a:buChar char="●"/>
              <a:defRPr/>
            </a:lvl1pPr>
            <a:lvl2pPr marL="533400" indent="-225425">
              <a:spcAft>
                <a:spcPts val="600"/>
              </a:spcAft>
              <a:buClr>
                <a:srgbClr val="00E7EF"/>
              </a:buClr>
              <a:buSzPct val="120000"/>
              <a:buFont typeface="Arial" panose="020B0604020202020204" pitchFamily="34" charset="0"/>
              <a:buChar char="●"/>
              <a:defRPr/>
            </a:lvl2pPr>
            <a:lvl3pPr marL="868363" indent="-198438">
              <a:spcAft>
                <a:spcPts val="600"/>
              </a:spcAft>
              <a:buClr>
                <a:srgbClr val="6D6E70"/>
              </a:buClr>
              <a:buSzPct val="120000"/>
              <a:buFont typeface="Arial" panose="020B0604020202020204" pitchFamily="34" charset="0"/>
              <a:buChar char="●"/>
              <a:defRPr/>
            </a:lvl3pPr>
            <a:lvl4pPr>
              <a:spcAft>
                <a:spcPts val="600"/>
              </a:spcAft>
              <a:buClr>
                <a:schemeClr val="bg1">
                  <a:lumMod val="65000"/>
                </a:schemeClr>
              </a:buClr>
              <a:buSzPct val="120000"/>
              <a:defRPr/>
            </a:lvl4pPr>
          </a:lstStyle>
          <a:p>
            <a:r>
              <a:rPr lang="en-GB" dirty="0"/>
              <a:t>Bullets level 1</a:t>
            </a:r>
          </a:p>
          <a:p>
            <a:pPr lvl="1"/>
            <a:r>
              <a:rPr lang="en-GB" dirty="0"/>
              <a:t>Bullets level 2</a:t>
            </a:r>
          </a:p>
          <a:p>
            <a:pPr lvl="2"/>
            <a:r>
              <a:rPr lang="en-GB" dirty="0"/>
              <a:t>Bullets level 3</a:t>
            </a:r>
          </a:p>
          <a:p>
            <a:pPr lvl="3"/>
            <a:r>
              <a:rPr lang="en-GB" dirty="0"/>
              <a:t>Bullets level 4</a:t>
            </a:r>
            <a:endParaRPr lang="en-US" dirty="0"/>
          </a:p>
        </p:txBody>
      </p:sp>
    </p:spTree>
    <p:extLst>
      <p:ext uri="{BB962C8B-B14F-4D97-AF65-F5344CB8AC3E}">
        <p14:creationId xmlns:p14="http://schemas.microsoft.com/office/powerpoint/2010/main" val="2261067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Content Slide - Bullets (1-col)">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9767" y="206603"/>
            <a:ext cx="7740000" cy="366254"/>
          </a:xfrm>
          <a:prstGeom prst="rect">
            <a:avLst/>
          </a:prstGeom>
        </p:spPr>
        <p:txBody>
          <a:bodyPr>
            <a:spAutoFit/>
          </a:bodyPr>
          <a:lstStyle>
            <a:lvl1pPr>
              <a:lnSpc>
                <a:spcPct val="85000"/>
              </a:lnSpc>
              <a:defRPr sz="2800"/>
            </a:lvl1pPr>
          </a:lstStyle>
          <a:p>
            <a:r>
              <a:rPr lang="en-US" altLang="ja-JP" dirty="0"/>
              <a:t>Slide title</a:t>
            </a:r>
            <a:endParaRPr lang="en-US" dirty="0"/>
          </a:p>
        </p:txBody>
      </p:sp>
      <p:sp>
        <p:nvSpPr>
          <p:cNvPr id="6" name="Slide Number Placeholder 5"/>
          <p:cNvSpPr>
            <a:spLocks noGrp="1"/>
          </p:cNvSpPr>
          <p:nvPr>
            <p:ph type="sldNum" sz="quarter" idx="12"/>
          </p:nvPr>
        </p:nvSpPr>
        <p:spPr/>
        <p:txBody>
          <a:bodyPr/>
          <a:lstStyle/>
          <a:p>
            <a:fld id="{4D029D89-7B63-4C94-AD4D-2E4D6BB83637}" type="slidenum">
              <a:rPr kumimoji="1" lang="ja-JP" altLang="en-US" smtClean="0"/>
              <a:t>‹#›</a:t>
            </a:fld>
            <a:endParaRPr kumimoji="1" lang="ja-JP" altLang="en-US"/>
          </a:p>
        </p:txBody>
      </p:sp>
      <p:sp>
        <p:nvSpPr>
          <p:cNvPr id="4" name="Text Placeholder 3">
            <a:extLst>
              <a:ext uri="{FF2B5EF4-FFF2-40B4-BE49-F238E27FC236}">
                <a16:creationId xmlns:a16="http://schemas.microsoft.com/office/drawing/2014/main" id="{9EBF4EE4-50E9-4ECE-9329-774C2C38C68C}"/>
              </a:ext>
            </a:extLst>
          </p:cNvPr>
          <p:cNvSpPr>
            <a:spLocks noGrp="1"/>
          </p:cNvSpPr>
          <p:nvPr>
            <p:ph type="body" sz="quarter" idx="14" hasCustomPrompt="1"/>
          </p:nvPr>
        </p:nvSpPr>
        <p:spPr>
          <a:xfrm>
            <a:off x="231774" y="950913"/>
            <a:ext cx="4205367" cy="1311128"/>
          </a:xfrm>
          <a:prstGeom prst="rect">
            <a:avLst/>
          </a:prstGeom>
        </p:spPr>
        <p:txBody>
          <a:bodyPr wrap="square" lIns="0" tIns="0" rIns="0" bIns="0">
            <a:spAutoFit/>
          </a:bodyPr>
          <a:lstStyle>
            <a:lvl1pPr marL="252413" indent="-252413">
              <a:spcAft>
                <a:spcPts val="600"/>
              </a:spcAft>
              <a:buClr>
                <a:srgbClr val="2400B0"/>
              </a:buClr>
              <a:buSzPct val="120000"/>
              <a:buFont typeface="Arial" panose="020B0604020202020204" pitchFamily="34" charset="0"/>
              <a:buChar char="●"/>
              <a:defRPr/>
            </a:lvl1pPr>
            <a:lvl2pPr marL="533400" indent="-225425">
              <a:spcAft>
                <a:spcPts val="600"/>
              </a:spcAft>
              <a:buClr>
                <a:srgbClr val="00E7EF"/>
              </a:buClr>
              <a:buSzPct val="120000"/>
              <a:buFont typeface="Arial" panose="020B0604020202020204" pitchFamily="34" charset="0"/>
              <a:buChar char="●"/>
              <a:defRPr/>
            </a:lvl2pPr>
            <a:lvl3pPr marL="868363" indent="-198438">
              <a:spcAft>
                <a:spcPts val="600"/>
              </a:spcAft>
              <a:buClr>
                <a:srgbClr val="6D6E70"/>
              </a:buClr>
              <a:buSzPct val="120000"/>
              <a:buFont typeface="Arial" panose="020B0604020202020204" pitchFamily="34" charset="0"/>
              <a:buChar char="●"/>
              <a:defRPr/>
            </a:lvl3pPr>
            <a:lvl4pPr>
              <a:spcAft>
                <a:spcPts val="600"/>
              </a:spcAft>
              <a:buClr>
                <a:schemeClr val="bg1">
                  <a:lumMod val="65000"/>
                </a:schemeClr>
              </a:buClr>
              <a:buSzPct val="120000"/>
              <a:defRPr/>
            </a:lvl4pPr>
          </a:lstStyle>
          <a:p>
            <a:r>
              <a:rPr lang="en-GB" dirty="0"/>
              <a:t>Bullets level 1</a:t>
            </a:r>
          </a:p>
          <a:p>
            <a:pPr lvl="1"/>
            <a:r>
              <a:rPr lang="en-GB" dirty="0"/>
              <a:t>Bullets level 2</a:t>
            </a:r>
          </a:p>
          <a:p>
            <a:pPr lvl="2"/>
            <a:r>
              <a:rPr lang="en-GB" dirty="0"/>
              <a:t>Bullets level 3</a:t>
            </a:r>
          </a:p>
          <a:p>
            <a:pPr lvl="3"/>
            <a:r>
              <a:rPr lang="en-GB" dirty="0"/>
              <a:t>Bullets level 4</a:t>
            </a:r>
            <a:endParaRPr lang="en-US" dirty="0"/>
          </a:p>
        </p:txBody>
      </p:sp>
      <p:sp>
        <p:nvSpPr>
          <p:cNvPr id="5" name="Text Placeholder 4">
            <a:extLst>
              <a:ext uri="{FF2B5EF4-FFF2-40B4-BE49-F238E27FC236}">
                <a16:creationId xmlns:a16="http://schemas.microsoft.com/office/drawing/2014/main" id="{7C511649-B36E-47C3-A3F7-5CDC5D3F8D29}"/>
              </a:ext>
            </a:extLst>
          </p:cNvPr>
          <p:cNvSpPr>
            <a:spLocks noGrp="1"/>
          </p:cNvSpPr>
          <p:nvPr>
            <p:ph type="body" sz="quarter" idx="15" hasCustomPrompt="1"/>
          </p:nvPr>
        </p:nvSpPr>
        <p:spPr>
          <a:xfrm>
            <a:off x="4657518" y="950913"/>
            <a:ext cx="4164219" cy="1311128"/>
          </a:xfrm>
        </p:spPr>
        <p:txBody>
          <a:bodyPr/>
          <a:lstStyle>
            <a:lvl1pPr>
              <a:buClr>
                <a:srgbClr val="2400B0"/>
              </a:buClr>
              <a:defRPr/>
            </a:lvl1pPr>
            <a:lvl2pPr marL="533400" indent="-225425">
              <a:buClr>
                <a:srgbClr val="00E7EF"/>
              </a:buClr>
              <a:buFont typeface="Arial" panose="020B0604020202020204" pitchFamily="34" charset="0"/>
              <a:buChar char="●"/>
              <a:defRPr/>
            </a:lvl2pPr>
            <a:lvl3pPr marL="868363" indent="-198438">
              <a:buFont typeface="Arial" panose="020B0604020202020204" pitchFamily="34" charset="0"/>
              <a:buChar char="●"/>
              <a:defRPr/>
            </a:lvl3pPr>
          </a:lstStyle>
          <a:p>
            <a:r>
              <a:rPr lang="en-GB" dirty="0"/>
              <a:t>Bullets level 1</a:t>
            </a:r>
          </a:p>
          <a:p>
            <a:pPr lvl="1"/>
            <a:r>
              <a:rPr lang="en-GB" dirty="0"/>
              <a:t>Bullets level 2</a:t>
            </a:r>
          </a:p>
          <a:p>
            <a:pPr lvl="2"/>
            <a:r>
              <a:rPr lang="en-GB" dirty="0"/>
              <a:t>Bullets level 3</a:t>
            </a:r>
          </a:p>
          <a:p>
            <a:pPr lvl="3"/>
            <a:r>
              <a:rPr lang="en-GB" dirty="0"/>
              <a:t>Bullets level 4</a:t>
            </a:r>
            <a:endParaRPr lang="en-US" dirty="0"/>
          </a:p>
        </p:txBody>
      </p:sp>
    </p:spTree>
    <p:extLst>
      <p:ext uri="{BB962C8B-B14F-4D97-AF65-F5344CB8AC3E}">
        <p14:creationId xmlns:p14="http://schemas.microsoft.com/office/powerpoint/2010/main" val="1624292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Slide - Text (1-col)">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9767" y="206603"/>
            <a:ext cx="7740000" cy="366254"/>
          </a:xfrm>
          <a:prstGeom prst="rect">
            <a:avLst/>
          </a:prstGeom>
        </p:spPr>
        <p:txBody>
          <a:bodyPr>
            <a:spAutoFit/>
          </a:bodyPr>
          <a:lstStyle>
            <a:lvl1pPr>
              <a:lnSpc>
                <a:spcPct val="85000"/>
              </a:lnSpc>
              <a:defRPr sz="2800"/>
            </a:lvl1pPr>
          </a:lstStyle>
          <a:p>
            <a:r>
              <a:rPr lang="en-US" altLang="ja-JP" dirty="0"/>
              <a:t>Slide title</a:t>
            </a:r>
            <a:endParaRPr lang="en-US" dirty="0"/>
          </a:p>
        </p:txBody>
      </p:sp>
      <p:sp>
        <p:nvSpPr>
          <p:cNvPr id="6" name="Slide Number Placeholder 5"/>
          <p:cNvSpPr>
            <a:spLocks noGrp="1"/>
          </p:cNvSpPr>
          <p:nvPr>
            <p:ph type="sldNum" sz="quarter" idx="12"/>
          </p:nvPr>
        </p:nvSpPr>
        <p:spPr/>
        <p:txBody>
          <a:bodyPr/>
          <a:lstStyle/>
          <a:p>
            <a:fld id="{4D029D89-7B63-4C94-AD4D-2E4D6BB83637}" type="slidenum">
              <a:rPr kumimoji="1" lang="ja-JP" altLang="en-US" smtClean="0"/>
              <a:t>‹#›</a:t>
            </a:fld>
            <a:endParaRPr kumimoji="1" lang="ja-JP" altLang="en-US"/>
          </a:p>
        </p:txBody>
      </p:sp>
      <p:sp>
        <p:nvSpPr>
          <p:cNvPr id="8" name="Text Placeholder 7">
            <a:extLst>
              <a:ext uri="{FF2B5EF4-FFF2-40B4-BE49-F238E27FC236}">
                <a16:creationId xmlns:a16="http://schemas.microsoft.com/office/drawing/2014/main" id="{AEB215B0-F0D3-4B76-AABE-C21B061E9A9C}"/>
              </a:ext>
            </a:extLst>
          </p:cNvPr>
          <p:cNvSpPr>
            <a:spLocks noGrp="1"/>
          </p:cNvSpPr>
          <p:nvPr>
            <p:ph type="body" sz="quarter" idx="13" hasCustomPrompt="1"/>
          </p:nvPr>
        </p:nvSpPr>
        <p:spPr>
          <a:xfrm>
            <a:off x="234000" y="958851"/>
            <a:ext cx="8680868" cy="3783012"/>
          </a:xfrm>
          <a:prstGeom prst="rect">
            <a:avLst/>
          </a:prstGeom>
        </p:spPr>
        <p:txBody>
          <a:bodyPr lIns="0" tIns="0" rIns="0" bIns="0">
            <a:normAutofit/>
          </a:bodyPr>
          <a:lstStyle>
            <a:lvl1pPr marL="0" marR="0" indent="0" algn="l" defTabSz="685800" rtl="0" eaLnBrk="1" fontAlgn="auto" latinLnBrk="0" hangingPunct="1">
              <a:lnSpc>
                <a:spcPct val="90000"/>
              </a:lnSpc>
              <a:spcBef>
                <a:spcPts val="0"/>
              </a:spcBef>
              <a:spcAft>
                <a:spcPts val="600"/>
              </a:spcAft>
              <a:buClrTx/>
              <a:buSzPct val="100000"/>
              <a:buFont typeface="Arial" panose="020B0604020202020204" pitchFamily="34" charset="0"/>
              <a:buNone/>
              <a:tabLst/>
              <a:defRPr kumimoji="1" lang="en-US" altLang="ja-JP" sz="2400" kern="1200" noProof="0" dirty="0">
                <a:solidFill>
                  <a:schemeClr val="tx1"/>
                </a:solidFill>
                <a:latin typeface="+mn-lt"/>
                <a:ea typeface="+mn-ea"/>
                <a:cs typeface="+mn-cs"/>
              </a:defRPr>
            </a:lvl1pPr>
          </a:lstStyle>
          <a:p>
            <a:pPr marL="0" marR="0" lvl="0" indent="0" algn="l" defTabSz="685800" rtl="0" eaLnBrk="1" fontAlgn="auto" latinLnBrk="0" hangingPunct="1">
              <a:lnSpc>
                <a:spcPct val="90000"/>
              </a:lnSpc>
              <a:spcBef>
                <a:spcPts val="0"/>
              </a:spcBef>
              <a:spcAft>
                <a:spcPts val="600"/>
              </a:spcAft>
              <a:buClrTx/>
              <a:buSzPct val="100000"/>
              <a:buFont typeface="Arial" panose="020B0604020202020204" pitchFamily="34" charset="0"/>
              <a:buNone/>
              <a:tabLst/>
              <a:defRPr/>
            </a:pPr>
            <a:r>
              <a:rPr kumimoji="1" lang="en-US" altLang="ja-JP" sz="2400" b="0" i="0" u="none" strike="noStrike" kern="1200" cap="none" spc="0" normalizeH="0" baseline="0" noProof="0" dirty="0">
                <a:ln>
                  <a:noFill/>
                </a:ln>
                <a:solidFill>
                  <a:srgbClr val="000000"/>
                </a:solidFill>
                <a:effectLst/>
                <a:uLnTx/>
                <a:uFillTx/>
                <a:latin typeface="+mn-lt"/>
                <a:cs typeface="+mn-cs"/>
              </a:rPr>
              <a:t>Add your text here…</a:t>
            </a:r>
          </a:p>
        </p:txBody>
      </p:sp>
    </p:spTree>
    <p:extLst>
      <p:ext uri="{BB962C8B-B14F-4D97-AF65-F5344CB8AC3E}">
        <p14:creationId xmlns:p14="http://schemas.microsoft.com/office/powerpoint/2010/main" val="2237061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Slide - Text (2-col)">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9767" y="206603"/>
            <a:ext cx="7740000" cy="366254"/>
          </a:xfrm>
          <a:prstGeom prst="rect">
            <a:avLst/>
          </a:prstGeom>
        </p:spPr>
        <p:txBody>
          <a:bodyPr>
            <a:spAutoFit/>
          </a:bodyPr>
          <a:lstStyle>
            <a:lvl1pPr>
              <a:lnSpc>
                <a:spcPct val="85000"/>
              </a:lnSpc>
              <a:defRPr sz="2800"/>
            </a:lvl1pPr>
          </a:lstStyle>
          <a:p>
            <a:r>
              <a:rPr lang="en-US" altLang="ja-JP" dirty="0"/>
              <a:t>Slide title</a:t>
            </a:r>
            <a:endParaRPr lang="en-US" dirty="0"/>
          </a:p>
        </p:txBody>
      </p:sp>
      <p:sp>
        <p:nvSpPr>
          <p:cNvPr id="6" name="Slide Number Placeholder 5"/>
          <p:cNvSpPr>
            <a:spLocks noGrp="1"/>
          </p:cNvSpPr>
          <p:nvPr>
            <p:ph type="sldNum" sz="quarter" idx="12"/>
          </p:nvPr>
        </p:nvSpPr>
        <p:spPr/>
        <p:txBody>
          <a:bodyPr/>
          <a:lstStyle/>
          <a:p>
            <a:fld id="{4D029D89-7B63-4C94-AD4D-2E4D6BB83637}" type="slidenum">
              <a:rPr kumimoji="1" lang="ja-JP" altLang="en-US" smtClean="0"/>
              <a:t>‹#›</a:t>
            </a:fld>
            <a:endParaRPr kumimoji="1" lang="ja-JP" altLang="en-US"/>
          </a:p>
        </p:txBody>
      </p:sp>
      <p:sp>
        <p:nvSpPr>
          <p:cNvPr id="8" name="Text Placeholder 7">
            <a:extLst>
              <a:ext uri="{FF2B5EF4-FFF2-40B4-BE49-F238E27FC236}">
                <a16:creationId xmlns:a16="http://schemas.microsoft.com/office/drawing/2014/main" id="{AEB215B0-F0D3-4B76-AABE-C21B061E9A9C}"/>
              </a:ext>
            </a:extLst>
          </p:cNvPr>
          <p:cNvSpPr>
            <a:spLocks noGrp="1"/>
          </p:cNvSpPr>
          <p:nvPr>
            <p:ph type="body" sz="quarter" idx="13" hasCustomPrompt="1"/>
          </p:nvPr>
        </p:nvSpPr>
        <p:spPr>
          <a:xfrm>
            <a:off x="234000" y="958851"/>
            <a:ext cx="4223700" cy="332399"/>
          </a:xfrm>
          <a:prstGeom prst="rect">
            <a:avLst/>
          </a:prstGeom>
        </p:spPr>
        <p:txBody>
          <a:bodyPr lIns="0" tIns="0" rIns="0" bIns="0">
            <a:spAutoFit/>
          </a:bodyPr>
          <a:lstStyle>
            <a:lvl1pPr marL="0" marR="0" indent="0" algn="l" defTabSz="685800" rtl="0" eaLnBrk="1" fontAlgn="auto" latinLnBrk="0" hangingPunct="1">
              <a:lnSpc>
                <a:spcPct val="90000"/>
              </a:lnSpc>
              <a:spcBef>
                <a:spcPts val="0"/>
              </a:spcBef>
              <a:spcAft>
                <a:spcPts val="600"/>
              </a:spcAft>
              <a:buClrTx/>
              <a:buSzPct val="100000"/>
              <a:buFont typeface="Arial" panose="020B0604020202020204" pitchFamily="34" charset="0"/>
              <a:buNone/>
              <a:tabLst/>
              <a:defRPr kumimoji="1" lang="en-US" altLang="ja-JP" sz="2400" kern="1200" noProof="0" dirty="0">
                <a:solidFill>
                  <a:schemeClr val="tx1"/>
                </a:solidFill>
                <a:latin typeface="+mn-lt"/>
                <a:ea typeface="+mn-ea"/>
                <a:cs typeface="+mn-cs"/>
              </a:defRPr>
            </a:lvl1pPr>
          </a:lstStyle>
          <a:p>
            <a:pPr marL="0" marR="0" lvl="0" indent="0" algn="l" defTabSz="685800" rtl="0" eaLnBrk="1" fontAlgn="auto" latinLnBrk="0" hangingPunct="1">
              <a:lnSpc>
                <a:spcPct val="90000"/>
              </a:lnSpc>
              <a:spcBef>
                <a:spcPts val="0"/>
              </a:spcBef>
              <a:spcAft>
                <a:spcPts val="600"/>
              </a:spcAft>
              <a:buClrTx/>
              <a:buSzPct val="100000"/>
              <a:buFont typeface="Arial" panose="020B0604020202020204" pitchFamily="34" charset="0"/>
              <a:buNone/>
              <a:tabLst/>
              <a:defRPr/>
            </a:pPr>
            <a:r>
              <a:rPr kumimoji="1" lang="en-US" altLang="ja-JP" sz="2400" b="0" i="0" u="none" strike="noStrike" kern="1200" cap="none" spc="0" normalizeH="0" baseline="0" noProof="0" dirty="0">
                <a:ln>
                  <a:noFill/>
                </a:ln>
                <a:solidFill>
                  <a:srgbClr val="000000"/>
                </a:solidFill>
                <a:effectLst/>
                <a:uLnTx/>
                <a:uFillTx/>
                <a:latin typeface="+mn-lt"/>
                <a:cs typeface="+mn-cs"/>
              </a:rPr>
              <a:t>Add your text here…</a:t>
            </a:r>
          </a:p>
        </p:txBody>
      </p:sp>
      <p:sp>
        <p:nvSpPr>
          <p:cNvPr id="4" name="Text Placeholder 3">
            <a:extLst>
              <a:ext uri="{FF2B5EF4-FFF2-40B4-BE49-F238E27FC236}">
                <a16:creationId xmlns:a16="http://schemas.microsoft.com/office/drawing/2014/main" id="{8EF6EDCF-1E8A-44E1-95A2-DB771C73868B}"/>
              </a:ext>
            </a:extLst>
          </p:cNvPr>
          <p:cNvSpPr>
            <a:spLocks noGrp="1"/>
          </p:cNvSpPr>
          <p:nvPr>
            <p:ph type="body" sz="quarter" idx="14" hasCustomPrompt="1"/>
          </p:nvPr>
        </p:nvSpPr>
        <p:spPr>
          <a:xfrm>
            <a:off x="4572000" y="958851"/>
            <a:ext cx="4338000" cy="332399"/>
          </a:xfrm>
          <a:prstGeom prst="rect">
            <a:avLst/>
          </a:prstGeom>
        </p:spPr>
        <p:txBody>
          <a:bodyPr>
            <a:spAutoFit/>
          </a:bodyPr>
          <a:lstStyle>
            <a:lvl1pPr marL="0" indent="0">
              <a:buNone/>
              <a:defRPr kumimoji="1" lang="en-US" altLang="ja-JP" sz="2400" b="0" i="0" u="none" strike="noStrike" kern="1200" cap="none" spc="0" normalizeH="0" baseline="0" noProof="0" dirty="0" smtClean="0">
                <a:ln>
                  <a:noFill/>
                </a:ln>
                <a:solidFill>
                  <a:srgbClr val="000000"/>
                </a:solidFill>
                <a:effectLst/>
                <a:uLnTx/>
                <a:uFillTx/>
                <a:latin typeface="+mn-lt"/>
                <a:ea typeface="+mn-ea"/>
                <a:cs typeface="+mn-cs"/>
              </a:defRPr>
            </a:lvl1pPr>
            <a:lvl2pPr marL="307975" indent="0">
              <a:buNone/>
              <a:defRPr/>
            </a:lvl2pPr>
            <a:lvl5pPr marL="1543050" indent="-171450">
              <a:buFont typeface="Arial" panose="020B0604020202020204" pitchFamily="34" charset="0"/>
              <a:buChar char="•"/>
              <a:defRPr/>
            </a:lvl5pPr>
          </a:lstStyle>
          <a:p>
            <a:pPr marL="0" marR="0" lvl="0" indent="0" algn="l" defTabSz="685800" rtl="0" eaLnBrk="1" fontAlgn="auto" latinLnBrk="0" hangingPunct="1">
              <a:lnSpc>
                <a:spcPct val="90000"/>
              </a:lnSpc>
              <a:spcBef>
                <a:spcPts val="0"/>
              </a:spcBef>
              <a:spcAft>
                <a:spcPts val="600"/>
              </a:spcAft>
              <a:buClrTx/>
              <a:buSzPct val="100000"/>
              <a:buFont typeface="Arial" panose="020B0604020202020204" pitchFamily="34" charset="0"/>
              <a:buNone/>
              <a:tabLst/>
              <a:defRPr/>
            </a:pPr>
            <a:r>
              <a:rPr kumimoji="1" lang="en-US" altLang="ja-JP" sz="2400" b="0" i="0" u="none" strike="noStrike" kern="1200" cap="none" spc="0" normalizeH="0" baseline="0" noProof="0" dirty="0">
                <a:ln>
                  <a:noFill/>
                </a:ln>
                <a:solidFill>
                  <a:srgbClr val="000000"/>
                </a:solidFill>
                <a:effectLst/>
                <a:uLnTx/>
                <a:uFillTx/>
                <a:latin typeface="+mn-lt"/>
                <a:cs typeface="+mn-cs"/>
              </a:rPr>
              <a:t>Add your text here…</a:t>
            </a:r>
          </a:p>
        </p:txBody>
      </p:sp>
    </p:spTree>
    <p:extLst>
      <p:ext uri="{BB962C8B-B14F-4D97-AF65-F5344CB8AC3E}">
        <p14:creationId xmlns:p14="http://schemas.microsoft.com/office/powerpoint/2010/main" val="485051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Slide - 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9767" y="206603"/>
            <a:ext cx="7740000" cy="366254"/>
          </a:xfrm>
          <a:prstGeom prst="rect">
            <a:avLst/>
          </a:prstGeom>
        </p:spPr>
        <p:txBody>
          <a:bodyPr>
            <a:spAutoFit/>
          </a:bodyPr>
          <a:lstStyle>
            <a:lvl1pPr>
              <a:lnSpc>
                <a:spcPct val="85000"/>
              </a:lnSpc>
              <a:defRPr sz="2800"/>
            </a:lvl1pPr>
          </a:lstStyle>
          <a:p>
            <a:r>
              <a:rPr lang="en-US" altLang="ja-JP" dirty="0"/>
              <a:t>Slide title</a:t>
            </a:r>
            <a:endParaRPr lang="en-US" dirty="0"/>
          </a:p>
        </p:txBody>
      </p:sp>
      <p:sp>
        <p:nvSpPr>
          <p:cNvPr id="6" name="Slide Number Placeholder 5"/>
          <p:cNvSpPr>
            <a:spLocks noGrp="1"/>
          </p:cNvSpPr>
          <p:nvPr>
            <p:ph type="sldNum" sz="quarter" idx="12"/>
          </p:nvPr>
        </p:nvSpPr>
        <p:spPr/>
        <p:txBody>
          <a:bodyPr/>
          <a:lstStyle/>
          <a:p>
            <a:fld id="{4D029D89-7B63-4C94-AD4D-2E4D6BB83637}" type="slidenum">
              <a:rPr kumimoji="1" lang="ja-JP" altLang="en-US" smtClean="0"/>
              <a:t>‹#›</a:t>
            </a:fld>
            <a:endParaRPr kumimoji="1" lang="ja-JP" altLang="en-US"/>
          </a:p>
        </p:txBody>
      </p:sp>
    </p:spTree>
    <p:extLst>
      <p:ext uri="{BB962C8B-B14F-4D97-AF65-F5344CB8AC3E}">
        <p14:creationId xmlns:p14="http://schemas.microsoft.com/office/powerpoint/2010/main" val="3225807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pic>
        <p:nvPicPr>
          <p:cNvPr id="18" name="図 17">
            <a:extLst>
              <a:ext uri="{FF2B5EF4-FFF2-40B4-BE49-F238E27FC236}">
                <a16:creationId xmlns:a16="http://schemas.microsoft.com/office/drawing/2014/main" id="{F3D8D7AE-35B9-4D2E-AD08-FAEE34A3DDC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ltGray">
          <a:xfrm>
            <a:off x="4573384" y="0"/>
            <a:ext cx="4570616" cy="5143499"/>
          </a:xfrm>
          <a:prstGeom prst="rect">
            <a:avLst/>
          </a:prstGeom>
        </p:spPr>
      </p:pic>
      <p:pic>
        <p:nvPicPr>
          <p:cNvPr id="19" name="図 18">
            <a:extLst>
              <a:ext uri="{FF2B5EF4-FFF2-40B4-BE49-F238E27FC236}">
                <a16:creationId xmlns:a16="http://schemas.microsoft.com/office/drawing/2014/main" id="{25E3634D-2FF7-4687-8A02-7A2C350546B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bwMode="gray">
          <a:xfrm>
            <a:off x="3104888" y="1298989"/>
            <a:ext cx="3275999" cy="2545521"/>
          </a:xfrm>
          <a:prstGeom prst="rect">
            <a:avLst/>
          </a:prstGeom>
        </p:spPr>
      </p:pic>
      <p:sp>
        <p:nvSpPr>
          <p:cNvPr id="4" name="テキスト ボックス 3">
            <a:extLst>
              <a:ext uri="{FF2B5EF4-FFF2-40B4-BE49-F238E27FC236}">
                <a16:creationId xmlns:a16="http://schemas.microsoft.com/office/drawing/2014/main" id="{40C3468B-D18B-4488-B70F-EE038FBC8715}"/>
              </a:ext>
            </a:extLst>
          </p:cNvPr>
          <p:cNvSpPr txBox="1"/>
          <p:nvPr userDrawn="1"/>
        </p:nvSpPr>
        <p:spPr>
          <a:xfrm>
            <a:off x="129201" y="2007097"/>
            <a:ext cx="2876108" cy="738664"/>
          </a:xfrm>
          <a:prstGeom prst="rect">
            <a:avLst/>
          </a:prstGeom>
          <a:noFill/>
        </p:spPr>
        <p:txBody>
          <a:bodyPr wrap="none" rtlCol="0">
            <a:spAutoFit/>
          </a:bodyPr>
          <a:lstStyle/>
          <a:p>
            <a:r>
              <a:rPr kumimoji="1" lang="en-US" altLang="ja-JP" sz="4200" b="1" baseline="0" dirty="0"/>
              <a:t>Thank you</a:t>
            </a:r>
            <a:endParaRPr kumimoji="1" lang="ja-JP" altLang="en-US" sz="4200" b="1" baseline="0" dirty="0"/>
          </a:p>
        </p:txBody>
      </p:sp>
      <p:grpSp>
        <p:nvGrpSpPr>
          <p:cNvPr id="20" name="Group 19" descr="Fujitsu">
            <a:extLst>
              <a:ext uri="{FF2B5EF4-FFF2-40B4-BE49-F238E27FC236}">
                <a16:creationId xmlns:a16="http://schemas.microsoft.com/office/drawing/2014/main" id="{00C91225-5470-41F3-BF18-293D31ECB7E4}"/>
              </a:ext>
            </a:extLst>
          </p:cNvPr>
          <p:cNvGrpSpPr>
            <a:grpSpLocks noChangeAspect="1"/>
          </p:cNvGrpSpPr>
          <p:nvPr userDrawn="1"/>
        </p:nvGrpSpPr>
        <p:grpSpPr>
          <a:xfrm>
            <a:off x="7948615" y="226928"/>
            <a:ext cx="968769" cy="472173"/>
            <a:chOff x="8012114" y="249161"/>
            <a:chExt cx="892174" cy="434841"/>
          </a:xfrm>
        </p:grpSpPr>
        <p:sp>
          <p:nvSpPr>
            <p:cNvPr id="21" name="Freeform 34">
              <a:extLst>
                <a:ext uri="{FF2B5EF4-FFF2-40B4-BE49-F238E27FC236}">
                  <a16:creationId xmlns:a16="http://schemas.microsoft.com/office/drawing/2014/main" id="{CA60074C-8200-4851-A8D1-DEE0ED4F5420}"/>
                </a:ext>
              </a:extLst>
            </p:cNvPr>
            <p:cNvSpPr>
              <a:spLocks/>
            </p:cNvSpPr>
            <p:nvPr userDrawn="1"/>
          </p:nvSpPr>
          <p:spPr bwMode="gray">
            <a:xfrm>
              <a:off x="8307389" y="249161"/>
              <a:ext cx="179387" cy="139657"/>
            </a:xfrm>
            <a:custGeom>
              <a:avLst/>
              <a:gdLst>
                <a:gd name="T0" fmla="*/ 961 w 2365"/>
                <a:gd name="T1" fmla="*/ 764 h 1825"/>
                <a:gd name="T2" fmla="*/ 599 w 2365"/>
                <a:gd name="T3" fmla="*/ 642 h 1825"/>
                <a:gd name="T4" fmla="*/ 1 w 2365"/>
                <a:gd name="T5" fmla="*/ 1235 h 1825"/>
                <a:gd name="T6" fmla="*/ 599 w 2365"/>
                <a:gd name="T7" fmla="*/ 1825 h 1825"/>
                <a:gd name="T8" fmla="*/ 1053 w 2365"/>
                <a:gd name="T9" fmla="*/ 1619 h 1825"/>
                <a:gd name="T10" fmla="*/ 1053 w 2365"/>
                <a:gd name="T11" fmla="*/ 1293 h 1825"/>
                <a:gd name="T12" fmla="*/ 771 w 2365"/>
                <a:gd name="T13" fmla="*/ 1568 h 1825"/>
                <a:gd name="T14" fmla="*/ 599 w 2365"/>
                <a:gd name="T15" fmla="*/ 1604 h 1825"/>
                <a:gd name="T16" fmla="*/ 225 w 2365"/>
                <a:gd name="T17" fmla="*/ 1235 h 1825"/>
                <a:gd name="T18" fmla="*/ 599 w 2365"/>
                <a:gd name="T19" fmla="*/ 863 h 1825"/>
                <a:gd name="T20" fmla="*/ 861 w 2365"/>
                <a:gd name="T21" fmla="*/ 972 h 1825"/>
                <a:gd name="T22" fmla="*/ 1093 w 2365"/>
                <a:gd name="T23" fmla="*/ 1239 h 1825"/>
                <a:gd name="T24" fmla="*/ 1630 w 2365"/>
                <a:gd name="T25" fmla="*/ 1473 h 1825"/>
                <a:gd name="T26" fmla="*/ 2365 w 2365"/>
                <a:gd name="T27" fmla="*/ 741 h 1825"/>
                <a:gd name="T28" fmla="*/ 1630 w 2365"/>
                <a:gd name="T29" fmla="*/ 0 h 1825"/>
                <a:gd name="T30" fmla="*/ 1053 w 2365"/>
                <a:gd name="T31" fmla="*/ 295 h 1825"/>
                <a:gd name="T32" fmla="*/ 1053 w 2365"/>
                <a:gd name="T33" fmla="*/ 735 h 1825"/>
                <a:gd name="T34" fmla="*/ 1630 w 2365"/>
                <a:gd name="T35" fmla="*/ 232 h 1825"/>
                <a:gd name="T36" fmla="*/ 2134 w 2365"/>
                <a:gd name="T37" fmla="*/ 741 h 1825"/>
                <a:gd name="T38" fmla="*/ 1630 w 2365"/>
                <a:gd name="T39" fmla="*/ 1245 h 1825"/>
                <a:gd name="T40" fmla="*/ 1303 w 2365"/>
                <a:gd name="T41" fmla="*/ 1125 h 1825"/>
                <a:gd name="T42" fmla="*/ 961 w 2365"/>
                <a:gd name="T43" fmla="*/ 764 h 1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65" h="1825">
                  <a:moveTo>
                    <a:pt x="961" y="764"/>
                  </a:moveTo>
                  <a:cubicBezTo>
                    <a:pt x="875" y="688"/>
                    <a:pt x="736" y="643"/>
                    <a:pt x="599" y="642"/>
                  </a:cubicBezTo>
                  <a:cubicBezTo>
                    <a:pt x="270" y="641"/>
                    <a:pt x="2" y="900"/>
                    <a:pt x="1" y="1235"/>
                  </a:cubicBezTo>
                  <a:cubicBezTo>
                    <a:pt x="0" y="1563"/>
                    <a:pt x="270" y="1824"/>
                    <a:pt x="599" y="1825"/>
                  </a:cubicBezTo>
                  <a:cubicBezTo>
                    <a:pt x="783" y="1825"/>
                    <a:pt x="943" y="1751"/>
                    <a:pt x="1053" y="1619"/>
                  </a:cubicBezTo>
                  <a:cubicBezTo>
                    <a:pt x="1053" y="1293"/>
                    <a:pt x="1053" y="1293"/>
                    <a:pt x="1053" y="1293"/>
                  </a:cubicBezTo>
                  <a:cubicBezTo>
                    <a:pt x="994" y="1394"/>
                    <a:pt x="877" y="1524"/>
                    <a:pt x="771" y="1568"/>
                  </a:cubicBezTo>
                  <a:cubicBezTo>
                    <a:pt x="717" y="1590"/>
                    <a:pt x="662" y="1604"/>
                    <a:pt x="599" y="1604"/>
                  </a:cubicBezTo>
                  <a:cubicBezTo>
                    <a:pt x="394" y="1604"/>
                    <a:pt x="225" y="1445"/>
                    <a:pt x="225" y="1235"/>
                  </a:cubicBezTo>
                  <a:cubicBezTo>
                    <a:pt x="225" y="1041"/>
                    <a:pt x="380" y="862"/>
                    <a:pt x="599" y="863"/>
                  </a:cubicBezTo>
                  <a:cubicBezTo>
                    <a:pt x="701" y="863"/>
                    <a:pt x="793" y="905"/>
                    <a:pt x="861" y="972"/>
                  </a:cubicBezTo>
                  <a:cubicBezTo>
                    <a:pt x="931" y="1040"/>
                    <a:pt x="1041" y="1183"/>
                    <a:pt x="1093" y="1239"/>
                  </a:cubicBezTo>
                  <a:cubicBezTo>
                    <a:pt x="1227" y="1383"/>
                    <a:pt x="1419" y="1473"/>
                    <a:pt x="1630" y="1473"/>
                  </a:cubicBezTo>
                  <a:cubicBezTo>
                    <a:pt x="2036" y="1474"/>
                    <a:pt x="2365" y="1146"/>
                    <a:pt x="2365" y="741"/>
                  </a:cubicBezTo>
                  <a:cubicBezTo>
                    <a:pt x="2365" y="336"/>
                    <a:pt x="2035" y="0"/>
                    <a:pt x="1630" y="0"/>
                  </a:cubicBezTo>
                  <a:cubicBezTo>
                    <a:pt x="1395" y="0"/>
                    <a:pt x="1187" y="122"/>
                    <a:pt x="1053" y="295"/>
                  </a:cubicBezTo>
                  <a:cubicBezTo>
                    <a:pt x="1053" y="735"/>
                    <a:pt x="1053" y="735"/>
                    <a:pt x="1053" y="735"/>
                  </a:cubicBezTo>
                  <a:cubicBezTo>
                    <a:pt x="1155" y="455"/>
                    <a:pt x="1340" y="232"/>
                    <a:pt x="1630" y="232"/>
                  </a:cubicBezTo>
                  <a:cubicBezTo>
                    <a:pt x="1909" y="232"/>
                    <a:pt x="2135" y="463"/>
                    <a:pt x="2134" y="741"/>
                  </a:cubicBezTo>
                  <a:cubicBezTo>
                    <a:pt x="2134" y="1020"/>
                    <a:pt x="1909" y="1246"/>
                    <a:pt x="1630" y="1245"/>
                  </a:cubicBezTo>
                  <a:cubicBezTo>
                    <a:pt x="1506" y="1244"/>
                    <a:pt x="1391" y="1199"/>
                    <a:pt x="1303" y="1125"/>
                  </a:cubicBezTo>
                  <a:cubicBezTo>
                    <a:pt x="1194" y="1040"/>
                    <a:pt x="1074" y="860"/>
                    <a:pt x="961" y="76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4" name="Freeform 35">
              <a:extLst>
                <a:ext uri="{FF2B5EF4-FFF2-40B4-BE49-F238E27FC236}">
                  <a16:creationId xmlns:a16="http://schemas.microsoft.com/office/drawing/2014/main" id="{AA345ED2-3E37-40B2-AD74-CD8EFA5E3FDC}"/>
                </a:ext>
              </a:extLst>
            </p:cNvPr>
            <p:cNvSpPr>
              <a:spLocks/>
            </p:cNvSpPr>
            <p:nvPr userDrawn="1"/>
          </p:nvSpPr>
          <p:spPr bwMode="gray">
            <a:xfrm>
              <a:off x="8012114" y="401514"/>
              <a:ext cx="123825" cy="201551"/>
            </a:xfrm>
            <a:custGeom>
              <a:avLst/>
              <a:gdLst>
                <a:gd name="T0" fmla="*/ 0 w 1624"/>
                <a:gd name="T1" fmla="*/ 0 h 2651"/>
                <a:gd name="T2" fmla="*/ 1624 w 1624"/>
                <a:gd name="T3" fmla="*/ 0 h 2651"/>
                <a:gd name="T4" fmla="*/ 1624 w 1624"/>
                <a:gd name="T5" fmla="*/ 452 h 2651"/>
                <a:gd name="T6" fmla="*/ 1365 w 1624"/>
                <a:gd name="T7" fmla="*/ 273 h 2651"/>
                <a:gd name="T8" fmla="*/ 613 w 1624"/>
                <a:gd name="T9" fmla="*/ 273 h 2651"/>
                <a:gd name="T10" fmla="*/ 613 w 1624"/>
                <a:gd name="T11" fmla="*/ 1053 h 2651"/>
                <a:gd name="T12" fmla="*/ 1428 w 1624"/>
                <a:gd name="T13" fmla="*/ 1053 h 2651"/>
                <a:gd name="T14" fmla="*/ 1428 w 1624"/>
                <a:gd name="T15" fmla="*/ 1467 h 2651"/>
                <a:gd name="T16" fmla="*/ 1205 w 1624"/>
                <a:gd name="T17" fmla="*/ 1335 h 2651"/>
                <a:gd name="T18" fmla="*/ 613 w 1624"/>
                <a:gd name="T19" fmla="*/ 1335 h 2651"/>
                <a:gd name="T20" fmla="*/ 613 w 1624"/>
                <a:gd name="T21" fmla="*/ 2401 h 2651"/>
                <a:gd name="T22" fmla="*/ 784 w 1624"/>
                <a:gd name="T23" fmla="*/ 2651 h 2651"/>
                <a:gd name="T24" fmla="*/ 11 w 1624"/>
                <a:gd name="T25" fmla="*/ 2651 h 2651"/>
                <a:gd name="T26" fmla="*/ 173 w 1624"/>
                <a:gd name="T27" fmla="*/ 2401 h 2651"/>
                <a:gd name="T28" fmla="*/ 173 w 1624"/>
                <a:gd name="T29" fmla="*/ 278 h 2651"/>
                <a:gd name="T30" fmla="*/ 0 w 1624"/>
                <a:gd name="T31"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24" h="2651">
                  <a:moveTo>
                    <a:pt x="0" y="0"/>
                  </a:moveTo>
                  <a:cubicBezTo>
                    <a:pt x="1624" y="0"/>
                    <a:pt x="1624" y="0"/>
                    <a:pt x="1624" y="0"/>
                  </a:cubicBezTo>
                  <a:cubicBezTo>
                    <a:pt x="1624" y="452"/>
                    <a:pt x="1624" y="452"/>
                    <a:pt x="1624" y="452"/>
                  </a:cubicBezTo>
                  <a:cubicBezTo>
                    <a:pt x="1624" y="452"/>
                    <a:pt x="1540" y="274"/>
                    <a:pt x="1365" y="273"/>
                  </a:cubicBezTo>
                  <a:cubicBezTo>
                    <a:pt x="613" y="273"/>
                    <a:pt x="613" y="273"/>
                    <a:pt x="613" y="273"/>
                  </a:cubicBezTo>
                  <a:cubicBezTo>
                    <a:pt x="613" y="1053"/>
                    <a:pt x="613" y="1053"/>
                    <a:pt x="613" y="1053"/>
                  </a:cubicBezTo>
                  <a:cubicBezTo>
                    <a:pt x="1428" y="1053"/>
                    <a:pt x="1428" y="1053"/>
                    <a:pt x="1428" y="1053"/>
                  </a:cubicBezTo>
                  <a:cubicBezTo>
                    <a:pt x="1428" y="1467"/>
                    <a:pt x="1428" y="1467"/>
                    <a:pt x="1428" y="1467"/>
                  </a:cubicBezTo>
                  <a:cubicBezTo>
                    <a:pt x="1428" y="1467"/>
                    <a:pt x="1402" y="1335"/>
                    <a:pt x="1205" y="1335"/>
                  </a:cubicBezTo>
                  <a:cubicBezTo>
                    <a:pt x="613" y="1335"/>
                    <a:pt x="613" y="1335"/>
                    <a:pt x="613" y="1335"/>
                  </a:cubicBezTo>
                  <a:cubicBezTo>
                    <a:pt x="613" y="2401"/>
                    <a:pt x="613" y="2401"/>
                    <a:pt x="613" y="2401"/>
                  </a:cubicBezTo>
                  <a:cubicBezTo>
                    <a:pt x="613" y="2558"/>
                    <a:pt x="784" y="2651"/>
                    <a:pt x="784" y="2651"/>
                  </a:cubicBezTo>
                  <a:cubicBezTo>
                    <a:pt x="11" y="2651"/>
                    <a:pt x="11" y="2651"/>
                    <a:pt x="11" y="2651"/>
                  </a:cubicBezTo>
                  <a:cubicBezTo>
                    <a:pt x="11" y="2651"/>
                    <a:pt x="173" y="2569"/>
                    <a:pt x="173" y="2401"/>
                  </a:cubicBezTo>
                  <a:cubicBezTo>
                    <a:pt x="173" y="278"/>
                    <a:pt x="173" y="278"/>
                    <a:pt x="173" y="278"/>
                  </a:cubicBezTo>
                  <a:cubicBezTo>
                    <a:pt x="173" y="9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5" name="Freeform 36">
              <a:extLst>
                <a:ext uri="{FF2B5EF4-FFF2-40B4-BE49-F238E27FC236}">
                  <a16:creationId xmlns:a16="http://schemas.microsoft.com/office/drawing/2014/main" id="{7CD6A6C4-7575-4B56-9FB4-28D633CC9DD6}"/>
                </a:ext>
              </a:extLst>
            </p:cNvPr>
            <p:cNvSpPr>
              <a:spLocks/>
            </p:cNvSpPr>
            <p:nvPr userDrawn="1"/>
          </p:nvSpPr>
          <p:spPr bwMode="gray">
            <a:xfrm>
              <a:off x="8305801" y="401514"/>
              <a:ext cx="80962" cy="282488"/>
            </a:xfrm>
            <a:custGeom>
              <a:avLst/>
              <a:gdLst>
                <a:gd name="T0" fmla="*/ 246 w 1072"/>
                <a:gd name="T1" fmla="*/ 0 h 3696"/>
                <a:gd name="T2" fmla="*/ 1072 w 1072"/>
                <a:gd name="T3" fmla="*/ 0 h 3696"/>
                <a:gd name="T4" fmla="*/ 887 w 1072"/>
                <a:gd name="T5" fmla="*/ 230 h 3696"/>
                <a:gd name="T6" fmla="*/ 887 w 1072"/>
                <a:gd name="T7" fmla="*/ 2717 h 3696"/>
                <a:gd name="T8" fmla="*/ 0 w 1072"/>
                <a:gd name="T9" fmla="*/ 3693 h 3696"/>
                <a:gd name="T10" fmla="*/ 423 w 1072"/>
                <a:gd name="T11" fmla="*/ 2717 h 3696"/>
                <a:gd name="T12" fmla="*/ 423 w 1072"/>
                <a:gd name="T13" fmla="*/ 230 h 3696"/>
                <a:gd name="T14" fmla="*/ 246 w 1072"/>
                <a:gd name="T15" fmla="*/ 0 h 36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2" h="3696">
                  <a:moveTo>
                    <a:pt x="246" y="0"/>
                  </a:moveTo>
                  <a:cubicBezTo>
                    <a:pt x="1072" y="0"/>
                    <a:pt x="1072" y="0"/>
                    <a:pt x="1072" y="0"/>
                  </a:cubicBezTo>
                  <a:cubicBezTo>
                    <a:pt x="1072" y="0"/>
                    <a:pt x="887" y="87"/>
                    <a:pt x="887" y="230"/>
                  </a:cubicBezTo>
                  <a:cubicBezTo>
                    <a:pt x="887" y="2717"/>
                    <a:pt x="887" y="2717"/>
                    <a:pt x="887" y="2717"/>
                  </a:cubicBezTo>
                  <a:cubicBezTo>
                    <a:pt x="887" y="3558"/>
                    <a:pt x="44" y="3696"/>
                    <a:pt x="0" y="3693"/>
                  </a:cubicBezTo>
                  <a:cubicBezTo>
                    <a:pt x="72" y="3647"/>
                    <a:pt x="422" y="3349"/>
                    <a:pt x="423" y="2717"/>
                  </a:cubicBezTo>
                  <a:cubicBezTo>
                    <a:pt x="423" y="230"/>
                    <a:pt x="423" y="230"/>
                    <a:pt x="423" y="230"/>
                  </a:cubicBezTo>
                  <a:cubicBezTo>
                    <a:pt x="424" y="96"/>
                    <a:pt x="246" y="0"/>
                    <a:pt x="24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6" name="Freeform 37">
              <a:extLst>
                <a:ext uri="{FF2B5EF4-FFF2-40B4-BE49-F238E27FC236}">
                  <a16:creationId xmlns:a16="http://schemas.microsoft.com/office/drawing/2014/main" id="{3CB1F97C-8E5F-454A-B2E7-6D20A1D16809}"/>
                </a:ext>
              </a:extLst>
            </p:cNvPr>
            <p:cNvSpPr>
              <a:spLocks/>
            </p:cNvSpPr>
            <p:nvPr userDrawn="1"/>
          </p:nvSpPr>
          <p:spPr bwMode="gray">
            <a:xfrm>
              <a:off x="8396289" y="401514"/>
              <a:ext cx="63500" cy="201551"/>
            </a:xfrm>
            <a:custGeom>
              <a:avLst/>
              <a:gdLst>
                <a:gd name="T0" fmla="*/ 0 w 828"/>
                <a:gd name="T1" fmla="*/ 0 h 2653"/>
                <a:gd name="T2" fmla="*/ 828 w 828"/>
                <a:gd name="T3" fmla="*/ 0 h 2653"/>
                <a:gd name="T4" fmla="*/ 645 w 828"/>
                <a:gd name="T5" fmla="*/ 235 h 2653"/>
                <a:gd name="T6" fmla="*/ 645 w 828"/>
                <a:gd name="T7" fmla="*/ 2401 h 2653"/>
                <a:gd name="T8" fmla="*/ 828 w 828"/>
                <a:gd name="T9" fmla="*/ 2653 h 2653"/>
                <a:gd name="T10" fmla="*/ 0 w 828"/>
                <a:gd name="T11" fmla="*/ 2653 h 2653"/>
                <a:gd name="T12" fmla="*/ 184 w 828"/>
                <a:gd name="T13" fmla="*/ 2401 h 2653"/>
                <a:gd name="T14" fmla="*/ 184 w 828"/>
                <a:gd name="T15" fmla="*/ 235 h 2653"/>
                <a:gd name="T16" fmla="*/ 0 w 828"/>
                <a:gd name="T17" fmla="*/ 0 h 2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2653">
                  <a:moveTo>
                    <a:pt x="0" y="0"/>
                  </a:moveTo>
                  <a:cubicBezTo>
                    <a:pt x="828" y="0"/>
                    <a:pt x="828" y="0"/>
                    <a:pt x="828" y="0"/>
                  </a:cubicBezTo>
                  <a:cubicBezTo>
                    <a:pt x="828" y="0"/>
                    <a:pt x="645" y="89"/>
                    <a:pt x="645" y="235"/>
                  </a:cubicBezTo>
                  <a:cubicBezTo>
                    <a:pt x="645" y="2401"/>
                    <a:pt x="645" y="2401"/>
                    <a:pt x="645" y="2401"/>
                  </a:cubicBezTo>
                  <a:cubicBezTo>
                    <a:pt x="645" y="2556"/>
                    <a:pt x="828" y="2653"/>
                    <a:pt x="828" y="2653"/>
                  </a:cubicBezTo>
                  <a:cubicBezTo>
                    <a:pt x="0" y="2653"/>
                    <a:pt x="0" y="2653"/>
                    <a:pt x="0" y="2653"/>
                  </a:cubicBezTo>
                  <a:cubicBezTo>
                    <a:pt x="0" y="2653"/>
                    <a:pt x="184" y="2557"/>
                    <a:pt x="184" y="2401"/>
                  </a:cubicBezTo>
                  <a:cubicBezTo>
                    <a:pt x="184" y="235"/>
                    <a:pt x="184" y="235"/>
                    <a:pt x="184" y="235"/>
                  </a:cubicBezTo>
                  <a:cubicBezTo>
                    <a:pt x="184" y="8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7" name="Freeform 38">
              <a:extLst>
                <a:ext uri="{FF2B5EF4-FFF2-40B4-BE49-F238E27FC236}">
                  <a16:creationId xmlns:a16="http://schemas.microsoft.com/office/drawing/2014/main" id="{650911E5-80F4-4024-9206-0320DACA0666}"/>
                </a:ext>
              </a:extLst>
            </p:cNvPr>
            <p:cNvSpPr>
              <a:spLocks/>
            </p:cNvSpPr>
            <p:nvPr userDrawn="1"/>
          </p:nvSpPr>
          <p:spPr bwMode="gray">
            <a:xfrm>
              <a:off x="8459789" y="401514"/>
              <a:ext cx="150812" cy="201551"/>
            </a:xfrm>
            <a:custGeom>
              <a:avLst/>
              <a:gdLst>
                <a:gd name="T0" fmla="*/ 161 w 1984"/>
                <a:gd name="T1" fmla="*/ 0 h 2651"/>
                <a:gd name="T2" fmla="*/ 1984 w 1984"/>
                <a:gd name="T3" fmla="*/ 0 h 2651"/>
                <a:gd name="T4" fmla="*/ 1829 w 1984"/>
                <a:gd name="T5" fmla="*/ 482 h 2651"/>
                <a:gd name="T6" fmla="*/ 1607 w 1984"/>
                <a:gd name="T7" fmla="*/ 279 h 2651"/>
                <a:gd name="T8" fmla="*/ 1229 w 1984"/>
                <a:gd name="T9" fmla="*/ 279 h 2651"/>
                <a:gd name="T10" fmla="*/ 1229 w 1984"/>
                <a:gd name="T11" fmla="*/ 2401 h 2651"/>
                <a:gd name="T12" fmla="*/ 1407 w 1984"/>
                <a:gd name="T13" fmla="*/ 2651 h 2651"/>
                <a:gd name="T14" fmla="*/ 595 w 1984"/>
                <a:gd name="T15" fmla="*/ 2651 h 2651"/>
                <a:gd name="T16" fmla="*/ 771 w 1984"/>
                <a:gd name="T17" fmla="*/ 2401 h 2651"/>
                <a:gd name="T18" fmla="*/ 771 w 1984"/>
                <a:gd name="T19" fmla="*/ 279 h 2651"/>
                <a:gd name="T20" fmla="*/ 315 w 1984"/>
                <a:gd name="T21" fmla="*/ 279 h 2651"/>
                <a:gd name="T22" fmla="*/ 0 w 1984"/>
                <a:gd name="T23" fmla="*/ 522 h 2651"/>
                <a:gd name="T24" fmla="*/ 161 w 1984"/>
                <a:gd name="T25"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4" h="2651">
                  <a:moveTo>
                    <a:pt x="161" y="0"/>
                  </a:moveTo>
                  <a:cubicBezTo>
                    <a:pt x="1984" y="0"/>
                    <a:pt x="1984" y="0"/>
                    <a:pt x="1984" y="0"/>
                  </a:cubicBezTo>
                  <a:cubicBezTo>
                    <a:pt x="1829" y="482"/>
                    <a:pt x="1829" y="482"/>
                    <a:pt x="1829" y="482"/>
                  </a:cubicBezTo>
                  <a:cubicBezTo>
                    <a:pt x="1829" y="482"/>
                    <a:pt x="1783" y="279"/>
                    <a:pt x="1607" y="279"/>
                  </a:cubicBezTo>
                  <a:cubicBezTo>
                    <a:pt x="1229" y="279"/>
                    <a:pt x="1229" y="279"/>
                    <a:pt x="1229" y="279"/>
                  </a:cubicBezTo>
                  <a:cubicBezTo>
                    <a:pt x="1229" y="2401"/>
                    <a:pt x="1229" y="2401"/>
                    <a:pt x="1229" y="2401"/>
                  </a:cubicBezTo>
                  <a:cubicBezTo>
                    <a:pt x="1229" y="2535"/>
                    <a:pt x="1407" y="2651"/>
                    <a:pt x="1407" y="2651"/>
                  </a:cubicBezTo>
                  <a:cubicBezTo>
                    <a:pt x="595" y="2651"/>
                    <a:pt x="595" y="2651"/>
                    <a:pt x="595" y="2651"/>
                  </a:cubicBezTo>
                  <a:cubicBezTo>
                    <a:pt x="595" y="2651"/>
                    <a:pt x="771" y="2547"/>
                    <a:pt x="771" y="2401"/>
                  </a:cubicBezTo>
                  <a:cubicBezTo>
                    <a:pt x="771" y="279"/>
                    <a:pt x="771" y="279"/>
                    <a:pt x="771" y="279"/>
                  </a:cubicBezTo>
                  <a:cubicBezTo>
                    <a:pt x="315" y="279"/>
                    <a:pt x="315" y="279"/>
                    <a:pt x="315" y="279"/>
                  </a:cubicBezTo>
                  <a:cubicBezTo>
                    <a:pt x="185" y="280"/>
                    <a:pt x="0" y="522"/>
                    <a:pt x="0" y="522"/>
                  </a:cubicBezTo>
                  <a:lnTo>
                    <a:pt x="16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8" name="Freeform 39">
              <a:extLst>
                <a:ext uri="{FF2B5EF4-FFF2-40B4-BE49-F238E27FC236}">
                  <a16:creationId xmlns:a16="http://schemas.microsoft.com/office/drawing/2014/main" id="{F493319B-2248-439E-9823-06601D5056EC}"/>
                </a:ext>
              </a:extLst>
            </p:cNvPr>
            <p:cNvSpPr>
              <a:spLocks/>
            </p:cNvSpPr>
            <p:nvPr userDrawn="1"/>
          </p:nvSpPr>
          <p:spPr bwMode="gray">
            <a:xfrm>
              <a:off x="8734426" y="401514"/>
              <a:ext cx="169862" cy="204725"/>
            </a:xfrm>
            <a:custGeom>
              <a:avLst/>
              <a:gdLst>
                <a:gd name="T0" fmla="*/ 1420 w 2219"/>
                <a:gd name="T1" fmla="*/ 0 h 2693"/>
                <a:gd name="T2" fmla="*/ 2219 w 2219"/>
                <a:gd name="T3" fmla="*/ 0 h 2693"/>
                <a:gd name="T4" fmla="*/ 2048 w 2219"/>
                <a:gd name="T5" fmla="*/ 234 h 2693"/>
                <a:gd name="T6" fmla="*/ 2048 w 2219"/>
                <a:gd name="T7" fmla="*/ 1840 h 2693"/>
                <a:gd name="T8" fmla="*/ 1131 w 2219"/>
                <a:gd name="T9" fmla="*/ 2693 h 2693"/>
                <a:gd name="T10" fmla="*/ 176 w 2219"/>
                <a:gd name="T11" fmla="*/ 1840 h 2693"/>
                <a:gd name="T12" fmla="*/ 176 w 2219"/>
                <a:gd name="T13" fmla="*/ 234 h 2693"/>
                <a:gd name="T14" fmla="*/ 0 w 2219"/>
                <a:gd name="T15" fmla="*/ 0 h 2693"/>
                <a:gd name="T16" fmla="*/ 821 w 2219"/>
                <a:gd name="T17" fmla="*/ 0 h 2693"/>
                <a:gd name="T18" fmla="*/ 638 w 2219"/>
                <a:gd name="T19" fmla="*/ 234 h 2693"/>
                <a:gd name="T20" fmla="*/ 638 w 2219"/>
                <a:gd name="T21" fmla="*/ 1840 h 2693"/>
                <a:gd name="T22" fmla="*/ 1131 w 2219"/>
                <a:gd name="T23" fmla="*/ 2406 h 2693"/>
                <a:gd name="T24" fmla="*/ 1601 w 2219"/>
                <a:gd name="T25" fmla="*/ 1840 h 2693"/>
                <a:gd name="T26" fmla="*/ 1601 w 2219"/>
                <a:gd name="T27" fmla="*/ 234 h 2693"/>
                <a:gd name="T28" fmla="*/ 1420 w 2219"/>
                <a:gd name="T29" fmla="*/ 0 h 2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19" h="2693">
                  <a:moveTo>
                    <a:pt x="1420" y="0"/>
                  </a:moveTo>
                  <a:cubicBezTo>
                    <a:pt x="2219" y="0"/>
                    <a:pt x="2219" y="0"/>
                    <a:pt x="2219" y="0"/>
                  </a:cubicBezTo>
                  <a:cubicBezTo>
                    <a:pt x="2219" y="0"/>
                    <a:pt x="2048" y="91"/>
                    <a:pt x="2048" y="234"/>
                  </a:cubicBezTo>
                  <a:cubicBezTo>
                    <a:pt x="2048" y="1840"/>
                    <a:pt x="2048" y="1840"/>
                    <a:pt x="2048" y="1840"/>
                  </a:cubicBezTo>
                  <a:cubicBezTo>
                    <a:pt x="2047" y="2492"/>
                    <a:pt x="1506" y="2693"/>
                    <a:pt x="1131" y="2693"/>
                  </a:cubicBezTo>
                  <a:cubicBezTo>
                    <a:pt x="759" y="2693"/>
                    <a:pt x="175" y="2490"/>
                    <a:pt x="176" y="1840"/>
                  </a:cubicBezTo>
                  <a:cubicBezTo>
                    <a:pt x="176" y="234"/>
                    <a:pt x="176" y="234"/>
                    <a:pt x="176" y="234"/>
                  </a:cubicBezTo>
                  <a:cubicBezTo>
                    <a:pt x="176" y="91"/>
                    <a:pt x="0" y="0"/>
                    <a:pt x="0" y="0"/>
                  </a:cubicBezTo>
                  <a:cubicBezTo>
                    <a:pt x="821" y="0"/>
                    <a:pt x="821" y="0"/>
                    <a:pt x="821" y="0"/>
                  </a:cubicBezTo>
                  <a:cubicBezTo>
                    <a:pt x="821" y="0"/>
                    <a:pt x="638" y="88"/>
                    <a:pt x="638" y="234"/>
                  </a:cubicBezTo>
                  <a:cubicBezTo>
                    <a:pt x="638" y="1840"/>
                    <a:pt x="638" y="1840"/>
                    <a:pt x="638" y="1840"/>
                  </a:cubicBezTo>
                  <a:cubicBezTo>
                    <a:pt x="638" y="2182"/>
                    <a:pt x="865" y="2406"/>
                    <a:pt x="1131" y="2406"/>
                  </a:cubicBezTo>
                  <a:cubicBezTo>
                    <a:pt x="1397" y="2406"/>
                    <a:pt x="1600" y="2173"/>
                    <a:pt x="1601" y="1840"/>
                  </a:cubicBezTo>
                  <a:cubicBezTo>
                    <a:pt x="1601" y="234"/>
                    <a:pt x="1601" y="234"/>
                    <a:pt x="1601" y="234"/>
                  </a:cubicBezTo>
                  <a:cubicBezTo>
                    <a:pt x="1601" y="91"/>
                    <a:pt x="1420" y="0"/>
                    <a:pt x="1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9" name="Freeform 40">
              <a:extLst>
                <a:ext uri="{FF2B5EF4-FFF2-40B4-BE49-F238E27FC236}">
                  <a16:creationId xmlns:a16="http://schemas.microsoft.com/office/drawing/2014/main" id="{9AADF53A-B05B-48E1-8372-26C17A1B030B}"/>
                </a:ext>
              </a:extLst>
            </p:cNvPr>
            <p:cNvSpPr>
              <a:spLocks/>
            </p:cNvSpPr>
            <p:nvPr userDrawn="1"/>
          </p:nvSpPr>
          <p:spPr bwMode="gray">
            <a:xfrm>
              <a:off x="8142289" y="401514"/>
              <a:ext cx="169862" cy="206312"/>
            </a:xfrm>
            <a:custGeom>
              <a:avLst/>
              <a:gdLst>
                <a:gd name="T0" fmla="*/ 1427 w 2240"/>
                <a:gd name="T1" fmla="*/ 0 h 2700"/>
                <a:gd name="T2" fmla="*/ 2240 w 2240"/>
                <a:gd name="T3" fmla="*/ 0 h 2700"/>
                <a:gd name="T4" fmla="*/ 2068 w 2240"/>
                <a:gd name="T5" fmla="*/ 237 h 2700"/>
                <a:gd name="T6" fmla="*/ 2067 w 2240"/>
                <a:gd name="T7" fmla="*/ 1838 h 2700"/>
                <a:gd name="T8" fmla="*/ 1122 w 2240"/>
                <a:gd name="T9" fmla="*/ 2700 h 2700"/>
                <a:gd name="T10" fmla="*/ 166 w 2240"/>
                <a:gd name="T11" fmla="*/ 1838 h 2700"/>
                <a:gd name="T12" fmla="*/ 166 w 2240"/>
                <a:gd name="T13" fmla="*/ 237 h 2700"/>
                <a:gd name="T14" fmla="*/ 0 w 2240"/>
                <a:gd name="T15" fmla="*/ 0 h 2700"/>
                <a:gd name="T16" fmla="*/ 821 w 2240"/>
                <a:gd name="T17" fmla="*/ 0 h 2700"/>
                <a:gd name="T18" fmla="*/ 631 w 2240"/>
                <a:gd name="T19" fmla="*/ 237 h 2700"/>
                <a:gd name="T20" fmla="*/ 630 w 2240"/>
                <a:gd name="T21" fmla="*/ 1838 h 2700"/>
                <a:gd name="T22" fmla="*/ 1122 w 2240"/>
                <a:gd name="T23" fmla="*/ 2413 h 2700"/>
                <a:gd name="T24" fmla="*/ 1602 w 2240"/>
                <a:gd name="T25" fmla="*/ 1838 h 2700"/>
                <a:gd name="T26" fmla="*/ 1603 w 2240"/>
                <a:gd name="T27" fmla="*/ 237 h 2700"/>
                <a:gd name="T28" fmla="*/ 1427 w 2240"/>
                <a:gd name="T29" fmla="*/ 0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0" h="2700">
                  <a:moveTo>
                    <a:pt x="1427" y="0"/>
                  </a:moveTo>
                  <a:cubicBezTo>
                    <a:pt x="2240" y="0"/>
                    <a:pt x="2240" y="0"/>
                    <a:pt x="2240" y="0"/>
                  </a:cubicBezTo>
                  <a:cubicBezTo>
                    <a:pt x="2240" y="0"/>
                    <a:pt x="2068" y="95"/>
                    <a:pt x="2068" y="237"/>
                  </a:cubicBezTo>
                  <a:cubicBezTo>
                    <a:pt x="2068" y="238"/>
                    <a:pt x="2067" y="1838"/>
                    <a:pt x="2067" y="1838"/>
                  </a:cubicBezTo>
                  <a:cubicBezTo>
                    <a:pt x="2067" y="2494"/>
                    <a:pt x="1501" y="2700"/>
                    <a:pt x="1122" y="2700"/>
                  </a:cubicBezTo>
                  <a:cubicBezTo>
                    <a:pt x="750" y="2700"/>
                    <a:pt x="166" y="2491"/>
                    <a:pt x="166" y="1838"/>
                  </a:cubicBezTo>
                  <a:cubicBezTo>
                    <a:pt x="166" y="237"/>
                    <a:pt x="166" y="237"/>
                    <a:pt x="166" y="237"/>
                  </a:cubicBezTo>
                  <a:cubicBezTo>
                    <a:pt x="166" y="94"/>
                    <a:pt x="0" y="0"/>
                    <a:pt x="0" y="0"/>
                  </a:cubicBezTo>
                  <a:cubicBezTo>
                    <a:pt x="821" y="0"/>
                    <a:pt x="821" y="0"/>
                    <a:pt x="821" y="0"/>
                  </a:cubicBezTo>
                  <a:cubicBezTo>
                    <a:pt x="821" y="0"/>
                    <a:pt x="631" y="94"/>
                    <a:pt x="631" y="237"/>
                  </a:cubicBezTo>
                  <a:cubicBezTo>
                    <a:pt x="630" y="1838"/>
                    <a:pt x="630" y="1838"/>
                    <a:pt x="630" y="1838"/>
                  </a:cubicBezTo>
                  <a:cubicBezTo>
                    <a:pt x="630" y="2178"/>
                    <a:pt x="856" y="2412"/>
                    <a:pt x="1122" y="2413"/>
                  </a:cubicBezTo>
                  <a:cubicBezTo>
                    <a:pt x="1388" y="2414"/>
                    <a:pt x="1602" y="2174"/>
                    <a:pt x="1602" y="1838"/>
                  </a:cubicBezTo>
                  <a:cubicBezTo>
                    <a:pt x="1603" y="237"/>
                    <a:pt x="1603" y="237"/>
                    <a:pt x="1603" y="237"/>
                  </a:cubicBezTo>
                  <a:cubicBezTo>
                    <a:pt x="1603" y="94"/>
                    <a:pt x="1427" y="0"/>
                    <a:pt x="142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0" name="Freeform 41">
              <a:extLst>
                <a:ext uri="{FF2B5EF4-FFF2-40B4-BE49-F238E27FC236}">
                  <a16:creationId xmlns:a16="http://schemas.microsoft.com/office/drawing/2014/main" id="{09950012-992D-41FD-9E89-A43D2831A350}"/>
                </a:ext>
              </a:extLst>
            </p:cNvPr>
            <p:cNvSpPr>
              <a:spLocks/>
            </p:cNvSpPr>
            <p:nvPr userDrawn="1"/>
          </p:nvSpPr>
          <p:spPr bwMode="gray">
            <a:xfrm>
              <a:off x="8604251" y="396753"/>
              <a:ext cx="130175" cy="211073"/>
            </a:xfrm>
            <a:custGeom>
              <a:avLst/>
              <a:gdLst>
                <a:gd name="T0" fmla="*/ 1467 w 1707"/>
                <a:gd name="T1" fmla="*/ 479 h 2755"/>
                <a:gd name="T2" fmla="*/ 1019 w 1707"/>
                <a:gd name="T3" fmla="*/ 276 h 2755"/>
                <a:gd name="T4" fmla="*/ 504 w 1707"/>
                <a:gd name="T5" fmla="*/ 677 h 2755"/>
                <a:gd name="T6" fmla="*/ 995 w 1707"/>
                <a:gd name="T7" fmla="*/ 1174 h 2755"/>
                <a:gd name="T8" fmla="*/ 1705 w 1707"/>
                <a:gd name="T9" fmla="*/ 1974 h 2755"/>
                <a:gd name="T10" fmla="*/ 651 w 1707"/>
                <a:gd name="T11" fmla="*/ 2755 h 2755"/>
                <a:gd name="T12" fmla="*/ 155 w 1707"/>
                <a:gd name="T13" fmla="*/ 2686 h 2755"/>
                <a:gd name="T14" fmla="*/ 0 w 1707"/>
                <a:gd name="T15" fmla="*/ 2177 h 2755"/>
                <a:gd name="T16" fmla="*/ 658 w 1707"/>
                <a:gd name="T17" fmla="*/ 2466 h 2755"/>
                <a:gd name="T18" fmla="*/ 1252 w 1707"/>
                <a:gd name="T19" fmla="*/ 2030 h 2755"/>
                <a:gd name="T20" fmla="*/ 46 w 1707"/>
                <a:gd name="T21" fmla="*/ 731 h 2755"/>
                <a:gd name="T22" fmla="*/ 973 w 1707"/>
                <a:gd name="T23" fmla="*/ 0 h 2755"/>
                <a:gd name="T24" fmla="*/ 1467 w 1707"/>
                <a:gd name="T25" fmla="*/ 69 h 2755"/>
                <a:gd name="T26" fmla="*/ 1467 w 1707"/>
                <a:gd name="T27" fmla="*/ 479 h 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7" h="2755">
                  <a:moveTo>
                    <a:pt x="1467" y="479"/>
                  </a:moveTo>
                  <a:cubicBezTo>
                    <a:pt x="1467" y="479"/>
                    <a:pt x="1352" y="277"/>
                    <a:pt x="1019" y="276"/>
                  </a:cubicBezTo>
                  <a:cubicBezTo>
                    <a:pt x="686" y="275"/>
                    <a:pt x="505" y="450"/>
                    <a:pt x="504" y="677"/>
                  </a:cubicBezTo>
                  <a:cubicBezTo>
                    <a:pt x="503" y="934"/>
                    <a:pt x="696" y="1031"/>
                    <a:pt x="995" y="1174"/>
                  </a:cubicBezTo>
                  <a:cubicBezTo>
                    <a:pt x="1279" y="1311"/>
                    <a:pt x="1707" y="1499"/>
                    <a:pt x="1705" y="1974"/>
                  </a:cubicBezTo>
                  <a:cubicBezTo>
                    <a:pt x="1704" y="2399"/>
                    <a:pt x="1327" y="2755"/>
                    <a:pt x="651" y="2755"/>
                  </a:cubicBezTo>
                  <a:cubicBezTo>
                    <a:pt x="442" y="2754"/>
                    <a:pt x="155" y="2686"/>
                    <a:pt x="155" y="2686"/>
                  </a:cubicBezTo>
                  <a:cubicBezTo>
                    <a:pt x="0" y="2177"/>
                    <a:pt x="0" y="2177"/>
                    <a:pt x="0" y="2177"/>
                  </a:cubicBezTo>
                  <a:cubicBezTo>
                    <a:pt x="143" y="2316"/>
                    <a:pt x="397" y="2466"/>
                    <a:pt x="658" y="2466"/>
                  </a:cubicBezTo>
                  <a:cubicBezTo>
                    <a:pt x="929" y="2466"/>
                    <a:pt x="1252" y="2298"/>
                    <a:pt x="1252" y="2030"/>
                  </a:cubicBezTo>
                  <a:cubicBezTo>
                    <a:pt x="1252" y="1512"/>
                    <a:pt x="46" y="1598"/>
                    <a:pt x="46" y="731"/>
                  </a:cubicBezTo>
                  <a:cubicBezTo>
                    <a:pt x="46" y="433"/>
                    <a:pt x="254" y="0"/>
                    <a:pt x="973" y="0"/>
                  </a:cubicBezTo>
                  <a:cubicBezTo>
                    <a:pt x="1207" y="0"/>
                    <a:pt x="1467" y="69"/>
                    <a:pt x="1467" y="69"/>
                  </a:cubicBezTo>
                  <a:lnTo>
                    <a:pt x="1467" y="4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grpSp>
      <p:sp>
        <p:nvSpPr>
          <p:cNvPr id="31" name="TextBox 17">
            <a:extLst>
              <a:ext uri="{FF2B5EF4-FFF2-40B4-BE49-F238E27FC236}">
                <a16:creationId xmlns:a16="http://schemas.microsoft.com/office/drawing/2014/main" id="{D5E49898-FF21-4E70-A8B5-FD4F1373DD37}"/>
              </a:ext>
            </a:extLst>
          </p:cNvPr>
          <p:cNvSpPr txBox="1"/>
          <p:nvPr userDrawn="1"/>
        </p:nvSpPr>
        <p:spPr>
          <a:xfrm>
            <a:off x="7984067" y="4891390"/>
            <a:ext cx="935568" cy="107722"/>
          </a:xfrm>
          <a:prstGeom prst="rect">
            <a:avLst/>
          </a:prstGeom>
          <a:noFill/>
        </p:spPr>
        <p:txBody>
          <a:bodyPr wrap="square" lIns="0" tIns="0" rIns="0" bIns="0" rtlCol="0" anchor="b" anchorCtr="0">
            <a:spAutoFit/>
          </a:bodyPr>
          <a:lstStyle/>
          <a:p>
            <a:pPr marL="0" algn="r" defTabSz="457200" rtl="0" eaLnBrk="1" latinLnBrk="0" hangingPunct="1"/>
            <a:r>
              <a:rPr kumimoji="1" lang="en-GB" sz="700" kern="1200" dirty="0">
                <a:solidFill>
                  <a:schemeClr val="tx1"/>
                </a:solidFill>
                <a:latin typeface="+mn-lt"/>
                <a:ea typeface="+mn-ea"/>
                <a:cs typeface="+mn-cs"/>
              </a:rPr>
              <a:t>© FUJITSU 2021</a:t>
            </a:r>
          </a:p>
        </p:txBody>
      </p:sp>
      <p:sp>
        <p:nvSpPr>
          <p:cNvPr id="34" name="Rounded Rectangle 21">
            <a:extLst>
              <a:ext uri="{FF2B5EF4-FFF2-40B4-BE49-F238E27FC236}">
                <a16:creationId xmlns:a16="http://schemas.microsoft.com/office/drawing/2014/main" id="{CFA04961-F14C-4B17-AE6D-C0C16E45D202}"/>
              </a:ext>
            </a:extLst>
          </p:cNvPr>
          <p:cNvSpPr/>
          <p:nvPr userDrawn="1"/>
        </p:nvSpPr>
        <p:spPr bwMode="black">
          <a:xfrm>
            <a:off x="231775" y="4911725"/>
            <a:ext cx="1595438" cy="141161"/>
          </a:xfrm>
          <a:prstGeom prst="roundRect">
            <a:avLst>
              <a:gd name="adj" fmla="val 50000"/>
            </a:avLst>
          </a:prstGeom>
          <a:noFill/>
          <a:ln w="6350"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1218673" rtl="0" eaLnBrk="1" fontAlgn="ctr" latinLnBrk="0" hangingPunct="1">
              <a:lnSpc>
                <a:spcPct val="100000"/>
              </a:lnSpc>
              <a:spcBef>
                <a:spcPct val="0"/>
              </a:spcBef>
              <a:spcAft>
                <a:spcPct val="0"/>
              </a:spcAft>
              <a:buClrTx/>
              <a:buSzTx/>
              <a:buFontTx/>
              <a:buNone/>
              <a:tabLst/>
              <a:defRPr/>
            </a:pPr>
            <a:r>
              <a:rPr kumimoji="1" lang="en-GB" altLang="ja-JP" sz="700" b="0" i="0" u="none" strike="noStrike" kern="1200" cap="none" spc="0" normalizeH="0" baseline="0" noProof="0" dirty="0">
                <a:ln>
                  <a:noFill/>
                </a:ln>
                <a:solidFill>
                  <a:srgbClr val="000000"/>
                </a:solidFill>
                <a:effectLst/>
                <a:uLnTx/>
                <a:uFillTx/>
                <a:latin typeface="Arial"/>
                <a:ea typeface="+mn-ea"/>
                <a:cs typeface="+mn-cs"/>
              </a:rPr>
              <a:t>Fujitsu Restricted - Internal Use Only</a:t>
            </a:r>
            <a:endParaRPr kumimoji="1" lang="en-US" altLang="ja-JP" sz="70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4056368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2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25" name="図 19">
            <a:extLst>
              <a:ext uri="{FF2B5EF4-FFF2-40B4-BE49-F238E27FC236}">
                <a16:creationId xmlns:a16="http://schemas.microsoft.com/office/drawing/2014/main" id="{82392D54-6117-468E-8D33-F9F43066AFF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ltGray">
          <a:xfrm>
            <a:off x="6599234" y="0"/>
            <a:ext cx="2544766" cy="5143500"/>
          </a:xfrm>
          <a:prstGeom prst="rect">
            <a:avLst/>
          </a:prstGeom>
        </p:spPr>
      </p:pic>
      <p:sp>
        <p:nvSpPr>
          <p:cNvPr id="5" name="Rectangle 4">
            <a:extLst>
              <a:ext uri="{FF2B5EF4-FFF2-40B4-BE49-F238E27FC236}">
                <a16:creationId xmlns:a16="http://schemas.microsoft.com/office/drawing/2014/main" id="{9D49D70F-2F49-4E2D-9DA6-96EA64654FE2}"/>
              </a:ext>
            </a:extLst>
          </p:cNvPr>
          <p:cNvSpPr/>
          <p:nvPr userDrawn="1"/>
        </p:nvSpPr>
        <p:spPr>
          <a:xfrm>
            <a:off x="0" y="0"/>
            <a:ext cx="6603385"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GB" dirty="0" err="1">
              <a:solidFill>
                <a:schemeClr val="tx1"/>
              </a:solidFill>
            </a:endParaRPr>
          </a:p>
        </p:txBody>
      </p:sp>
      <p:pic>
        <p:nvPicPr>
          <p:cNvPr id="26" name="図 20">
            <a:extLst>
              <a:ext uri="{FF2B5EF4-FFF2-40B4-BE49-F238E27FC236}">
                <a16:creationId xmlns:a16="http://schemas.microsoft.com/office/drawing/2014/main" id="{181A5DAA-8584-4379-A4A1-EFBF9E7E668A}"/>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bwMode="gray">
          <a:xfrm>
            <a:off x="5168674" y="1350739"/>
            <a:ext cx="3142798" cy="2442021"/>
          </a:xfrm>
          <a:prstGeom prst="rect">
            <a:avLst/>
          </a:prstGeom>
        </p:spPr>
      </p:pic>
      <p:sp>
        <p:nvSpPr>
          <p:cNvPr id="7" name="TextBox 17">
            <a:extLst>
              <a:ext uri="{FF2B5EF4-FFF2-40B4-BE49-F238E27FC236}">
                <a16:creationId xmlns:a16="http://schemas.microsoft.com/office/drawing/2014/main" id="{A48EAE0D-F742-4787-AB4C-67158EB9A42B}"/>
              </a:ext>
            </a:extLst>
          </p:cNvPr>
          <p:cNvSpPr txBox="1"/>
          <p:nvPr userDrawn="1"/>
        </p:nvSpPr>
        <p:spPr>
          <a:xfrm>
            <a:off x="7984067" y="4891390"/>
            <a:ext cx="935568" cy="107722"/>
          </a:xfrm>
          <a:prstGeom prst="rect">
            <a:avLst/>
          </a:prstGeom>
          <a:noFill/>
        </p:spPr>
        <p:txBody>
          <a:bodyPr wrap="square" lIns="0" tIns="0" rIns="0" bIns="0" rtlCol="0" anchor="b" anchorCtr="0">
            <a:spAutoFit/>
          </a:bodyPr>
          <a:lstStyle/>
          <a:p>
            <a:pPr marL="0" algn="r" defTabSz="457200" rtl="0" eaLnBrk="1" latinLnBrk="0" hangingPunct="1"/>
            <a:r>
              <a:rPr kumimoji="1" lang="en-GB" sz="700" kern="1200" dirty="0">
                <a:solidFill>
                  <a:schemeClr val="bg1"/>
                </a:solidFill>
                <a:latin typeface="+mn-lt"/>
                <a:ea typeface="+mn-ea"/>
                <a:cs typeface="+mn-cs"/>
              </a:rPr>
              <a:t>© FUJITSU 2021</a:t>
            </a:r>
          </a:p>
        </p:txBody>
      </p:sp>
      <p:sp>
        <p:nvSpPr>
          <p:cNvPr id="8" name="Rounded Rectangle 21">
            <a:extLst>
              <a:ext uri="{FF2B5EF4-FFF2-40B4-BE49-F238E27FC236}">
                <a16:creationId xmlns:a16="http://schemas.microsoft.com/office/drawing/2014/main" id="{00832B23-641D-414F-84E1-124850478808}"/>
              </a:ext>
            </a:extLst>
          </p:cNvPr>
          <p:cNvSpPr/>
          <p:nvPr userDrawn="1"/>
        </p:nvSpPr>
        <p:spPr bwMode="black">
          <a:xfrm>
            <a:off x="231775" y="4911725"/>
            <a:ext cx="1595438" cy="141161"/>
          </a:xfrm>
          <a:prstGeom prst="roundRect">
            <a:avLst>
              <a:gd name="adj" fmla="val 50000"/>
            </a:avLst>
          </a:prstGeom>
          <a:noFill/>
          <a:ln w="6350"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1218673" rtl="0" eaLnBrk="1" fontAlgn="ctr" latinLnBrk="0" hangingPunct="1">
              <a:lnSpc>
                <a:spcPct val="100000"/>
              </a:lnSpc>
              <a:spcBef>
                <a:spcPct val="0"/>
              </a:spcBef>
              <a:spcAft>
                <a:spcPct val="0"/>
              </a:spcAft>
              <a:buClrTx/>
              <a:buSzTx/>
              <a:buFontTx/>
              <a:buNone/>
              <a:tabLst/>
              <a:defRPr/>
            </a:pPr>
            <a:r>
              <a:rPr kumimoji="1" lang="en-GB" altLang="ja-JP" sz="700" b="0" i="0" u="none" strike="noStrike" kern="1200" cap="none" spc="0" normalizeH="0" baseline="0" noProof="0" dirty="0">
                <a:ln>
                  <a:noFill/>
                </a:ln>
                <a:solidFill>
                  <a:srgbClr val="000000"/>
                </a:solidFill>
                <a:effectLst/>
                <a:uLnTx/>
                <a:uFillTx/>
                <a:latin typeface="Arial"/>
                <a:ea typeface="+mn-ea"/>
                <a:cs typeface="+mn-cs"/>
              </a:rPr>
              <a:t>Fujitsu Restricted - Internal Use Only</a:t>
            </a:r>
            <a:endParaRPr kumimoji="1" lang="en-US" altLang="ja-JP" sz="700" b="0" i="0" u="none" strike="noStrike" kern="1200" cap="none" spc="0" normalizeH="0" baseline="0" noProof="0" dirty="0">
              <a:ln>
                <a:noFill/>
              </a:ln>
              <a:solidFill>
                <a:srgbClr val="000000"/>
              </a:solidFill>
              <a:effectLst/>
              <a:uLnTx/>
              <a:uFillTx/>
              <a:latin typeface="Arial"/>
              <a:ea typeface="+mn-ea"/>
              <a:cs typeface="+mn-cs"/>
            </a:endParaRPr>
          </a:p>
        </p:txBody>
      </p:sp>
      <p:sp>
        <p:nvSpPr>
          <p:cNvPr id="11" name="Text Placeholder 10">
            <a:extLst>
              <a:ext uri="{FF2B5EF4-FFF2-40B4-BE49-F238E27FC236}">
                <a16:creationId xmlns:a16="http://schemas.microsoft.com/office/drawing/2014/main" id="{F3BA3734-909E-4036-AC8E-1576506A4DD8}"/>
              </a:ext>
            </a:extLst>
          </p:cNvPr>
          <p:cNvSpPr>
            <a:spLocks noGrp="1"/>
          </p:cNvSpPr>
          <p:nvPr>
            <p:ph type="body" sz="quarter" idx="10" hasCustomPrompt="1"/>
          </p:nvPr>
        </p:nvSpPr>
        <p:spPr>
          <a:xfrm>
            <a:off x="219076" y="1119716"/>
            <a:ext cx="4645024" cy="1454244"/>
          </a:xfrm>
          <a:prstGeom prst="rect">
            <a:avLst/>
          </a:prstGeom>
        </p:spPr>
        <p:txBody>
          <a:bodyPr wrap="square" lIns="0" tIns="0" rIns="0" bIns="0" numCol="1" spcCol="0" anchor="b" anchorCtr="0">
            <a:spAutoFit/>
          </a:bodyPr>
          <a:lstStyle>
            <a:lvl1pPr marL="0" indent="0">
              <a:buNone/>
              <a:defRPr sz="3500" b="1">
                <a:latin typeface="Arial" panose="020B0604020202020204" pitchFamily="34" charset="0"/>
                <a:cs typeface="Arial" panose="020B0604020202020204" pitchFamily="34" charset="0"/>
              </a:defRPr>
            </a:lvl1pPr>
            <a:lvl5pPr marL="1543050" indent="-171450">
              <a:buFont typeface="Arial" panose="020B0604020202020204" pitchFamily="34" charset="0"/>
              <a:buChar char="•"/>
              <a:defRPr/>
            </a:lvl5pPr>
          </a:lstStyle>
          <a:p>
            <a:pPr lvl="0"/>
            <a:r>
              <a:rPr lang="en-US" dirty="0"/>
              <a:t>Presentation headline Presentation headline Presentation headline</a:t>
            </a:r>
          </a:p>
        </p:txBody>
      </p:sp>
      <p:sp>
        <p:nvSpPr>
          <p:cNvPr id="13" name="Text Placeholder 12">
            <a:extLst>
              <a:ext uri="{FF2B5EF4-FFF2-40B4-BE49-F238E27FC236}">
                <a16:creationId xmlns:a16="http://schemas.microsoft.com/office/drawing/2014/main" id="{FECC21CA-F12D-4874-ACBA-CEBBD402B02A}"/>
              </a:ext>
            </a:extLst>
          </p:cNvPr>
          <p:cNvSpPr>
            <a:spLocks noGrp="1"/>
          </p:cNvSpPr>
          <p:nvPr>
            <p:ph type="body" sz="quarter" idx="11" hasCustomPrompt="1"/>
          </p:nvPr>
        </p:nvSpPr>
        <p:spPr>
          <a:xfrm>
            <a:off x="231775" y="3058147"/>
            <a:ext cx="4632325" cy="249299"/>
          </a:xfrm>
          <a:prstGeom prst="rect">
            <a:avLst/>
          </a:prstGeom>
        </p:spPr>
        <p:txBody>
          <a:bodyPr lIns="0" tIns="0" rIns="0" bIns="0">
            <a:spAutoFit/>
          </a:bodyPr>
          <a:lstStyle>
            <a:lvl1pPr marL="0" indent="0">
              <a:buNone/>
              <a:defRPr sz="1800"/>
            </a:lvl1pPr>
            <a:lvl2pPr marL="307975" indent="0">
              <a:buNone/>
              <a:defRPr/>
            </a:lvl2pPr>
            <a:lvl5pPr marL="1543050" indent="-171450">
              <a:buFont typeface="Arial" panose="020B0604020202020204" pitchFamily="34" charset="0"/>
              <a:buChar char="•"/>
              <a:defRPr/>
            </a:lvl5pPr>
          </a:lstStyle>
          <a:p>
            <a:pPr lvl="0"/>
            <a:r>
              <a:rPr lang="en-US" dirty="0"/>
              <a:t>Subheadline and description</a:t>
            </a:r>
          </a:p>
        </p:txBody>
      </p:sp>
      <p:grpSp>
        <p:nvGrpSpPr>
          <p:cNvPr id="14" name="Group 13" descr="Fujitsu">
            <a:extLst>
              <a:ext uri="{FF2B5EF4-FFF2-40B4-BE49-F238E27FC236}">
                <a16:creationId xmlns:a16="http://schemas.microsoft.com/office/drawing/2014/main" id="{7F71AA2D-9C3E-4C7E-B85E-CA30E6D9AB29}"/>
              </a:ext>
            </a:extLst>
          </p:cNvPr>
          <p:cNvGrpSpPr>
            <a:grpSpLocks noChangeAspect="1"/>
          </p:cNvGrpSpPr>
          <p:nvPr userDrawn="1"/>
        </p:nvGrpSpPr>
        <p:grpSpPr>
          <a:xfrm>
            <a:off x="7948615" y="226928"/>
            <a:ext cx="968769" cy="472173"/>
            <a:chOff x="8012114" y="249161"/>
            <a:chExt cx="892174" cy="434841"/>
          </a:xfrm>
        </p:grpSpPr>
        <p:sp>
          <p:nvSpPr>
            <p:cNvPr id="15" name="Freeform 34">
              <a:extLst>
                <a:ext uri="{FF2B5EF4-FFF2-40B4-BE49-F238E27FC236}">
                  <a16:creationId xmlns:a16="http://schemas.microsoft.com/office/drawing/2014/main" id="{380AEC81-1543-47BA-AAAC-DA9C8731273F}"/>
                </a:ext>
              </a:extLst>
            </p:cNvPr>
            <p:cNvSpPr>
              <a:spLocks/>
            </p:cNvSpPr>
            <p:nvPr userDrawn="1"/>
          </p:nvSpPr>
          <p:spPr bwMode="gray">
            <a:xfrm>
              <a:off x="8307389" y="249161"/>
              <a:ext cx="179387" cy="139657"/>
            </a:xfrm>
            <a:custGeom>
              <a:avLst/>
              <a:gdLst>
                <a:gd name="T0" fmla="*/ 961 w 2365"/>
                <a:gd name="T1" fmla="*/ 764 h 1825"/>
                <a:gd name="T2" fmla="*/ 599 w 2365"/>
                <a:gd name="T3" fmla="*/ 642 h 1825"/>
                <a:gd name="T4" fmla="*/ 1 w 2365"/>
                <a:gd name="T5" fmla="*/ 1235 h 1825"/>
                <a:gd name="T6" fmla="*/ 599 w 2365"/>
                <a:gd name="T7" fmla="*/ 1825 h 1825"/>
                <a:gd name="T8" fmla="*/ 1053 w 2365"/>
                <a:gd name="T9" fmla="*/ 1619 h 1825"/>
                <a:gd name="T10" fmla="*/ 1053 w 2365"/>
                <a:gd name="T11" fmla="*/ 1293 h 1825"/>
                <a:gd name="T12" fmla="*/ 771 w 2365"/>
                <a:gd name="T13" fmla="*/ 1568 h 1825"/>
                <a:gd name="T14" fmla="*/ 599 w 2365"/>
                <a:gd name="T15" fmla="*/ 1604 h 1825"/>
                <a:gd name="T16" fmla="*/ 225 w 2365"/>
                <a:gd name="T17" fmla="*/ 1235 h 1825"/>
                <a:gd name="T18" fmla="*/ 599 w 2365"/>
                <a:gd name="T19" fmla="*/ 863 h 1825"/>
                <a:gd name="T20" fmla="*/ 861 w 2365"/>
                <a:gd name="T21" fmla="*/ 972 h 1825"/>
                <a:gd name="T22" fmla="*/ 1093 w 2365"/>
                <a:gd name="T23" fmla="*/ 1239 h 1825"/>
                <a:gd name="T24" fmla="*/ 1630 w 2365"/>
                <a:gd name="T25" fmla="*/ 1473 h 1825"/>
                <a:gd name="T26" fmla="*/ 2365 w 2365"/>
                <a:gd name="T27" fmla="*/ 741 h 1825"/>
                <a:gd name="T28" fmla="*/ 1630 w 2365"/>
                <a:gd name="T29" fmla="*/ 0 h 1825"/>
                <a:gd name="T30" fmla="*/ 1053 w 2365"/>
                <a:gd name="T31" fmla="*/ 295 h 1825"/>
                <a:gd name="T32" fmla="*/ 1053 w 2365"/>
                <a:gd name="T33" fmla="*/ 735 h 1825"/>
                <a:gd name="T34" fmla="*/ 1630 w 2365"/>
                <a:gd name="T35" fmla="*/ 232 h 1825"/>
                <a:gd name="T36" fmla="*/ 2134 w 2365"/>
                <a:gd name="T37" fmla="*/ 741 h 1825"/>
                <a:gd name="T38" fmla="*/ 1630 w 2365"/>
                <a:gd name="T39" fmla="*/ 1245 h 1825"/>
                <a:gd name="T40" fmla="*/ 1303 w 2365"/>
                <a:gd name="T41" fmla="*/ 1125 h 1825"/>
                <a:gd name="T42" fmla="*/ 961 w 2365"/>
                <a:gd name="T43" fmla="*/ 764 h 1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65" h="1825">
                  <a:moveTo>
                    <a:pt x="961" y="764"/>
                  </a:moveTo>
                  <a:cubicBezTo>
                    <a:pt x="875" y="688"/>
                    <a:pt x="736" y="643"/>
                    <a:pt x="599" y="642"/>
                  </a:cubicBezTo>
                  <a:cubicBezTo>
                    <a:pt x="270" y="641"/>
                    <a:pt x="2" y="900"/>
                    <a:pt x="1" y="1235"/>
                  </a:cubicBezTo>
                  <a:cubicBezTo>
                    <a:pt x="0" y="1563"/>
                    <a:pt x="270" y="1824"/>
                    <a:pt x="599" y="1825"/>
                  </a:cubicBezTo>
                  <a:cubicBezTo>
                    <a:pt x="783" y="1825"/>
                    <a:pt x="943" y="1751"/>
                    <a:pt x="1053" y="1619"/>
                  </a:cubicBezTo>
                  <a:cubicBezTo>
                    <a:pt x="1053" y="1293"/>
                    <a:pt x="1053" y="1293"/>
                    <a:pt x="1053" y="1293"/>
                  </a:cubicBezTo>
                  <a:cubicBezTo>
                    <a:pt x="994" y="1394"/>
                    <a:pt x="877" y="1524"/>
                    <a:pt x="771" y="1568"/>
                  </a:cubicBezTo>
                  <a:cubicBezTo>
                    <a:pt x="717" y="1590"/>
                    <a:pt x="662" y="1604"/>
                    <a:pt x="599" y="1604"/>
                  </a:cubicBezTo>
                  <a:cubicBezTo>
                    <a:pt x="394" y="1604"/>
                    <a:pt x="225" y="1445"/>
                    <a:pt x="225" y="1235"/>
                  </a:cubicBezTo>
                  <a:cubicBezTo>
                    <a:pt x="225" y="1041"/>
                    <a:pt x="380" y="862"/>
                    <a:pt x="599" y="863"/>
                  </a:cubicBezTo>
                  <a:cubicBezTo>
                    <a:pt x="701" y="863"/>
                    <a:pt x="793" y="905"/>
                    <a:pt x="861" y="972"/>
                  </a:cubicBezTo>
                  <a:cubicBezTo>
                    <a:pt x="931" y="1040"/>
                    <a:pt x="1041" y="1183"/>
                    <a:pt x="1093" y="1239"/>
                  </a:cubicBezTo>
                  <a:cubicBezTo>
                    <a:pt x="1227" y="1383"/>
                    <a:pt x="1419" y="1473"/>
                    <a:pt x="1630" y="1473"/>
                  </a:cubicBezTo>
                  <a:cubicBezTo>
                    <a:pt x="2036" y="1474"/>
                    <a:pt x="2365" y="1146"/>
                    <a:pt x="2365" y="741"/>
                  </a:cubicBezTo>
                  <a:cubicBezTo>
                    <a:pt x="2365" y="336"/>
                    <a:pt x="2035" y="0"/>
                    <a:pt x="1630" y="0"/>
                  </a:cubicBezTo>
                  <a:cubicBezTo>
                    <a:pt x="1395" y="0"/>
                    <a:pt x="1187" y="122"/>
                    <a:pt x="1053" y="295"/>
                  </a:cubicBezTo>
                  <a:cubicBezTo>
                    <a:pt x="1053" y="735"/>
                    <a:pt x="1053" y="735"/>
                    <a:pt x="1053" y="735"/>
                  </a:cubicBezTo>
                  <a:cubicBezTo>
                    <a:pt x="1155" y="455"/>
                    <a:pt x="1340" y="232"/>
                    <a:pt x="1630" y="232"/>
                  </a:cubicBezTo>
                  <a:cubicBezTo>
                    <a:pt x="1909" y="232"/>
                    <a:pt x="2135" y="463"/>
                    <a:pt x="2134" y="741"/>
                  </a:cubicBezTo>
                  <a:cubicBezTo>
                    <a:pt x="2134" y="1020"/>
                    <a:pt x="1909" y="1246"/>
                    <a:pt x="1630" y="1245"/>
                  </a:cubicBezTo>
                  <a:cubicBezTo>
                    <a:pt x="1506" y="1244"/>
                    <a:pt x="1391" y="1199"/>
                    <a:pt x="1303" y="1125"/>
                  </a:cubicBezTo>
                  <a:cubicBezTo>
                    <a:pt x="1194" y="1040"/>
                    <a:pt x="1074" y="860"/>
                    <a:pt x="961" y="76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6" name="Freeform 35">
              <a:extLst>
                <a:ext uri="{FF2B5EF4-FFF2-40B4-BE49-F238E27FC236}">
                  <a16:creationId xmlns:a16="http://schemas.microsoft.com/office/drawing/2014/main" id="{73D39904-8561-48A1-8410-0016C94071B8}"/>
                </a:ext>
              </a:extLst>
            </p:cNvPr>
            <p:cNvSpPr>
              <a:spLocks/>
            </p:cNvSpPr>
            <p:nvPr userDrawn="1"/>
          </p:nvSpPr>
          <p:spPr bwMode="gray">
            <a:xfrm>
              <a:off x="8012114" y="401514"/>
              <a:ext cx="123825" cy="201551"/>
            </a:xfrm>
            <a:custGeom>
              <a:avLst/>
              <a:gdLst>
                <a:gd name="T0" fmla="*/ 0 w 1624"/>
                <a:gd name="T1" fmla="*/ 0 h 2651"/>
                <a:gd name="T2" fmla="*/ 1624 w 1624"/>
                <a:gd name="T3" fmla="*/ 0 h 2651"/>
                <a:gd name="T4" fmla="*/ 1624 w 1624"/>
                <a:gd name="T5" fmla="*/ 452 h 2651"/>
                <a:gd name="T6" fmla="*/ 1365 w 1624"/>
                <a:gd name="T7" fmla="*/ 273 h 2651"/>
                <a:gd name="T8" fmla="*/ 613 w 1624"/>
                <a:gd name="T9" fmla="*/ 273 h 2651"/>
                <a:gd name="T10" fmla="*/ 613 w 1624"/>
                <a:gd name="T11" fmla="*/ 1053 h 2651"/>
                <a:gd name="T12" fmla="*/ 1428 w 1624"/>
                <a:gd name="T13" fmla="*/ 1053 h 2651"/>
                <a:gd name="T14" fmla="*/ 1428 w 1624"/>
                <a:gd name="T15" fmla="*/ 1467 h 2651"/>
                <a:gd name="T16" fmla="*/ 1205 w 1624"/>
                <a:gd name="T17" fmla="*/ 1335 h 2651"/>
                <a:gd name="T18" fmla="*/ 613 w 1624"/>
                <a:gd name="T19" fmla="*/ 1335 h 2651"/>
                <a:gd name="T20" fmla="*/ 613 w 1624"/>
                <a:gd name="T21" fmla="*/ 2401 h 2651"/>
                <a:gd name="T22" fmla="*/ 784 w 1624"/>
                <a:gd name="T23" fmla="*/ 2651 h 2651"/>
                <a:gd name="T24" fmla="*/ 11 w 1624"/>
                <a:gd name="T25" fmla="*/ 2651 h 2651"/>
                <a:gd name="T26" fmla="*/ 173 w 1624"/>
                <a:gd name="T27" fmla="*/ 2401 h 2651"/>
                <a:gd name="T28" fmla="*/ 173 w 1624"/>
                <a:gd name="T29" fmla="*/ 278 h 2651"/>
                <a:gd name="T30" fmla="*/ 0 w 1624"/>
                <a:gd name="T31"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24" h="2651">
                  <a:moveTo>
                    <a:pt x="0" y="0"/>
                  </a:moveTo>
                  <a:cubicBezTo>
                    <a:pt x="1624" y="0"/>
                    <a:pt x="1624" y="0"/>
                    <a:pt x="1624" y="0"/>
                  </a:cubicBezTo>
                  <a:cubicBezTo>
                    <a:pt x="1624" y="452"/>
                    <a:pt x="1624" y="452"/>
                    <a:pt x="1624" y="452"/>
                  </a:cubicBezTo>
                  <a:cubicBezTo>
                    <a:pt x="1624" y="452"/>
                    <a:pt x="1540" y="274"/>
                    <a:pt x="1365" y="273"/>
                  </a:cubicBezTo>
                  <a:cubicBezTo>
                    <a:pt x="613" y="273"/>
                    <a:pt x="613" y="273"/>
                    <a:pt x="613" y="273"/>
                  </a:cubicBezTo>
                  <a:cubicBezTo>
                    <a:pt x="613" y="1053"/>
                    <a:pt x="613" y="1053"/>
                    <a:pt x="613" y="1053"/>
                  </a:cubicBezTo>
                  <a:cubicBezTo>
                    <a:pt x="1428" y="1053"/>
                    <a:pt x="1428" y="1053"/>
                    <a:pt x="1428" y="1053"/>
                  </a:cubicBezTo>
                  <a:cubicBezTo>
                    <a:pt x="1428" y="1467"/>
                    <a:pt x="1428" y="1467"/>
                    <a:pt x="1428" y="1467"/>
                  </a:cubicBezTo>
                  <a:cubicBezTo>
                    <a:pt x="1428" y="1467"/>
                    <a:pt x="1402" y="1335"/>
                    <a:pt x="1205" y="1335"/>
                  </a:cubicBezTo>
                  <a:cubicBezTo>
                    <a:pt x="613" y="1335"/>
                    <a:pt x="613" y="1335"/>
                    <a:pt x="613" y="1335"/>
                  </a:cubicBezTo>
                  <a:cubicBezTo>
                    <a:pt x="613" y="2401"/>
                    <a:pt x="613" y="2401"/>
                    <a:pt x="613" y="2401"/>
                  </a:cubicBezTo>
                  <a:cubicBezTo>
                    <a:pt x="613" y="2558"/>
                    <a:pt x="784" y="2651"/>
                    <a:pt x="784" y="2651"/>
                  </a:cubicBezTo>
                  <a:cubicBezTo>
                    <a:pt x="11" y="2651"/>
                    <a:pt x="11" y="2651"/>
                    <a:pt x="11" y="2651"/>
                  </a:cubicBezTo>
                  <a:cubicBezTo>
                    <a:pt x="11" y="2651"/>
                    <a:pt x="173" y="2569"/>
                    <a:pt x="173" y="2401"/>
                  </a:cubicBezTo>
                  <a:cubicBezTo>
                    <a:pt x="173" y="278"/>
                    <a:pt x="173" y="278"/>
                    <a:pt x="173" y="278"/>
                  </a:cubicBezTo>
                  <a:cubicBezTo>
                    <a:pt x="173" y="9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7" name="Freeform 36">
              <a:extLst>
                <a:ext uri="{FF2B5EF4-FFF2-40B4-BE49-F238E27FC236}">
                  <a16:creationId xmlns:a16="http://schemas.microsoft.com/office/drawing/2014/main" id="{B496E634-8841-45FC-8EBD-7E4DD907E45B}"/>
                </a:ext>
              </a:extLst>
            </p:cNvPr>
            <p:cNvSpPr>
              <a:spLocks/>
            </p:cNvSpPr>
            <p:nvPr userDrawn="1"/>
          </p:nvSpPr>
          <p:spPr bwMode="gray">
            <a:xfrm>
              <a:off x="8305801" y="401514"/>
              <a:ext cx="80962" cy="282488"/>
            </a:xfrm>
            <a:custGeom>
              <a:avLst/>
              <a:gdLst>
                <a:gd name="T0" fmla="*/ 246 w 1072"/>
                <a:gd name="T1" fmla="*/ 0 h 3696"/>
                <a:gd name="T2" fmla="*/ 1072 w 1072"/>
                <a:gd name="T3" fmla="*/ 0 h 3696"/>
                <a:gd name="T4" fmla="*/ 887 w 1072"/>
                <a:gd name="T5" fmla="*/ 230 h 3696"/>
                <a:gd name="T6" fmla="*/ 887 w 1072"/>
                <a:gd name="T7" fmla="*/ 2717 h 3696"/>
                <a:gd name="T8" fmla="*/ 0 w 1072"/>
                <a:gd name="T9" fmla="*/ 3693 h 3696"/>
                <a:gd name="T10" fmla="*/ 423 w 1072"/>
                <a:gd name="T11" fmla="*/ 2717 h 3696"/>
                <a:gd name="T12" fmla="*/ 423 w 1072"/>
                <a:gd name="T13" fmla="*/ 230 h 3696"/>
                <a:gd name="T14" fmla="*/ 246 w 1072"/>
                <a:gd name="T15" fmla="*/ 0 h 36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2" h="3696">
                  <a:moveTo>
                    <a:pt x="246" y="0"/>
                  </a:moveTo>
                  <a:cubicBezTo>
                    <a:pt x="1072" y="0"/>
                    <a:pt x="1072" y="0"/>
                    <a:pt x="1072" y="0"/>
                  </a:cubicBezTo>
                  <a:cubicBezTo>
                    <a:pt x="1072" y="0"/>
                    <a:pt x="887" y="87"/>
                    <a:pt x="887" y="230"/>
                  </a:cubicBezTo>
                  <a:cubicBezTo>
                    <a:pt x="887" y="2717"/>
                    <a:pt x="887" y="2717"/>
                    <a:pt x="887" y="2717"/>
                  </a:cubicBezTo>
                  <a:cubicBezTo>
                    <a:pt x="887" y="3558"/>
                    <a:pt x="44" y="3696"/>
                    <a:pt x="0" y="3693"/>
                  </a:cubicBezTo>
                  <a:cubicBezTo>
                    <a:pt x="72" y="3647"/>
                    <a:pt x="422" y="3349"/>
                    <a:pt x="423" y="2717"/>
                  </a:cubicBezTo>
                  <a:cubicBezTo>
                    <a:pt x="423" y="230"/>
                    <a:pt x="423" y="230"/>
                    <a:pt x="423" y="230"/>
                  </a:cubicBezTo>
                  <a:cubicBezTo>
                    <a:pt x="424" y="96"/>
                    <a:pt x="246" y="0"/>
                    <a:pt x="24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8" name="Freeform 37">
              <a:extLst>
                <a:ext uri="{FF2B5EF4-FFF2-40B4-BE49-F238E27FC236}">
                  <a16:creationId xmlns:a16="http://schemas.microsoft.com/office/drawing/2014/main" id="{8CFC6E5D-D468-4FA4-86CF-D74794D2316B}"/>
                </a:ext>
              </a:extLst>
            </p:cNvPr>
            <p:cNvSpPr>
              <a:spLocks/>
            </p:cNvSpPr>
            <p:nvPr userDrawn="1"/>
          </p:nvSpPr>
          <p:spPr bwMode="gray">
            <a:xfrm>
              <a:off x="8396289" y="401514"/>
              <a:ext cx="63500" cy="201551"/>
            </a:xfrm>
            <a:custGeom>
              <a:avLst/>
              <a:gdLst>
                <a:gd name="T0" fmla="*/ 0 w 828"/>
                <a:gd name="T1" fmla="*/ 0 h 2653"/>
                <a:gd name="T2" fmla="*/ 828 w 828"/>
                <a:gd name="T3" fmla="*/ 0 h 2653"/>
                <a:gd name="T4" fmla="*/ 645 w 828"/>
                <a:gd name="T5" fmla="*/ 235 h 2653"/>
                <a:gd name="T6" fmla="*/ 645 w 828"/>
                <a:gd name="T7" fmla="*/ 2401 h 2653"/>
                <a:gd name="T8" fmla="*/ 828 w 828"/>
                <a:gd name="T9" fmla="*/ 2653 h 2653"/>
                <a:gd name="T10" fmla="*/ 0 w 828"/>
                <a:gd name="T11" fmla="*/ 2653 h 2653"/>
                <a:gd name="T12" fmla="*/ 184 w 828"/>
                <a:gd name="T13" fmla="*/ 2401 h 2653"/>
                <a:gd name="T14" fmla="*/ 184 w 828"/>
                <a:gd name="T15" fmla="*/ 235 h 2653"/>
                <a:gd name="T16" fmla="*/ 0 w 828"/>
                <a:gd name="T17" fmla="*/ 0 h 2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2653">
                  <a:moveTo>
                    <a:pt x="0" y="0"/>
                  </a:moveTo>
                  <a:cubicBezTo>
                    <a:pt x="828" y="0"/>
                    <a:pt x="828" y="0"/>
                    <a:pt x="828" y="0"/>
                  </a:cubicBezTo>
                  <a:cubicBezTo>
                    <a:pt x="828" y="0"/>
                    <a:pt x="645" y="89"/>
                    <a:pt x="645" y="235"/>
                  </a:cubicBezTo>
                  <a:cubicBezTo>
                    <a:pt x="645" y="2401"/>
                    <a:pt x="645" y="2401"/>
                    <a:pt x="645" y="2401"/>
                  </a:cubicBezTo>
                  <a:cubicBezTo>
                    <a:pt x="645" y="2556"/>
                    <a:pt x="828" y="2653"/>
                    <a:pt x="828" y="2653"/>
                  </a:cubicBezTo>
                  <a:cubicBezTo>
                    <a:pt x="0" y="2653"/>
                    <a:pt x="0" y="2653"/>
                    <a:pt x="0" y="2653"/>
                  </a:cubicBezTo>
                  <a:cubicBezTo>
                    <a:pt x="0" y="2653"/>
                    <a:pt x="184" y="2557"/>
                    <a:pt x="184" y="2401"/>
                  </a:cubicBezTo>
                  <a:cubicBezTo>
                    <a:pt x="184" y="235"/>
                    <a:pt x="184" y="235"/>
                    <a:pt x="184" y="235"/>
                  </a:cubicBezTo>
                  <a:cubicBezTo>
                    <a:pt x="184" y="8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9" name="Freeform 38">
              <a:extLst>
                <a:ext uri="{FF2B5EF4-FFF2-40B4-BE49-F238E27FC236}">
                  <a16:creationId xmlns:a16="http://schemas.microsoft.com/office/drawing/2014/main" id="{6086F808-7E1A-4F83-95B3-FAA6348F1C62}"/>
                </a:ext>
              </a:extLst>
            </p:cNvPr>
            <p:cNvSpPr>
              <a:spLocks/>
            </p:cNvSpPr>
            <p:nvPr userDrawn="1"/>
          </p:nvSpPr>
          <p:spPr bwMode="gray">
            <a:xfrm>
              <a:off x="8459789" y="401514"/>
              <a:ext cx="150812" cy="201551"/>
            </a:xfrm>
            <a:custGeom>
              <a:avLst/>
              <a:gdLst>
                <a:gd name="T0" fmla="*/ 161 w 1984"/>
                <a:gd name="T1" fmla="*/ 0 h 2651"/>
                <a:gd name="T2" fmla="*/ 1984 w 1984"/>
                <a:gd name="T3" fmla="*/ 0 h 2651"/>
                <a:gd name="T4" fmla="*/ 1829 w 1984"/>
                <a:gd name="T5" fmla="*/ 482 h 2651"/>
                <a:gd name="T6" fmla="*/ 1607 w 1984"/>
                <a:gd name="T7" fmla="*/ 279 h 2651"/>
                <a:gd name="T8" fmla="*/ 1229 w 1984"/>
                <a:gd name="T9" fmla="*/ 279 h 2651"/>
                <a:gd name="T10" fmla="*/ 1229 w 1984"/>
                <a:gd name="T11" fmla="*/ 2401 h 2651"/>
                <a:gd name="T12" fmla="*/ 1407 w 1984"/>
                <a:gd name="T13" fmla="*/ 2651 h 2651"/>
                <a:gd name="T14" fmla="*/ 595 w 1984"/>
                <a:gd name="T15" fmla="*/ 2651 h 2651"/>
                <a:gd name="T16" fmla="*/ 771 w 1984"/>
                <a:gd name="T17" fmla="*/ 2401 h 2651"/>
                <a:gd name="T18" fmla="*/ 771 w 1984"/>
                <a:gd name="T19" fmla="*/ 279 h 2651"/>
                <a:gd name="T20" fmla="*/ 315 w 1984"/>
                <a:gd name="T21" fmla="*/ 279 h 2651"/>
                <a:gd name="T22" fmla="*/ 0 w 1984"/>
                <a:gd name="T23" fmla="*/ 522 h 2651"/>
                <a:gd name="T24" fmla="*/ 161 w 1984"/>
                <a:gd name="T25"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4" h="2651">
                  <a:moveTo>
                    <a:pt x="161" y="0"/>
                  </a:moveTo>
                  <a:cubicBezTo>
                    <a:pt x="1984" y="0"/>
                    <a:pt x="1984" y="0"/>
                    <a:pt x="1984" y="0"/>
                  </a:cubicBezTo>
                  <a:cubicBezTo>
                    <a:pt x="1829" y="482"/>
                    <a:pt x="1829" y="482"/>
                    <a:pt x="1829" y="482"/>
                  </a:cubicBezTo>
                  <a:cubicBezTo>
                    <a:pt x="1829" y="482"/>
                    <a:pt x="1783" y="279"/>
                    <a:pt x="1607" y="279"/>
                  </a:cubicBezTo>
                  <a:cubicBezTo>
                    <a:pt x="1229" y="279"/>
                    <a:pt x="1229" y="279"/>
                    <a:pt x="1229" y="279"/>
                  </a:cubicBezTo>
                  <a:cubicBezTo>
                    <a:pt x="1229" y="2401"/>
                    <a:pt x="1229" y="2401"/>
                    <a:pt x="1229" y="2401"/>
                  </a:cubicBezTo>
                  <a:cubicBezTo>
                    <a:pt x="1229" y="2535"/>
                    <a:pt x="1407" y="2651"/>
                    <a:pt x="1407" y="2651"/>
                  </a:cubicBezTo>
                  <a:cubicBezTo>
                    <a:pt x="595" y="2651"/>
                    <a:pt x="595" y="2651"/>
                    <a:pt x="595" y="2651"/>
                  </a:cubicBezTo>
                  <a:cubicBezTo>
                    <a:pt x="595" y="2651"/>
                    <a:pt x="771" y="2547"/>
                    <a:pt x="771" y="2401"/>
                  </a:cubicBezTo>
                  <a:cubicBezTo>
                    <a:pt x="771" y="279"/>
                    <a:pt x="771" y="279"/>
                    <a:pt x="771" y="279"/>
                  </a:cubicBezTo>
                  <a:cubicBezTo>
                    <a:pt x="315" y="279"/>
                    <a:pt x="315" y="279"/>
                    <a:pt x="315" y="279"/>
                  </a:cubicBezTo>
                  <a:cubicBezTo>
                    <a:pt x="185" y="280"/>
                    <a:pt x="0" y="522"/>
                    <a:pt x="0" y="522"/>
                  </a:cubicBezTo>
                  <a:lnTo>
                    <a:pt x="16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0" name="Freeform 39">
              <a:extLst>
                <a:ext uri="{FF2B5EF4-FFF2-40B4-BE49-F238E27FC236}">
                  <a16:creationId xmlns:a16="http://schemas.microsoft.com/office/drawing/2014/main" id="{7E66457B-8F67-4219-BE87-101A16D7FCBB}"/>
                </a:ext>
              </a:extLst>
            </p:cNvPr>
            <p:cNvSpPr>
              <a:spLocks/>
            </p:cNvSpPr>
            <p:nvPr userDrawn="1"/>
          </p:nvSpPr>
          <p:spPr bwMode="gray">
            <a:xfrm>
              <a:off x="8734426" y="401514"/>
              <a:ext cx="169862" cy="204725"/>
            </a:xfrm>
            <a:custGeom>
              <a:avLst/>
              <a:gdLst>
                <a:gd name="T0" fmla="*/ 1420 w 2219"/>
                <a:gd name="T1" fmla="*/ 0 h 2693"/>
                <a:gd name="T2" fmla="*/ 2219 w 2219"/>
                <a:gd name="T3" fmla="*/ 0 h 2693"/>
                <a:gd name="T4" fmla="*/ 2048 w 2219"/>
                <a:gd name="T5" fmla="*/ 234 h 2693"/>
                <a:gd name="T6" fmla="*/ 2048 w 2219"/>
                <a:gd name="T7" fmla="*/ 1840 h 2693"/>
                <a:gd name="T8" fmla="*/ 1131 w 2219"/>
                <a:gd name="T9" fmla="*/ 2693 h 2693"/>
                <a:gd name="T10" fmla="*/ 176 w 2219"/>
                <a:gd name="T11" fmla="*/ 1840 h 2693"/>
                <a:gd name="T12" fmla="*/ 176 w 2219"/>
                <a:gd name="T13" fmla="*/ 234 h 2693"/>
                <a:gd name="T14" fmla="*/ 0 w 2219"/>
                <a:gd name="T15" fmla="*/ 0 h 2693"/>
                <a:gd name="T16" fmla="*/ 821 w 2219"/>
                <a:gd name="T17" fmla="*/ 0 h 2693"/>
                <a:gd name="T18" fmla="*/ 638 w 2219"/>
                <a:gd name="T19" fmla="*/ 234 h 2693"/>
                <a:gd name="T20" fmla="*/ 638 w 2219"/>
                <a:gd name="T21" fmla="*/ 1840 h 2693"/>
                <a:gd name="T22" fmla="*/ 1131 w 2219"/>
                <a:gd name="T23" fmla="*/ 2406 h 2693"/>
                <a:gd name="T24" fmla="*/ 1601 w 2219"/>
                <a:gd name="T25" fmla="*/ 1840 h 2693"/>
                <a:gd name="T26" fmla="*/ 1601 w 2219"/>
                <a:gd name="T27" fmla="*/ 234 h 2693"/>
                <a:gd name="T28" fmla="*/ 1420 w 2219"/>
                <a:gd name="T29" fmla="*/ 0 h 2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19" h="2693">
                  <a:moveTo>
                    <a:pt x="1420" y="0"/>
                  </a:moveTo>
                  <a:cubicBezTo>
                    <a:pt x="2219" y="0"/>
                    <a:pt x="2219" y="0"/>
                    <a:pt x="2219" y="0"/>
                  </a:cubicBezTo>
                  <a:cubicBezTo>
                    <a:pt x="2219" y="0"/>
                    <a:pt x="2048" y="91"/>
                    <a:pt x="2048" y="234"/>
                  </a:cubicBezTo>
                  <a:cubicBezTo>
                    <a:pt x="2048" y="1840"/>
                    <a:pt x="2048" y="1840"/>
                    <a:pt x="2048" y="1840"/>
                  </a:cubicBezTo>
                  <a:cubicBezTo>
                    <a:pt x="2047" y="2492"/>
                    <a:pt x="1506" y="2693"/>
                    <a:pt x="1131" y="2693"/>
                  </a:cubicBezTo>
                  <a:cubicBezTo>
                    <a:pt x="759" y="2693"/>
                    <a:pt x="175" y="2490"/>
                    <a:pt x="176" y="1840"/>
                  </a:cubicBezTo>
                  <a:cubicBezTo>
                    <a:pt x="176" y="234"/>
                    <a:pt x="176" y="234"/>
                    <a:pt x="176" y="234"/>
                  </a:cubicBezTo>
                  <a:cubicBezTo>
                    <a:pt x="176" y="91"/>
                    <a:pt x="0" y="0"/>
                    <a:pt x="0" y="0"/>
                  </a:cubicBezTo>
                  <a:cubicBezTo>
                    <a:pt x="821" y="0"/>
                    <a:pt x="821" y="0"/>
                    <a:pt x="821" y="0"/>
                  </a:cubicBezTo>
                  <a:cubicBezTo>
                    <a:pt x="821" y="0"/>
                    <a:pt x="638" y="88"/>
                    <a:pt x="638" y="234"/>
                  </a:cubicBezTo>
                  <a:cubicBezTo>
                    <a:pt x="638" y="1840"/>
                    <a:pt x="638" y="1840"/>
                    <a:pt x="638" y="1840"/>
                  </a:cubicBezTo>
                  <a:cubicBezTo>
                    <a:pt x="638" y="2182"/>
                    <a:pt x="865" y="2406"/>
                    <a:pt x="1131" y="2406"/>
                  </a:cubicBezTo>
                  <a:cubicBezTo>
                    <a:pt x="1397" y="2406"/>
                    <a:pt x="1600" y="2173"/>
                    <a:pt x="1601" y="1840"/>
                  </a:cubicBezTo>
                  <a:cubicBezTo>
                    <a:pt x="1601" y="234"/>
                    <a:pt x="1601" y="234"/>
                    <a:pt x="1601" y="234"/>
                  </a:cubicBezTo>
                  <a:cubicBezTo>
                    <a:pt x="1601" y="91"/>
                    <a:pt x="1420" y="0"/>
                    <a:pt x="1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1" name="Freeform 40">
              <a:extLst>
                <a:ext uri="{FF2B5EF4-FFF2-40B4-BE49-F238E27FC236}">
                  <a16:creationId xmlns:a16="http://schemas.microsoft.com/office/drawing/2014/main" id="{19BF96C5-0296-4403-B242-A6CF19644F11}"/>
                </a:ext>
              </a:extLst>
            </p:cNvPr>
            <p:cNvSpPr>
              <a:spLocks/>
            </p:cNvSpPr>
            <p:nvPr userDrawn="1"/>
          </p:nvSpPr>
          <p:spPr bwMode="gray">
            <a:xfrm>
              <a:off x="8142289" y="401514"/>
              <a:ext cx="169862" cy="206312"/>
            </a:xfrm>
            <a:custGeom>
              <a:avLst/>
              <a:gdLst>
                <a:gd name="T0" fmla="*/ 1427 w 2240"/>
                <a:gd name="T1" fmla="*/ 0 h 2700"/>
                <a:gd name="T2" fmla="*/ 2240 w 2240"/>
                <a:gd name="T3" fmla="*/ 0 h 2700"/>
                <a:gd name="T4" fmla="*/ 2068 w 2240"/>
                <a:gd name="T5" fmla="*/ 237 h 2700"/>
                <a:gd name="T6" fmla="*/ 2067 w 2240"/>
                <a:gd name="T7" fmla="*/ 1838 h 2700"/>
                <a:gd name="T8" fmla="*/ 1122 w 2240"/>
                <a:gd name="T9" fmla="*/ 2700 h 2700"/>
                <a:gd name="T10" fmla="*/ 166 w 2240"/>
                <a:gd name="T11" fmla="*/ 1838 h 2700"/>
                <a:gd name="T12" fmla="*/ 166 w 2240"/>
                <a:gd name="T13" fmla="*/ 237 h 2700"/>
                <a:gd name="T14" fmla="*/ 0 w 2240"/>
                <a:gd name="T15" fmla="*/ 0 h 2700"/>
                <a:gd name="T16" fmla="*/ 821 w 2240"/>
                <a:gd name="T17" fmla="*/ 0 h 2700"/>
                <a:gd name="T18" fmla="*/ 631 w 2240"/>
                <a:gd name="T19" fmla="*/ 237 h 2700"/>
                <a:gd name="T20" fmla="*/ 630 w 2240"/>
                <a:gd name="T21" fmla="*/ 1838 h 2700"/>
                <a:gd name="T22" fmla="*/ 1122 w 2240"/>
                <a:gd name="T23" fmla="*/ 2413 h 2700"/>
                <a:gd name="T24" fmla="*/ 1602 w 2240"/>
                <a:gd name="T25" fmla="*/ 1838 h 2700"/>
                <a:gd name="T26" fmla="*/ 1603 w 2240"/>
                <a:gd name="T27" fmla="*/ 237 h 2700"/>
                <a:gd name="T28" fmla="*/ 1427 w 2240"/>
                <a:gd name="T29" fmla="*/ 0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0" h="2700">
                  <a:moveTo>
                    <a:pt x="1427" y="0"/>
                  </a:moveTo>
                  <a:cubicBezTo>
                    <a:pt x="2240" y="0"/>
                    <a:pt x="2240" y="0"/>
                    <a:pt x="2240" y="0"/>
                  </a:cubicBezTo>
                  <a:cubicBezTo>
                    <a:pt x="2240" y="0"/>
                    <a:pt x="2068" y="95"/>
                    <a:pt x="2068" y="237"/>
                  </a:cubicBezTo>
                  <a:cubicBezTo>
                    <a:pt x="2068" y="238"/>
                    <a:pt x="2067" y="1838"/>
                    <a:pt x="2067" y="1838"/>
                  </a:cubicBezTo>
                  <a:cubicBezTo>
                    <a:pt x="2067" y="2494"/>
                    <a:pt x="1501" y="2700"/>
                    <a:pt x="1122" y="2700"/>
                  </a:cubicBezTo>
                  <a:cubicBezTo>
                    <a:pt x="750" y="2700"/>
                    <a:pt x="166" y="2491"/>
                    <a:pt x="166" y="1838"/>
                  </a:cubicBezTo>
                  <a:cubicBezTo>
                    <a:pt x="166" y="237"/>
                    <a:pt x="166" y="237"/>
                    <a:pt x="166" y="237"/>
                  </a:cubicBezTo>
                  <a:cubicBezTo>
                    <a:pt x="166" y="94"/>
                    <a:pt x="0" y="0"/>
                    <a:pt x="0" y="0"/>
                  </a:cubicBezTo>
                  <a:cubicBezTo>
                    <a:pt x="821" y="0"/>
                    <a:pt x="821" y="0"/>
                    <a:pt x="821" y="0"/>
                  </a:cubicBezTo>
                  <a:cubicBezTo>
                    <a:pt x="821" y="0"/>
                    <a:pt x="631" y="94"/>
                    <a:pt x="631" y="237"/>
                  </a:cubicBezTo>
                  <a:cubicBezTo>
                    <a:pt x="630" y="1838"/>
                    <a:pt x="630" y="1838"/>
                    <a:pt x="630" y="1838"/>
                  </a:cubicBezTo>
                  <a:cubicBezTo>
                    <a:pt x="630" y="2178"/>
                    <a:pt x="856" y="2412"/>
                    <a:pt x="1122" y="2413"/>
                  </a:cubicBezTo>
                  <a:cubicBezTo>
                    <a:pt x="1388" y="2414"/>
                    <a:pt x="1602" y="2174"/>
                    <a:pt x="1602" y="1838"/>
                  </a:cubicBezTo>
                  <a:cubicBezTo>
                    <a:pt x="1603" y="237"/>
                    <a:pt x="1603" y="237"/>
                    <a:pt x="1603" y="237"/>
                  </a:cubicBezTo>
                  <a:cubicBezTo>
                    <a:pt x="1603" y="94"/>
                    <a:pt x="1427" y="0"/>
                    <a:pt x="142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2" name="Freeform 41">
              <a:extLst>
                <a:ext uri="{FF2B5EF4-FFF2-40B4-BE49-F238E27FC236}">
                  <a16:creationId xmlns:a16="http://schemas.microsoft.com/office/drawing/2014/main" id="{D34F3219-DFD9-4479-84E6-8E988B1DF744}"/>
                </a:ext>
              </a:extLst>
            </p:cNvPr>
            <p:cNvSpPr>
              <a:spLocks/>
            </p:cNvSpPr>
            <p:nvPr userDrawn="1"/>
          </p:nvSpPr>
          <p:spPr bwMode="gray">
            <a:xfrm>
              <a:off x="8604251" y="396753"/>
              <a:ext cx="130175" cy="211073"/>
            </a:xfrm>
            <a:custGeom>
              <a:avLst/>
              <a:gdLst>
                <a:gd name="T0" fmla="*/ 1467 w 1707"/>
                <a:gd name="T1" fmla="*/ 479 h 2755"/>
                <a:gd name="T2" fmla="*/ 1019 w 1707"/>
                <a:gd name="T3" fmla="*/ 276 h 2755"/>
                <a:gd name="T4" fmla="*/ 504 w 1707"/>
                <a:gd name="T5" fmla="*/ 677 h 2755"/>
                <a:gd name="T6" fmla="*/ 995 w 1707"/>
                <a:gd name="T7" fmla="*/ 1174 h 2755"/>
                <a:gd name="T8" fmla="*/ 1705 w 1707"/>
                <a:gd name="T9" fmla="*/ 1974 h 2755"/>
                <a:gd name="T10" fmla="*/ 651 w 1707"/>
                <a:gd name="T11" fmla="*/ 2755 h 2755"/>
                <a:gd name="T12" fmla="*/ 155 w 1707"/>
                <a:gd name="T13" fmla="*/ 2686 h 2755"/>
                <a:gd name="T14" fmla="*/ 0 w 1707"/>
                <a:gd name="T15" fmla="*/ 2177 h 2755"/>
                <a:gd name="T16" fmla="*/ 658 w 1707"/>
                <a:gd name="T17" fmla="*/ 2466 h 2755"/>
                <a:gd name="T18" fmla="*/ 1252 w 1707"/>
                <a:gd name="T19" fmla="*/ 2030 h 2755"/>
                <a:gd name="T20" fmla="*/ 46 w 1707"/>
                <a:gd name="T21" fmla="*/ 731 h 2755"/>
                <a:gd name="T22" fmla="*/ 973 w 1707"/>
                <a:gd name="T23" fmla="*/ 0 h 2755"/>
                <a:gd name="T24" fmla="*/ 1467 w 1707"/>
                <a:gd name="T25" fmla="*/ 69 h 2755"/>
                <a:gd name="T26" fmla="*/ 1467 w 1707"/>
                <a:gd name="T27" fmla="*/ 479 h 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7" h="2755">
                  <a:moveTo>
                    <a:pt x="1467" y="479"/>
                  </a:moveTo>
                  <a:cubicBezTo>
                    <a:pt x="1467" y="479"/>
                    <a:pt x="1352" y="277"/>
                    <a:pt x="1019" y="276"/>
                  </a:cubicBezTo>
                  <a:cubicBezTo>
                    <a:pt x="686" y="275"/>
                    <a:pt x="505" y="450"/>
                    <a:pt x="504" y="677"/>
                  </a:cubicBezTo>
                  <a:cubicBezTo>
                    <a:pt x="503" y="934"/>
                    <a:pt x="696" y="1031"/>
                    <a:pt x="995" y="1174"/>
                  </a:cubicBezTo>
                  <a:cubicBezTo>
                    <a:pt x="1279" y="1311"/>
                    <a:pt x="1707" y="1499"/>
                    <a:pt x="1705" y="1974"/>
                  </a:cubicBezTo>
                  <a:cubicBezTo>
                    <a:pt x="1704" y="2399"/>
                    <a:pt x="1327" y="2755"/>
                    <a:pt x="651" y="2755"/>
                  </a:cubicBezTo>
                  <a:cubicBezTo>
                    <a:pt x="442" y="2754"/>
                    <a:pt x="155" y="2686"/>
                    <a:pt x="155" y="2686"/>
                  </a:cubicBezTo>
                  <a:cubicBezTo>
                    <a:pt x="0" y="2177"/>
                    <a:pt x="0" y="2177"/>
                    <a:pt x="0" y="2177"/>
                  </a:cubicBezTo>
                  <a:cubicBezTo>
                    <a:pt x="143" y="2316"/>
                    <a:pt x="397" y="2466"/>
                    <a:pt x="658" y="2466"/>
                  </a:cubicBezTo>
                  <a:cubicBezTo>
                    <a:pt x="929" y="2466"/>
                    <a:pt x="1252" y="2298"/>
                    <a:pt x="1252" y="2030"/>
                  </a:cubicBezTo>
                  <a:cubicBezTo>
                    <a:pt x="1252" y="1512"/>
                    <a:pt x="46" y="1598"/>
                    <a:pt x="46" y="731"/>
                  </a:cubicBezTo>
                  <a:cubicBezTo>
                    <a:pt x="46" y="433"/>
                    <a:pt x="254" y="0"/>
                    <a:pt x="973" y="0"/>
                  </a:cubicBezTo>
                  <a:cubicBezTo>
                    <a:pt x="1207" y="0"/>
                    <a:pt x="1467" y="69"/>
                    <a:pt x="1467" y="69"/>
                  </a:cubicBezTo>
                  <a:lnTo>
                    <a:pt x="1467" y="4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grpSp>
    </p:spTree>
    <p:extLst>
      <p:ext uri="{BB962C8B-B14F-4D97-AF65-F5344CB8AC3E}">
        <p14:creationId xmlns:p14="http://schemas.microsoft.com/office/powerpoint/2010/main" val="3178214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itle" preserve="1">
  <p:cSld name="Section Divider 1">
    <p:spTree>
      <p:nvGrpSpPr>
        <p:cNvPr id="1" name=""/>
        <p:cNvGrpSpPr/>
        <p:nvPr/>
      </p:nvGrpSpPr>
      <p:grpSpPr>
        <a:xfrm>
          <a:off x="0" y="0"/>
          <a:ext cx="0" cy="0"/>
          <a:chOff x="0" y="0"/>
          <a:chExt cx="0" cy="0"/>
        </a:xfrm>
      </p:grpSpPr>
      <p:pic>
        <p:nvPicPr>
          <p:cNvPr id="31" name="図 16">
            <a:extLst>
              <a:ext uri="{FF2B5EF4-FFF2-40B4-BE49-F238E27FC236}">
                <a16:creationId xmlns:a16="http://schemas.microsoft.com/office/drawing/2014/main" id="{55FC2E5D-86C8-4B29-8F77-8C12EE4BC09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bwMode="ltGray">
          <a:xfrm>
            <a:off x="0" y="0"/>
            <a:ext cx="9144000" cy="5143500"/>
          </a:xfrm>
          <a:prstGeom prst="rect">
            <a:avLst/>
          </a:prstGeom>
        </p:spPr>
      </p:pic>
      <p:sp>
        <p:nvSpPr>
          <p:cNvPr id="2" name="Title 1"/>
          <p:cNvSpPr>
            <a:spLocks noGrp="1"/>
          </p:cNvSpPr>
          <p:nvPr>
            <p:ph type="ctrTitle" hasCustomPrompt="1"/>
          </p:nvPr>
        </p:nvSpPr>
        <p:spPr>
          <a:xfrm>
            <a:off x="234000" y="2002371"/>
            <a:ext cx="8670288" cy="498598"/>
          </a:xfrm>
          <a:prstGeom prst="rect">
            <a:avLst/>
          </a:prstGeom>
        </p:spPr>
        <p:txBody>
          <a:bodyPr wrap="square" anchor="b">
            <a:spAutoFit/>
          </a:bodyPr>
          <a:lstStyle>
            <a:lvl1pPr algn="l">
              <a:defRPr sz="3600" b="1">
                <a:solidFill>
                  <a:schemeClr val="bg1"/>
                </a:solidFill>
              </a:defRPr>
            </a:lvl1pPr>
          </a:lstStyle>
          <a:p>
            <a:r>
              <a:rPr lang="en-US" altLang="ja-JP" dirty="0"/>
              <a:t>Section title</a:t>
            </a:r>
            <a:endParaRPr lang="en-US" dirty="0"/>
          </a:p>
        </p:txBody>
      </p:sp>
      <p:sp>
        <p:nvSpPr>
          <p:cNvPr id="3" name="Subtitle 2"/>
          <p:cNvSpPr>
            <a:spLocks noGrp="1"/>
          </p:cNvSpPr>
          <p:nvPr>
            <p:ph type="subTitle" idx="1" hasCustomPrompt="1"/>
          </p:nvPr>
        </p:nvSpPr>
        <p:spPr>
          <a:xfrm>
            <a:off x="234000" y="2655769"/>
            <a:ext cx="8675050" cy="276999"/>
          </a:xfrm>
          <a:prstGeom prst="rect">
            <a:avLst/>
          </a:prstGeom>
        </p:spPr>
        <p:txBody>
          <a:bodyPr wrap="square" lIns="0" tIns="0" rIns="0" bIns="0">
            <a:spAutoFit/>
          </a:bodyPr>
          <a:lstStyle>
            <a:lvl1pPr marL="0" indent="0" algn="l">
              <a:lnSpc>
                <a:spcPct val="90000"/>
              </a:lnSpc>
              <a:spcBef>
                <a:spcPts val="0"/>
              </a:spcBef>
              <a:spcAft>
                <a:spcPts val="600"/>
              </a:spcAft>
              <a:buNone/>
              <a:defRPr sz="20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ltLang="ja-JP" dirty="0"/>
              <a:t>Subheading</a:t>
            </a:r>
            <a:endParaRPr lang="en-US" dirty="0"/>
          </a:p>
        </p:txBody>
      </p:sp>
      <p:grpSp>
        <p:nvGrpSpPr>
          <p:cNvPr id="19" name="Group 18" descr="Fujitsu">
            <a:extLst>
              <a:ext uri="{FF2B5EF4-FFF2-40B4-BE49-F238E27FC236}">
                <a16:creationId xmlns:a16="http://schemas.microsoft.com/office/drawing/2014/main" id="{1F100140-E7BA-4172-872F-512D0BBE2FF7}"/>
              </a:ext>
            </a:extLst>
          </p:cNvPr>
          <p:cNvGrpSpPr>
            <a:grpSpLocks noChangeAspect="1"/>
          </p:cNvGrpSpPr>
          <p:nvPr userDrawn="1"/>
        </p:nvGrpSpPr>
        <p:grpSpPr>
          <a:xfrm>
            <a:off x="7948615" y="226928"/>
            <a:ext cx="968769" cy="472173"/>
            <a:chOff x="8012114" y="249161"/>
            <a:chExt cx="892174" cy="434841"/>
          </a:xfrm>
        </p:grpSpPr>
        <p:sp>
          <p:nvSpPr>
            <p:cNvPr id="20" name="Freeform 34">
              <a:extLst>
                <a:ext uri="{FF2B5EF4-FFF2-40B4-BE49-F238E27FC236}">
                  <a16:creationId xmlns:a16="http://schemas.microsoft.com/office/drawing/2014/main" id="{2E6DAB3A-493B-4C94-A624-C34C12E3BDFC}"/>
                </a:ext>
              </a:extLst>
            </p:cNvPr>
            <p:cNvSpPr>
              <a:spLocks/>
            </p:cNvSpPr>
            <p:nvPr userDrawn="1"/>
          </p:nvSpPr>
          <p:spPr bwMode="gray">
            <a:xfrm>
              <a:off x="8307389" y="249161"/>
              <a:ext cx="179387" cy="139657"/>
            </a:xfrm>
            <a:custGeom>
              <a:avLst/>
              <a:gdLst>
                <a:gd name="T0" fmla="*/ 961 w 2365"/>
                <a:gd name="T1" fmla="*/ 764 h 1825"/>
                <a:gd name="T2" fmla="*/ 599 w 2365"/>
                <a:gd name="T3" fmla="*/ 642 h 1825"/>
                <a:gd name="T4" fmla="*/ 1 w 2365"/>
                <a:gd name="T5" fmla="*/ 1235 h 1825"/>
                <a:gd name="T6" fmla="*/ 599 w 2365"/>
                <a:gd name="T7" fmla="*/ 1825 h 1825"/>
                <a:gd name="T8" fmla="*/ 1053 w 2365"/>
                <a:gd name="T9" fmla="*/ 1619 h 1825"/>
                <a:gd name="T10" fmla="*/ 1053 w 2365"/>
                <a:gd name="T11" fmla="*/ 1293 h 1825"/>
                <a:gd name="T12" fmla="*/ 771 w 2365"/>
                <a:gd name="T13" fmla="*/ 1568 h 1825"/>
                <a:gd name="T14" fmla="*/ 599 w 2365"/>
                <a:gd name="T15" fmla="*/ 1604 h 1825"/>
                <a:gd name="T16" fmla="*/ 225 w 2365"/>
                <a:gd name="T17" fmla="*/ 1235 h 1825"/>
                <a:gd name="T18" fmla="*/ 599 w 2365"/>
                <a:gd name="T19" fmla="*/ 863 h 1825"/>
                <a:gd name="T20" fmla="*/ 861 w 2365"/>
                <a:gd name="T21" fmla="*/ 972 h 1825"/>
                <a:gd name="T22" fmla="*/ 1093 w 2365"/>
                <a:gd name="T23" fmla="*/ 1239 h 1825"/>
                <a:gd name="T24" fmla="*/ 1630 w 2365"/>
                <a:gd name="T25" fmla="*/ 1473 h 1825"/>
                <a:gd name="T26" fmla="*/ 2365 w 2365"/>
                <a:gd name="T27" fmla="*/ 741 h 1825"/>
                <a:gd name="T28" fmla="*/ 1630 w 2365"/>
                <a:gd name="T29" fmla="*/ 0 h 1825"/>
                <a:gd name="T30" fmla="*/ 1053 w 2365"/>
                <a:gd name="T31" fmla="*/ 295 h 1825"/>
                <a:gd name="T32" fmla="*/ 1053 w 2365"/>
                <a:gd name="T33" fmla="*/ 735 h 1825"/>
                <a:gd name="T34" fmla="*/ 1630 w 2365"/>
                <a:gd name="T35" fmla="*/ 232 h 1825"/>
                <a:gd name="T36" fmla="*/ 2134 w 2365"/>
                <a:gd name="T37" fmla="*/ 741 h 1825"/>
                <a:gd name="T38" fmla="*/ 1630 w 2365"/>
                <a:gd name="T39" fmla="*/ 1245 h 1825"/>
                <a:gd name="T40" fmla="*/ 1303 w 2365"/>
                <a:gd name="T41" fmla="*/ 1125 h 1825"/>
                <a:gd name="T42" fmla="*/ 961 w 2365"/>
                <a:gd name="T43" fmla="*/ 764 h 1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65" h="1825">
                  <a:moveTo>
                    <a:pt x="961" y="764"/>
                  </a:moveTo>
                  <a:cubicBezTo>
                    <a:pt x="875" y="688"/>
                    <a:pt x="736" y="643"/>
                    <a:pt x="599" y="642"/>
                  </a:cubicBezTo>
                  <a:cubicBezTo>
                    <a:pt x="270" y="641"/>
                    <a:pt x="2" y="900"/>
                    <a:pt x="1" y="1235"/>
                  </a:cubicBezTo>
                  <a:cubicBezTo>
                    <a:pt x="0" y="1563"/>
                    <a:pt x="270" y="1824"/>
                    <a:pt x="599" y="1825"/>
                  </a:cubicBezTo>
                  <a:cubicBezTo>
                    <a:pt x="783" y="1825"/>
                    <a:pt x="943" y="1751"/>
                    <a:pt x="1053" y="1619"/>
                  </a:cubicBezTo>
                  <a:cubicBezTo>
                    <a:pt x="1053" y="1293"/>
                    <a:pt x="1053" y="1293"/>
                    <a:pt x="1053" y="1293"/>
                  </a:cubicBezTo>
                  <a:cubicBezTo>
                    <a:pt x="994" y="1394"/>
                    <a:pt x="877" y="1524"/>
                    <a:pt x="771" y="1568"/>
                  </a:cubicBezTo>
                  <a:cubicBezTo>
                    <a:pt x="717" y="1590"/>
                    <a:pt x="662" y="1604"/>
                    <a:pt x="599" y="1604"/>
                  </a:cubicBezTo>
                  <a:cubicBezTo>
                    <a:pt x="394" y="1604"/>
                    <a:pt x="225" y="1445"/>
                    <a:pt x="225" y="1235"/>
                  </a:cubicBezTo>
                  <a:cubicBezTo>
                    <a:pt x="225" y="1041"/>
                    <a:pt x="380" y="862"/>
                    <a:pt x="599" y="863"/>
                  </a:cubicBezTo>
                  <a:cubicBezTo>
                    <a:pt x="701" y="863"/>
                    <a:pt x="793" y="905"/>
                    <a:pt x="861" y="972"/>
                  </a:cubicBezTo>
                  <a:cubicBezTo>
                    <a:pt x="931" y="1040"/>
                    <a:pt x="1041" y="1183"/>
                    <a:pt x="1093" y="1239"/>
                  </a:cubicBezTo>
                  <a:cubicBezTo>
                    <a:pt x="1227" y="1383"/>
                    <a:pt x="1419" y="1473"/>
                    <a:pt x="1630" y="1473"/>
                  </a:cubicBezTo>
                  <a:cubicBezTo>
                    <a:pt x="2036" y="1474"/>
                    <a:pt x="2365" y="1146"/>
                    <a:pt x="2365" y="741"/>
                  </a:cubicBezTo>
                  <a:cubicBezTo>
                    <a:pt x="2365" y="336"/>
                    <a:pt x="2035" y="0"/>
                    <a:pt x="1630" y="0"/>
                  </a:cubicBezTo>
                  <a:cubicBezTo>
                    <a:pt x="1395" y="0"/>
                    <a:pt x="1187" y="122"/>
                    <a:pt x="1053" y="295"/>
                  </a:cubicBezTo>
                  <a:cubicBezTo>
                    <a:pt x="1053" y="735"/>
                    <a:pt x="1053" y="735"/>
                    <a:pt x="1053" y="735"/>
                  </a:cubicBezTo>
                  <a:cubicBezTo>
                    <a:pt x="1155" y="455"/>
                    <a:pt x="1340" y="232"/>
                    <a:pt x="1630" y="232"/>
                  </a:cubicBezTo>
                  <a:cubicBezTo>
                    <a:pt x="1909" y="232"/>
                    <a:pt x="2135" y="463"/>
                    <a:pt x="2134" y="741"/>
                  </a:cubicBezTo>
                  <a:cubicBezTo>
                    <a:pt x="2134" y="1020"/>
                    <a:pt x="1909" y="1246"/>
                    <a:pt x="1630" y="1245"/>
                  </a:cubicBezTo>
                  <a:cubicBezTo>
                    <a:pt x="1506" y="1244"/>
                    <a:pt x="1391" y="1199"/>
                    <a:pt x="1303" y="1125"/>
                  </a:cubicBezTo>
                  <a:cubicBezTo>
                    <a:pt x="1194" y="1040"/>
                    <a:pt x="1074" y="860"/>
                    <a:pt x="961" y="76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1" name="Freeform 35">
              <a:extLst>
                <a:ext uri="{FF2B5EF4-FFF2-40B4-BE49-F238E27FC236}">
                  <a16:creationId xmlns:a16="http://schemas.microsoft.com/office/drawing/2014/main" id="{82C3B378-2E63-4808-87F0-DEDFE243ACAE}"/>
                </a:ext>
              </a:extLst>
            </p:cNvPr>
            <p:cNvSpPr>
              <a:spLocks/>
            </p:cNvSpPr>
            <p:nvPr userDrawn="1"/>
          </p:nvSpPr>
          <p:spPr bwMode="gray">
            <a:xfrm>
              <a:off x="8012114" y="401514"/>
              <a:ext cx="123825" cy="201551"/>
            </a:xfrm>
            <a:custGeom>
              <a:avLst/>
              <a:gdLst>
                <a:gd name="T0" fmla="*/ 0 w 1624"/>
                <a:gd name="T1" fmla="*/ 0 h 2651"/>
                <a:gd name="T2" fmla="*/ 1624 w 1624"/>
                <a:gd name="T3" fmla="*/ 0 h 2651"/>
                <a:gd name="T4" fmla="*/ 1624 w 1624"/>
                <a:gd name="T5" fmla="*/ 452 h 2651"/>
                <a:gd name="T6" fmla="*/ 1365 w 1624"/>
                <a:gd name="T7" fmla="*/ 273 h 2651"/>
                <a:gd name="T8" fmla="*/ 613 w 1624"/>
                <a:gd name="T9" fmla="*/ 273 h 2651"/>
                <a:gd name="T10" fmla="*/ 613 w 1624"/>
                <a:gd name="T11" fmla="*/ 1053 h 2651"/>
                <a:gd name="T12" fmla="*/ 1428 w 1624"/>
                <a:gd name="T13" fmla="*/ 1053 h 2651"/>
                <a:gd name="T14" fmla="*/ 1428 w 1624"/>
                <a:gd name="T15" fmla="*/ 1467 h 2651"/>
                <a:gd name="T16" fmla="*/ 1205 w 1624"/>
                <a:gd name="T17" fmla="*/ 1335 h 2651"/>
                <a:gd name="T18" fmla="*/ 613 w 1624"/>
                <a:gd name="T19" fmla="*/ 1335 h 2651"/>
                <a:gd name="T20" fmla="*/ 613 w 1624"/>
                <a:gd name="T21" fmla="*/ 2401 h 2651"/>
                <a:gd name="T22" fmla="*/ 784 w 1624"/>
                <a:gd name="T23" fmla="*/ 2651 h 2651"/>
                <a:gd name="T24" fmla="*/ 11 w 1624"/>
                <a:gd name="T25" fmla="*/ 2651 h 2651"/>
                <a:gd name="T26" fmla="*/ 173 w 1624"/>
                <a:gd name="T27" fmla="*/ 2401 h 2651"/>
                <a:gd name="T28" fmla="*/ 173 w 1624"/>
                <a:gd name="T29" fmla="*/ 278 h 2651"/>
                <a:gd name="T30" fmla="*/ 0 w 1624"/>
                <a:gd name="T31"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24" h="2651">
                  <a:moveTo>
                    <a:pt x="0" y="0"/>
                  </a:moveTo>
                  <a:cubicBezTo>
                    <a:pt x="1624" y="0"/>
                    <a:pt x="1624" y="0"/>
                    <a:pt x="1624" y="0"/>
                  </a:cubicBezTo>
                  <a:cubicBezTo>
                    <a:pt x="1624" y="452"/>
                    <a:pt x="1624" y="452"/>
                    <a:pt x="1624" y="452"/>
                  </a:cubicBezTo>
                  <a:cubicBezTo>
                    <a:pt x="1624" y="452"/>
                    <a:pt x="1540" y="274"/>
                    <a:pt x="1365" y="273"/>
                  </a:cubicBezTo>
                  <a:cubicBezTo>
                    <a:pt x="613" y="273"/>
                    <a:pt x="613" y="273"/>
                    <a:pt x="613" y="273"/>
                  </a:cubicBezTo>
                  <a:cubicBezTo>
                    <a:pt x="613" y="1053"/>
                    <a:pt x="613" y="1053"/>
                    <a:pt x="613" y="1053"/>
                  </a:cubicBezTo>
                  <a:cubicBezTo>
                    <a:pt x="1428" y="1053"/>
                    <a:pt x="1428" y="1053"/>
                    <a:pt x="1428" y="1053"/>
                  </a:cubicBezTo>
                  <a:cubicBezTo>
                    <a:pt x="1428" y="1467"/>
                    <a:pt x="1428" y="1467"/>
                    <a:pt x="1428" y="1467"/>
                  </a:cubicBezTo>
                  <a:cubicBezTo>
                    <a:pt x="1428" y="1467"/>
                    <a:pt x="1402" y="1335"/>
                    <a:pt x="1205" y="1335"/>
                  </a:cubicBezTo>
                  <a:cubicBezTo>
                    <a:pt x="613" y="1335"/>
                    <a:pt x="613" y="1335"/>
                    <a:pt x="613" y="1335"/>
                  </a:cubicBezTo>
                  <a:cubicBezTo>
                    <a:pt x="613" y="2401"/>
                    <a:pt x="613" y="2401"/>
                    <a:pt x="613" y="2401"/>
                  </a:cubicBezTo>
                  <a:cubicBezTo>
                    <a:pt x="613" y="2558"/>
                    <a:pt x="784" y="2651"/>
                    <a:pt x="784" y="2651"/>
                  </a:cubicBezTo>
                  <a:cubicBezTo>
                    <a:pt x="11" y="2651"/>
                    <a:pt x="11" y="2651"/>
                    <a:pt x="11" y="2651"/>
                  </a:cubicBezTo>
                  <a:cubicBezTo>
                    <a:pt x="11" y="2651"/>
                    <a:pt x="173" y="2569"/>
                    <a:pt x="173" y="2401"/>
                  </a:cubicBezTo>
                  <a:cubicBezTo>
                    <a:pt x="173" y="278"/>
                    <a:pt x="173" y="278"/>
                    <a:pt x="173" y="278"/>
                  </a:cubicBezTo>
                  <a:cubicBezTo>
                    <a:pt x="173" y="9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2" name="Freeform 36">
              <a:extLst>
                <a:ext uri="{FF2B5EF4-FFF2-40B4-BE49-F238E27FC236}">
                  <a16:creationId xmlns:a16="http://schemas.microsoft.com/office/drawing/2014/main" id="{CAC9D896-0364-478E-8EC9-E1BF49631BE5}"/>
                </a:ext>
              </a:extLst>
            </p:cNvPr>
            <p:cNvSpPr>
              <a:spLocks/>
            </p:cNvSpPr>
            <p:nvPr userDrawn="1"/>
          </p:nvSpPr>
          <p:spPr bwMode="gray">
            <a:xfrm>
              <a:off x="8305801" y="401514"/>
              <a:ext cx="80962" cy="282488"/>
            </a:xfrm>
            <a:custGeom>
              <a:avLst/>
              <a:gdLst>
                <a:gd name="T0" fmla="*/ 246 w 1072"/>
                <a:gd name="T1" fmla="*/ 0 h 3696"/>
                <a:gd name="T2" fmla="*/ 1072 w 1072"/>
                <a:gd name="T3" fmla="*/ 0 h 3696"/>
                <a:gd name="T4" fmla="*/ 887 w 1072"/>
                <a:gd name="T5" fmla="*/ 230 h 3696"/>
                <a:gd name="T6" fmla="*/ 887 w 1072"/>
                <a:gd name="T7" fmla="*/ 2717 h 3696"/>
                <a:gd name="T8" fmla="*/ 0 w 1072"/>
                <a:gd name="T9" fmla="*/ 3693 h 3696"/>
                <a:gd name="T10" fmla="*/ 423 w 1072"/>
                <a:gd name="T11" fmla="*/ 2717 h 3696"/>
                <a:gd name="T12" fmla="*/ 423 w 1072"/>
                <a:gd name="T13" fmla="*/ 230 h 3696"/>
                <a:gd name="T14" fmla="*/ 246 w 1072"/>
                <a:gd name="T15" fmla="*/ 0 h 36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2" h="3696">
                  <a:moveTo>
                    <a:pt x="246" y="0"/>
                  </a:moveTo>
                  <a:cubicBezTo>
                    <a:pt x="1072" y="0"/>
                    <a:pt x="1072" y="0"/>
                    <a:pt x="1072" y="0"/>
                  </a:cubicBezTo>
                  <a:cubicBezTo>
                    <a:pt x="1072" y="0"/>
                    <a:pt x="887" y="87"/>
                    <a:pt x="887" y="230"/>
                  </a:cubicBezTo>
                  <a:cubicBezTo>
                    <a:pt x="887" y="2717"/>
                    <a:pt x="887" y="2717"/>
                    <a:pt x="887" y="2717"/>
                  </a:cubicBezTo>
                  <a:cubicBezTo>
                    <a:pt x="887" y="3558"/>
                    <a:pt x="44" y="3696"/>
                    <a:pt x="0" y="3693"/>
                  </a:cubicBezTo>
                  <a:cubicBezTo>
                    <a:pt x="72" y="3647"/>
                    <a:pt x="422" y="3349"/>
                    <a:pt x="423" y="2717"/>
                  </a:cubicBezTo>
                  <a:cubicBezTo>
                    <a:pt x="423" y="230"/>
                    <a:pt x="423" y="230"/>
                    <a:pt x="423" y="230"/>
                  </a:cubicBezTo>
                  <a:cubicBezTo>
                    <a:pt x="424" y="96"/>
                    <a:pt x="246" y="0"/>
                    <a:pt x="24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3" name="Freeform 37">
              <a:extLst>
                <a:ext uri="{FF2B5EF4-FFF2-40B4-BE49-F238E27FC236}">
                  <a16:creationId xmlns:a16="http://schemas.microsoft.com/office/drawing/2014/main" id="{AE4512C4-B33D-49B1-AE30-646A970A5077}"/>
                </a:ext>
              </a:extLst>
            </p:cNvPr>
            <p:cNvSpPr>
              <a:spLocks/>
            </p:cNvSpPr>
            <p:nvPr userDrawn="1"/>
          </p:nvSpPr>
          <p:spPr bwMode="gray">
            <a:xfrm>
              <a:off x="8396289" y="401514"/>
              <a:ext cx="63500" cy="201551"/>
            </a:xfrm>
            <a:custGeom>
              <a:avLst/>
              <a:gdLst>
                <a:gd name="T0" fmla="*/ 0 w 828"/>
                <a:gd name="T1" fmla="*/ 0 h 2653"/>
                <a:gd name="T2" fmla="*/ 828 w 828"/>
                <a:gd name="T3" fmla="*/ 0 h 2653"/>
                <a:gd name="T4" fmla="*/ 645 w 828"/>
                <a:gd name="T5" fmla="*/ 235 h 2653"/>
                <a:gd name="T6" fmla="*/ 645 w 828"/>
                <a:gd name="T7" fmla="*/ 2401 h 2653"/>
                <a:gd name="T8" fmla="*/ 828 w 828"/>
                <a:gd name="T9" fmla="*/ 2653 h 2653"/>
                <a:gd name="T10" fmla="*/ 0 w 828"/>
                <a:gd name="T11" fmla="*/ 2653 h 2653"/>
                <a:gd name="T12" fmla="*/ 184 w 828"/>
                <a:gd name="T13" fmla="*/ 2401 h 2653"/>
                <a:gd name="T14" fmla="*/ 184 w 828"/>
                <a:gd name="T15" fmla="*/ 235 h 2653"/>
                <a:gd name="T16" fmla="*/ 0 w 828"/>
                <a:gd name="T17" fmla="*/ 0 h 2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2653">
                  <a:moveTo>
                    <a:pt x="0" y="0"/>
                  </a:moveTo>
                  <a:cubicBezTo>
                    <a:pt x="828" y="0"/>
                    <a:pt x="828" y="0"/>
                    <a:pt x="828" y="0"/>
                  </a:cubicBezTo>
                  <a:cubicBezTo>
                    <a:pt x="828" y="0"/>
                    <a:pt x="645" y="89"/>
                    <a:pt x="645" y="235"/>
                  </a:cubicBezTo>
                  <a:cubicBezTo>
                    <a:pt x="645" y="2401"/>
                    <a:pt x="645" y="2401"/>
                    <a:pt x="645" y="2401"/>
                  </a:cubicBezTo>
                  <a:cubicBezTo>
                    <a:pt x="645" y="2556"/>
                    <a:pt x="828" y="2653"/>
                    <a:pt x="828" y="2653"/>
                  </a:cubicBezTo>
                  <a:cubicBezTo>
                    <a:pt x="0" y="2653"/>
                    <a:pt x="0" y="2653"/>
                    <a:pt x="0" y="2653"/>
                  </a:cubicBezTo>
                  <a:cubicBezTo>
                    <a:pt x="0" y="2653"/>
                    <a:pt x="184" y="2557"/>
                    <a:pt x="184" y="2401"/>
                  </a:cubicBezTo>
                  <a:cubicBezTo>
                    <a:pt x="184" y="235"/>
                    <a:pt x="184" y="235"/>
                    <a:pt x="184" y="235"/>
                  </a:cubicBezTo>
                  <a:cubicBezTo>
                    <a:pt x="184" y="8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4" name="Freeform 38">
              <a:extLst>
                <a:ext uri="{FF2B5EF4-FFF2-40B4-BE49-F238E27FC236}">
                  <a16:creationId xmlns:a16="http://schemas.microsoft.com/office/drawing/2014/main" id="{184123A7-2111-4426-816D-00195BCE79BD}"/>
                </a:ext>
              </a:extLst>
            </p:cNvPr>
            <p:cNvSpPr>
              <a:spLocks/>
            </p:cNvSpPr>
            <p:nvPr userDrawn="1"/>
          </p:nvSpPr>
          <p:spPr bwMode="gray">
            <a:xfrm>
              <a:off x="8459789" y="401514"/>
              <a:ext cx="150812" cy="201551"/>
            </a:xfrm>
            <a:custGeom>
              <a:avLst/>
              <a:gdLst>
                <a:gd name="T0" fmla="*/ 161 w 1984"/>
                <a:gd name="T1" fmla="*/ 0 h 2651"/>
                <a:gd name="T2" fmla="*/ 1984 w 1984"/>
                <a:gd name="T3" fmla="*/ 0 h 2651"/>
                <a:gd name="T4" fmla="*/ 1829 w 1984"/>
                <a:gd name="T5" fmla="*/ 482 h 2651"/>
                <a:gd name="T6" fmla="*/ 1607 w 1984"/>
                <a:gd name="T7" fmla="*/ 279 h 2651"/>
                <a:gd name="T8" fmla="*/ 1229 w 1984"/>
                <a:gd name="T9" fmla="*/ 279 h 2651"/>
                <a:gd name="T10" fmla="*/ 1229 w 1984"/>
                <a:gd name="T11" fmla="*/ 2401 h 2651"/>
                <a:gd name="T12" fmla="*/ 1407 w 1984"/>
                <a:gd name="T13" fmla="*/ 2651 h 2651"/>
                <a:gd name="T14" fmla="*/ 595 w 1984"/>
                <a:gd name="T15" fmla="*/ 2651 h 2651"/>
                <a:gd name="T16" fmla="*/ 771 w 1984"/>
                <a:gd name="T17" fmla="*/ 2401 h 2651"/>
                <a:gd name="T18" fmla="*/ 771 w 1984"/>
                <a:gd name="T19" fmla="*/ 279 h 2651"/>
                <a:gd name="T20" fmla="*/ 315 w 1984"/>
                <a:gd name="T21" fmla="*/ 279 h 2651"/>
                <a:gd name="T22" fmla="*/ 0 w 1984"/>
                <a:gd name="T23" fmla="*/ 522 h 2651"/>
                <a:gd name="T24" fmla="*/ 161 w 1984"/>
                <a:gd name="T25"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4" h="2651">
                  <a:moveTo>
                    <a:pt x="161" y="0"/>
                  </a:moveTo>
                  <a:cubicBezTo>
                    <a:pt x="1984" y="0"/>
                    <a:pt x="1984" y="0"/>
                    <a:pt x="1984" y="0"/>
                  </a:cubicBezTo>
                  <a:cubicBezTo>
                    <a:pt x="1829" y="482"/>
                    <a:pt x="1829" y="482"/>
                    <a:pt x="1829" y="482"/>
                  </a:cubicBezTo>
                  <a:cubicBezTo>
                    <a:pt x="1829" y="482"/>
                    <a:pt x="1783" y="279"/>
                    <a:pt x="1607" y="279"/>
                  </a:cubicBezTo>
                  <a:cubicBezTo>
                    <a:pt x="1229" y="279"/>
                    <a:pt x="1229" y="279"/>
                    <a:pt x="1229" y="279"/>
                  </a:cubicBezTo>
                  <a:cubicBezTo>
                    <a:pt x="1229" y="2401"/>
                    <a:pt x="1229" y="2401"/>
                    <a:pt x="1229" y="2401"/>
                  </a:cubicBezTo>
                  <a:cubicBezTo>
                    <a:pt x="1229" y="2535"/>
                    <a:pt x="1407" y="2651"/>
                    <a:pt x="1407" y="2651"/>
                  </a:cubicBezTo>
                  <a:cubicBezTo>
                    <a:pt x="595" y="2651"/>
                    <a:pt x="595" y="2651"/>
                    <a:pt x="595" y="2651"/>
                  </a:cubicBezTo>
                  <a:cubicBezTo>
                    <a:pt x="595" y="2651"/>
                    <a:pt x="771" y="2547"/>
                    <a:pt x="771" y="2401"/>
                  </a:cubicBezTo>
                  <a:cubicBezTo>
                    <a:pt x="771" y="279"/>
                    <a:pt x="771" y="279"/>
                    <a:pt x="771" y="279"/>
                  </a:cubicBezTo>
                  <a:cubicBezTo>
                    <a:pt x="315" y="279"/>
                    <a:pt x="315" y="279"/>
                    <a:pt x="315" y="279"/>
                  </a:cubicBezTo>
                  <a:cubicBezTo>
                    <a:pt x="185" y="280"/>
                    <a:pt x="0" y="522"/>
                    <a:pt x="0" y="522"/>
                  </a:cubicBezTo>
                  <a:lnTo>
                    <a:pt x="16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5" name="Freeform 39">
              <a:extLst>
                <a:ext uri="{FF2B5EF4-FFF2-40B4-BE49-F238E27FC236}">
                  <a16:creationId xmlns:a16="http://schemas.microsoft.com/office/drawing/2014/main" id="{A7DEA05E-E614-40D9-A049-B65FFFB96DAB}"/>
                </a:ext>
              </a:extLst>
            </p:cNvPr>
            <p:cNvSpPr>
              <a:spLocks/>
            </p:cNvSpPr>
            <p:nvPr userDrawn="1"/>
          </p:nvSpPr>
          <p:spPr bwMode="gray">
            <a:xfrm>
              <a:off x="8734426" y="401514"/>
              <a:ext cx="169862" cy="204725"/>
            </a:xfrm>
            <a:custGeom>
              <a:avLst/>
              <a:gdLst>
                <a:gd name="T0" fmla="*/ 1420 w 2219"/>
                <a:gd name="T1" fmla="*/ 0 h 2693"/>
                <a:gd name="T2" fmla="*/ 2219 w 2219"/>
                <a:gd name="T3" fmla="*/ 0 h 2693"/>
                <a:gd name="T4" fmla="*/ 2048 w 2219"/>
                <a:gd name="T5" fmla="*/ 234 h 2693"/>
                <a:gd name="T6" fmla="*/ 2048 w 2219"/>
                <a:gd name="T7" fmla="*/ 1840 h 2693"/>
                <a:gd name="T8" fmla="*/ 1131 w 2219"/>
                <a:gd name="T9" fmla="*/ 2693 h 2693"/>
                <a:gd name="T10" fmla="*/ 176 w 2219"/>
                <a:gd name="T11" fmla="*/ 1840 h 2693"/>
                <a:gd name="T12" fmla="*/ 176 w 2219"/>
                <a:gd name="T13" fmla="*/ 234 h 2693"/>
                <a:gd name="T14" fmla="*/ 0 w 2219"/>
                <a:gd name="T15" fmla="*/ 0 h 2693"/>
                <a:gd name="T16" fmla="*/ 821 w 2219"/>
                <a:gd name="T17" fmla="*/ 0 h 2693"/>
                <a:gd name="T18" fmla="*/ 638 w 2219"/>
                <a:gd name="T19" fmla="*/ 234 h 2693"/>
                <a:gd name="T20" fmla="*/ 638 w 2219"/>
                <a:gd name="T21" fmla="*/ 1840 h 2693"/>
                <a:gd name="T22" fmla="*/ 1131 w 2219"/>
                <a:gd name="T23" fmla="*/ 2406 h 2693"/>
                <a:gd name="T24" fmla="*/ 1601 w 2219"/>
                <a:gd name="T25" fmla="*/ 1840 h 2693"/>
                <a:gd name="T26" fmla="*/ 1601 w 2219"/>
                <a:gd name="T27" fmla="*/ 234 h 2693"/>
                <a:gd name="T28" fmla="*/ 1420 w 2219"/>
                <a:gd name="T29" fmla="*/ 0 h 2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19" h="2693">
                  <a:moveTo>
                    <a:pt x="1420" y="0"/>
                  </a:moveTo>
                  <a:cubicBezTo>
                    <a:pt x="2219" y="0"/>
                    <a:pt x="2219" y="0"/>
                    <a:pt x="2219" y="0"/>
                  </a:cubicBezTo>
                  <a:cubicBezTo>
                    <a:pt x="2219" y="0"/>
                    <a:pt x="2048" y="91"/>
                    <a:pt x="2048" y="234"/>
                  </a:cubicBezTo>
                  <a:cubicBezTo>
                    <a:pt x="2048" y="1840"/>
                    <a:pt x="2048" y="1840"/>
                    <a:pt x="2048" y="1840"/>
                  </a:cubicBezTo>
                  <a:cubicBezTo>
                    <a:pt x="2047" y="2492"/>
                    <a:pt x="1506" y="2693"/>
                    <a:pt x="1131" y="2693"/>
                  </a:cubicBezTo>
                  <a:cubicBezTo>
                    <a:pt x="759" y="2693"/>
                    <a:pt x="175" y="2490"/>
                    <a:pt x="176" y="1840"/>
                  </a:cubicBezTo>
                  <a:cubicBezTo>
                    <a:pt x="176" y="234"/>
                    <a:pt x="176" y="234"/>
                    <a:pt x="176" y="234"/>
                  </a:cubicBezTo>
                  <a:cubicBezTo>
                    <a:pt x="176" y="91"/>
                    <a:pt x="0" y="0"/>
                    <a:pt x="0" y="0"/>
                  </a:cubicBezTo>
                  <a:cubicBezTo>
                    <a:pt x="821" y="0"/>
                    <a:pt x="821" y="0"/>
                    <a:pt x="821" y="0"/>
                  </a:cubicBezTo>
                  <a:cubicBezTo>
                    <a:pt x="821" y="0"/>
                    <a:pt x="638" y="88"/>
                    <a:pt x="638" y="234"/>
                  </a:cubicBezTo>
                  <a:cubicBezTo>
                    <a:pt x="638" y="1840"/>
                    <a:pt x="638" y="1840"/>
                    <a:pt x="638" y="1840"/>
                  </a:cubicBezTo>
                  <a:cubicBezTo>
                    <a:pt x="638" y="2182"/>
                    <a:pt x="865" y="2406"/>
                    <a:pt x="1131" y="2406"/>
                  </a:cubicBezTo>
                  <a:cubicBezTo>
                    <a:pt x="1397" y="2406"/>
                    <a:pt x="1600" y="2173"/>
                    <a:pt x="1601" y="1840"/>
                  </a:cubicBezTo>
                  <a:cubicBezTo>
                    <a:pt x="1601" y="234"/>
                    <a:pt x="1601" y="234"/>
                    <a:pt x="1601" y="234"/>
                  </a:cubicBezTo>
                  <a:cubicBezTo>
                    <a:pt x="1601" y="91"/>
                    <a:pt x="1420" y="0"/>
                    <a:pt x="1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6" name="Freeform 40">
              <a:extLst>
                <a:ext uri="{FF2B5EF4-FFF2-40B4-BE49-F238E27FC236}">
                  <a16:creationId xmlns:a16="http://schemas.microsoft.com/office/drawing/2014/main" id="{3828E108-C6AE-42F1-82B3-4DD2CFFF072E}"/>
                </a:ext>
              </a:extLst>
            </p:cNvPr>
            <p:cNvSpPr>
              <a:spLocks/>
            </p:cNvSpPr>
            <p:nvPr userDrawn="1"/>
          </p:nvSpPr>
          <p:spPr bwMode="gray">
            <a:xfrm>
              <a:off x="8142289" y="401514"/>
              <a:ext cx="169862" cy="206312"/>
            </a:xfrm>
            <a:custGeom>
              <a:avLst/>
              <a:gdLst>
                <a:gd name="T0" fmla="*/ 1427 w 2240"/>
                <a:gd name="T1" fmla="*/ 0 h 2700"/>
                <a:gd name="T2" fmla="*/ 2240 w 2240"/>
                <a:gd name="T3" fmla="*/ 0 h 2700"/>
                <a:gd name="T4" fmla="*/ 2068 w 2240"/>
                <a:gd name="T5" fmla="*/ 237 h 2700"/>
                <a:gd name="T6" fmla="*/ 2067 w 2240"/>
                <a:gd name="T7" fmla="*/ 1838 h 2700"/>
                <a:gd name="T8" fmla="*/ 1122 w 2240"/>
                <a:gd name="T9" fmla="*/ 2700 h 2700"/>
                <a:gd name="T10" fmla="*/ 166 w 2240"/>
                <a:gd name="T11" fmla="*/ 1838 h 2700"/>
                <a:gd name="T12" fmla="*/ 166 w 2240"/>
                <a:gd name="T13" fmla="*/ 237 h 2700"/>
                <a:gd name="T14" fmla="*/ 0 w 2240"/>
                <a:gd name="T15" fmla="*/ 0 h 2700"/>
                <a:gd name="T16" fmla="*/ 821 w 2240"/>
                <a:gd name="T17" fmla="*/ 0 h 2700"/>
                <a:gd name="T18" fmla="*/ 631 w 2240"/>
                <a:gd name="T19" fmla="*/ 237 h 2700"/>
                <a:gd name="T20" fmla="*/ 630 w 2240"/>
                <a:gd name="T21" fmla="*/ 1838 h 2700"/>
                <a:gd name="T22" fmla="*/ 1122 w 2240"/>
                <a:gd name="T23" fmla="*/ 2413 h 2700"/>
                <a:gd name="T24" fmla="*/ 1602 w 2240"/>
                <a:gd name="T25" fmla="*/ 1838 h 2700"/>
                <a:gd name="T26" fmla="*/ 1603 w 2240"/>
                <a:gd name="T27" fmla="*/ 237 h 2700"/>
                <a:gd name="T28" fmla="*/ 1427 w 2240"/>
                <a:gd name="T29" fmla="*/ 0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0" h="2700">
                  <a:moveTo>
                    <a:pt x="1427" y="0"/>
                  </a:moveTo>
                  <a:cubicBezTo>
                    <a:pt x="2240" y="0"/>
                    <a:pt x="2240" y="0"/>
                    <a:pt x="2240" y="0"/>
                  </a:cubicBezTo>
                  <a:cubicBezTo>
                    <a:pt x="2240" y="0"/>
                    <a:pt x="2068" y="95"/>
                    <a:pt x="2068" y="237"/>
                  </a:cubicBezTo>
                  <a:cubicBezTo>
                    <a:pt x="2068" y="238"/>
                    <a:pt x="2067" y="1838"/>
                    <a:pt x="2067" y="1838"/>
                  </a:cubicBezTo>
                  <a:cubicBezTo>
                    <a:pt x="2067" y="2494"/>
                    <a:pt x="1501" y="2700"/>
                    <a:pt x="1122" y="2700"/>
                  </a:cubicBezTo>
                  <a:cubicBezTo>
                    <a:pt x="750" y="2700"/>
                    <a:pt x="166" y="2491"/>
                    <a:pt x="166" y="1838"/>
                  </a:cubicBezTo>
                  <a:cubicBezTo>
                    <a:pt x="166" y="237"/>
                    <a:pt x="166" y="237"/>
                    <a:pt x="166" y="237"/>
                  </a:cubicBezTo>
                  <a:cubicBezTo>
                    <a:pt x="166" y="94"/>
                    <a:pt x="0" y="0"/>
                    <a:pt x="0" y="0"/>
                  </a:cubicBezTo>
                  <a:cubicBezTo>
                    <a:pt x="821" y="0"/>
                    <a:pt x="821" y="0"/>
                    <a:pt x="821" y="0"/>
                  </a:cubicBezTo>
                  <a:cubicBezTo>
                    <a:pt x="821" y="0"/>
                    <a:pt x="631" y="94"/>
                    <a:pt x="631" y="237"/>
                  </a:cubicBezTo>
                  <a:cubicBezTo>
                    <a:pt x="630" y="1838"/>
                    <a:pt x="630" y="1838"/>
                    <a:pt x="630" y="1838"/>
                  </a:cubicBezTo>
                  <a:cubicBezTo>
                    <a:pt x="630" y="2178"/>
                    <a:pt x="856" y="2412"/>
                    <a:pt x="1122" y="2413"/>
                  </a:cubicBezTo>
                  <a:cubicBezTo>
                    <a:pt x="1388" y="2414"/>
                    <a:pt x="1602" y="2174"/>
                    <a:pt x="1602" y="1838"/>
                  </a:cubicBezTo>
                  <a:cubicBezTo>
                    <a:pt x="1603" y="237"/>
                    <a:pt x="1603" y="237"/>
                    <a:pt x="1603" y="237"/>
                  </a:cubicBezTo>
                  <a:cubicBezTo>
                    <a:pt x="1603" y="94"/>
                    <a:pt x="1427" y="0"/>
                    <a:pt x="142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7" name="Freeform 41">
              <a:extLst>
                <a:ext uri="{FF2B5EF4-FFF2-40B4-BE49-F238E27FC236}">
                  <a16:creationId xmlns:a16="http://schemas.microsoft.com/office/drawing/2014/main" id="{76C50990-34AA-496D-815F-E01AD097062E}"/>
                </a:ext>
              </a:extLst>
            </p:cNvPr>
            <p:cNvSpPr>
              <a:spLocks/>
            </p:cNvSpPr>
            <p:nvPr userDrawn="1"/>
          </p:nvSpPr>
          <p:spPr bwMode="gray">
            <a:xfrm>
              <a:off x="8604251" y="396753"/>
              <a:ext cx="130175" cy="211073"/>
            </a:xfrm>
            <a:custGeom>
              <a:avLst/>
              <a:gdLst>
                <a:gd name="T0" fmla="*/ 1467 w 1707"/>
                <a:gd name="T1" fmla="*/ 479 h 2755"/>
                <a:gd name="T2" fmla="*/ 1019 w 1707"/>
                <a:gd name="T3" fmla="*/ 276 h 2755"/>
                <a:gd name="T4" fmla="*/ 504 w 1707"/>
                <a:gd name="T5" fmla="*/ 677 h 2755"/>
                <a:gd name="T6" fmla="*/ 995 w 1707"/>
                <a:gd name="T7" fmla="*/ 1174 h 2755"/>
                <a:gd name="T8" fmla="*/ 1705 w 1707"/>
                <a:gd name="T9" fmla="*/ 1974 h 2755"/>
                <a:gd name="T10" fmla="*/ 651 w 1707"/>
                <a:gd name="T11" fmla="*/ 2755 h 2755"/>
                <a:gd name="T12" fmla="*/ 155 w 1707"/>
                <a:gd name="T13" fmla="*/ 2686 h 2755"/>
                <a:gd name="T14" fmla="*/ 0 w 1707"/>
                <a:gd name="T15" fmla="*/ 2177 h 2755"/>
                <a:gd name="T16" fmla="*/ 658 w 1707"/>
                <a:gd name="T17" fmla="*/ 2466 h 2755"/>
                <a:gd name="T18" fmla="*/ 1252 w 1707"/>
                <a:gd name="T19" fmla="*/ 2030 h 2755"/>
                <a:gd name="T20" fmla="*/ 46 w 1707"/>
                <a:gd name="T21" fmla="*/ 731 h 2755"/>
                <a:gd name="T22" fmla="*/ 973 w 1707"/>
                <a:gd name="T23" fmla="*/ 0 h 2755"/>
                <a:gd name="T24" fmla="*/ 1467 w 1707"/>
                <a:gd name="T25" fmla="*/ 69 h 2755"/>
                <a:gd name="T26" fmla="*/ 1467 w 1707"/>
                <a:gd name="T27" fmla="*/ 479 h 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7" h="2755">
                  <a:moveTo>
                    <a:pt x="1467" y="479"/>
                  </a:moveTo>
                  <a:cubicBezTo>
                    <a:pt x="1467" y="479"/>
                    <a:pt x="1352" y="277"/>
                    <a:pt x="1019" y="276"/>
                  </a:cubicBezTo>
                  <a:cubicBezTo>
                    <a:pt x="686" y="275"/>
                    <a:pt x="505" y="450"/>
                    <a:pt x="504" y="677"/>
                  </a:cubicBezTo>
                  <a:cubicBezTo>
                    <a:pt x="503" y="934"/>
                    <a:pt x="696" y="1031"/>
                    <a:pt x="995" y="1174"/>
                  </a:cubicBezTo>
                  <a:cubicBezTo>
                    <a:pt x="1279" y="1311"/>
                    <a:pt x="1707" y="1499"/>
                    <a:pt x="1705" y="1974"/>
                  </a:cubicBezTo>
                  <a:cubicBezTo>
                    <a:pt x="1704" y="2399"/>
                    <a:pt x="1327" y="2755"/>
                    <a:pt x="651" y="2755"/>
                  </a:cubicBezTo>
                  <a:cubicBezTo>
                    <a:pt x="442" y="2754"/>
                    <a:pt x="155" y="2686"/>
                    <a:pt x="155" y="2686"/>
                  </a:cubicBezTo>
                  <a:cubicBezTo>
                    <a:pt x="0" y="2177"/>
                    <a:pt x="0" y="2177"/>
                    <a:pt x="0" y="2177"/>
                  </a:cubicBezTo>
                  <a:cubicBezTo>
                    <a:pt x="143" y="2316"/>
                    <a:pt x="397" y="2466"/>
                    <a:pt x="658" y="2466"/>
                  </a:cubicBezTo>
                  <a:cubicBezTo>
                    <a:pt x="929" y="2466"/>
                    <a:pt x="1252" y="2298"/>
                    <a:pt x="1252" y="2030"/>
                  </a:cubicBezTo>
                  <a:cubicBezTo>
                    <a:pt x="1252" y="1512"/>
                    <a:pt x="46" y="1598"/>
                    <a:pt x="46" y="731"/>
                  </a:cubicBezTo>
                  <a:cubicBezTo>
                    <a:pt x="46" y="433"/>
                    <a:pt x="254" y="0"/>
                    <a:pt x="973" y="0"/>
                  </a:cubicBezTo>
                  <a:cubicBezTo>
                    <a:pt x="1207" y="0"/>
                    <a:pt x="1467" y="69"/>
                    <a:pt x="1467" y="69"/>
                  </a:cubicBezTo>
                  <a:lnTo>
                    <a:pt x="1467" y="4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grpSp>
      <p:sp>
        <p:nvSpPr>
          <p:cNvPr id="28" name="TextBox 17">
            <a:extLst>
              <a:ext uri="{FF2B5EF4-FFF2-40B4-BE49-F238E27FC236}">
                <a16:creationId xmlns:a16="http://schemas.microsoft.com/office/drawing/2014/main" id="{57C40740-570A-4018-9383-CAB6E30BF658}"/>
              </a:ext>
            </a:extLst>
          </p:cNvPr>
          <p:cNvSpPr txBox="1"/>
          <p:nvPr userDrawn="1"/>
        </p:nvSpPr>
        <p:spPr>
          <a:xfrm>
            <a:off x="7984067" y="4891390"/>
            <a:ext cx="935568" cy="107722"/>
          </a:xfrm>
          <a:prstGeom prst="rect">
            <a:avLst/>
          </a:prstGeom>
          <a:noFill/>
        </p:spPr>
        <p:txBody>
          <a:bodyPr wrap="square" lIns="0" tIns="0" rIns="0" bIns="0" rtlCol="0" anchor="b" anchorCtr="0">
            <a:spAutoFit/>
          </a:bodyPr>
          <a:lstStyle/>
          <a:p>
            <a:pPr marL="0" algn="r" defTabSz="457200" rtl="0" eaLnBrk="1" latinLnBrk="0" hangingPunct="1"/>
            <a:r>
              <a:rPr kumimoji="1" lang="en-GB" sz="700" kern="1200" dirty="0">
                <a:solidFill>
                  <a:schemeClr val="bg1"/>
                </a:solidFill>
                <a:latin typeface="+mn-lt"/>
                <a:ea typeface="+mn-ea"/>
                <a:cs typeface="+mn-cs"/>
              </a:rPr>
              <a:t>© FUJITSU 2021</a:t>
            </a:r>
          </a:p>
        </p:txBody>
      </p:sp>
      <p:sp>
        <p:nvSpPr>
          <p:cNvPr id="29" name="Slide Number Placeholder 5">
            <a:extLst>
              <a:ext uri="{FF2B5EF4-FFF2-40B4-BE49-F238E27FC236}">
                <a16:creationId xmlns:a16="http://schemas.microsoft.com/office/drawing/2014/main" id="{1F583799-0B7E-446E-893F-1AF9AE8B14F8}"/>
              </a:ext>
            </a:extLst>
          </p:cNvPr>
          <p:cNvSpPr>
            <a:spLocks noGrp="1"/>
          </p:cNvSpPr>
          <p:nvPr>
            <p:ph type="sldNum" sz="quarter" idx="4"/>
          </p:nvPr>
        </p:nvSpPr>
        <p:spPr>
          <a:xfrm>
            <a:off x="4302000" y="4877481"/>
            <a:ext cx="540000" cy="123111"/>
          </a:xfrm>
          <a:prstGeom prst="rect">
            <a:avLst/>
          </a:prstGeom>
        </p:spPr>
        <p:txBody>
          <a:bodyPr vert="horz" lIns="0" tIns="0" rIns="0" bIns="0" rtlCol="0" anchor="ctr">
            <a:spAutoFit/>
          </a:bodyPr>
          <a:lstStyle>
            <a:lvl1pPr algn="ctr">
              <a:defRPr sz="800">
                <a:solidFill>
                  <a:schemeClr val="bg1"/>
                </a:solidFill>
                <a:latin typeface="+mn-lt"/>
              </a:defRPr>
            </a:lvl1pPr>
          </a:lstStyle>
          <a:p>
            <a:fld id="{4D029D89-7B63-4C94-AD4D-2E4D6BB83637}" type="slidenum">
              <a:rPr kumimoji="1" lang="ja-JP" altLang="en-US" smtClean="0"/>
              <a:pPr/>
              <a:t>‹#›</a:t>
            </a:fld>
            <a:endParaRPr kumimoji="1" lang="ja-JP" altLang="en-US"/>
          </a:p>
        </p:txBody>
      </p:sp>
      <p:sp>
        <p:nvSpPr>
          <p:cNvPr id="18" name="Rounded Rectangle 21">
            <a:extLst>
              <a:ext uri="{FF2B5EF4-FFF2-40B4-BE49-F238E27FC236}">
                <a16:creationId xmlns:a16="http://schemas.microsoft.com/office/drawing/2014/main" id="{19C133A3-2CB3-49DA-B9C0-DBD13A757C3F}"/>
              </a:ext>
            </a:extLst>
          </p:cNvPr>
          <p:cNvSpPr/>
          <p:nvPr userDrawn="1"/>
        </p:nvSpPr>
        <p:spPr bwMode="black">
          <a:xfrm>
            <a:off x="231775" y="4911725"/>
            <a:ext cx="1595438" cy="141161"/>
          </a:xfrm>
          <a:prstGeom prst="roundRect">
            <a:avLst>
              <a:gd name="adj" fmla="val 50000"/>
            </a:avLst>
          </a:prstGeom>
          <a:noFill/>
          <a:ln w="6350" cap="flat" cmpd="sng" algn="ctr">
            <a:solidFill>
              <a:schemeClr val="bg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1218673" rtl="0" eaLnBrk="1" fontAlgn="ctr" latinLnBrk="0" hangingPunct="1">
              <a:lnSpc>
                <a:spcPct val="100000"/>
              </a:lnSpc>
              <a:spcBef>
                <a:spcPct val="0"/>
              </a:spcBef>
              <a:spcAft>
                <a:spcPct val="0"/>
              </a:spcAft>
              <a:buClrTx/>
              <a:buSzTx/>
              <a:buFontTx/>
              <a:buNone/>
              <a:tabLst/>
              <a:defRPr/>
            </a:pPr>
            <a:r>
              <a:rPr kumimoji="1" lang="en-GB" altLang="ja-JP" sz="700" b="0" i="0" u="none" strike="noStrike" kern="1200" cap="none" spc="0" normalizeH="0" baseline="0" noProof="0" dirty="0">
                <a:ln>
                  <a:noFill/>
                </a:ln>
                <a:solidFill>
                  <a:schemeClr val="bg1"/>
                </a:solidFill>
                <a:effectLst/>
                <a:uLnTx/>
                <a:uFillTx/>
                <a:latin typeface="Arial"/>
                <a:ea typeface="+mn-ea"/>
                <a:cs typeface="+mn-cs"/>
              </a:rPr>
              <a:t>Fujitsu Restricted - Internal Use Only</a:t>
            </a:r>
            <a:endParaRPr kumimoji="1" lang="en-US" altLang="ja-JP" sz="700" b="0" i="0" u="none" strike="noStrike" kern="1200" cap="none" spc="0" normalizeH="0" baseline="0" noProof="0" dirty="0">
              <a:ln>
                <a:noFill/>
              </a:ln>
              <a:solidFill>
                <a:schemeClr val="bg1"/>
              </a:solidFill>
              <a:effectLst/>
              <a:uLnTx/>
              <a:uFillTx/>
              <a:latin typeface="Arial"/>
              <a:ea typeface="+mn-ea"/>
              <a:cs typeface="+mn-cs"/>
            </a:endParaRPr>
          </a:p>
        </p:txBody>
      </p:sp>
    </p:spTree>
    <p:extLst>
      <p:ext uri="{BB962C8B-B14F-4D97-AF65-F5344CB8AC3E}">
        <p14:creationId xmlns:p14="http://schemas.microsoft.com/office/powerpoint/2010/main" val="3444549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2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Slide - Bullets (1-col)">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9767" y="206603"/>
            <a:ext cx="7740000" cy="366254"/>
          </a:xfrm>
          <a:prstGeom prst="rect">
            <a:avLst/>
          </a:prstGeom>
        </p:spPr>
        <p:txBody>
          <a:bodyPr>
            <a:spAutoFit/>
          </a:bodyPr>
          <a:lstStyle>
            <a:lvl1pPr>
              <a:lnSpc>
                <a:spcPct val="85000"/>
              </a:lnSpc>
              <a:defRPr sz="2800"/>
            </a:lvl1pPr>
          </a:lstStyle>
          <a:p>
            <a:r>
              <a:rPr lang="en-US" altLang="ja-JP" dirty="0"/>
              <a:t>Slide title</a:t>
            </a:r>
            <a:endParaRPr lang="en-US" dirty="0"/>
          </a:p>
        </p:txBody>
      </p:sp>
      <p:sp>
        <p:nvSpPr>
          <p:cNvPr id="6" name="Slide Number Placeholder 5"/>
          <p:cNvSpPr>
            <a:spLocks noGrp="1"/>
          </p:cNvSpPr>
          <p:nvPr>
            <p:ph type="sldNum" sz="quarter" idx="12"/>
          </p:nvPr>
        </p:nvSpPr>
        <p:spPr/>
        <p:txBody>
          <a:bodyPr/>
          <a:lstStyle/>
          <a:p>
            <a:fld id="{4D029D89-7B63-4C94-AD4D-2E4D6BB83637}" type="slidenum">
              <a:rPr kumimoji="1" lang="ja-JP" altLang="en-US" smtClean="0"/>
              <a:t>‹#›</a:t>
            </a:fld>
            <a:endParaRPr kumimoji="1" lang="ja-JP" altLang="en-US"/>
          </a:p>
        </p:txBody>
      </p:sp>
      <p:sp>
        <p:nvSpPr>
          <p:cNvPr id="4" name="Text Placeholder 3">
            <a:extLst>
              <a:ext uri="{FF2B5EF4-FFF2-40B4-BE49-F238E27FC236}">
                <a16:creationId xmlns:a16="http://schemas.microsoft.com/office/drawing/2014/main" id="{9EBF4EE4-50E9-4ECE-9329-774C2C38C68C}"/>
              </a:ext>
            </a:extLst>
          </p:cNvPr>
          <p:cNvSpPr>
            <a:spLocks noGrp="1"/>
          </p:cNvSpPr>
          <p:nvPr>
            <p:ph type="body" sz="quarter" idx="14" hasCustomPrompt="1"/>
          </p:nvPr>
        </p:nvSpPr>
        <p:spPr>
          <a:xfrm>
            <a:off x="231774" y="950913"/>
            <a:ext cx="8677275" cy="1311128"/>
          </a:xfrm>
          <a:prstGeom prst="rect">
            <a:avLst/>
          </a:prstGeom>
        </p:spPr>
        <p:txBody>
          <a:bodyPr wrap="square" lIns="0" tIns="0" rIns="0" bIns="0">
            <a:spAutoFit/>
          </a:bodyPr>
          <a:lstStyle>
            <a:lvl1pPr marL="252413" indent="-252413">
              <a:spcAft>
                <a:spcPts val="600"/>
              </a:spcAft>
              <a:buClr>
                <a:srgbClr val="008224"/>
              </a:buClr>
              <a:buSzPct val="120000"/>
              <a:buFont typeface="Arial" panose="020B0604020202020204" pitchFamily="34" charset="0"/>
              <a:buChar char="●"/>
              <a:defRPr/>
            </a:lvl1pPr>
            <a:lvl2pPr marL="533400" indent="-225425">
              <a:spcAft>
                <a:spcPts val="600"/>
              </a:spcAft>
              <a:buClr>
                <a:srgbClr val="61D600"/>
              </a:buClr>
              <a:buSzPct val="120000"/>
              <a:buFont typeface="Arial" panose="020B0604020202020204" pitchFamily="34" charset="0"/>
              <a:buChar char="●"/>
              <a:defRPr/>
            </a:lvl2pPr>
            <a:lvl3pPr marL="868363" indent="-198438">
              <a:spcAft>
                <a:spcPts val="600"/>
              </a:spcAft>
              <a:buClr>
                <a:srgbClr val="6D6E70"/>
              </a:buClr>
              <a:buSzPct val="120000"/>
              <a:buFont typeface="Arial" panose="020B0604020202020204" pitchFamily="34" charset="0"/>
              <a:buChar char="●"/>
              <a:defRPr/>
            </a:lvl3pPr>
            <a:lvl4pPr>
              <a:spcAft>
                <a:spcPts val="600"/>
              </a:spcAft>
              <a:buClr>
                <a:schemeClr val="bg1">
                  <a:lumMod val="65000"/>
                </a:schemeClr>
              </a:buClr>
              <a:buSzPct val="120000"/>
              <a:defRPr/>
            </a:lvl4pPr>
          </a:lstStyle>
          <a:p>
            <a:r>
              <a:rPr lang="en-GB" dirty="0"/>
              <a:t>Bullets level 1</a:t>
            </a:r>
          </a:p>
          <a:p>
            <a:pPr lvl="1"/>
            <a:r>
              <a:rPr lang="en-GB" dirty="0"/>
              <a:t>Bullets level 2</a:t>
            </a:r>
          </a:p>
          <a:p>
            <a:pPr lvl="2"/>
            <a:r>
              <a:rPr lang="en-GB" dirty="0"/>
              <a:t>Bullets level 3</a:t>
            </a:r>
          </a:p>
          <a:p>
            <a:pPr lvl="3"/>
            <a:r>
              <a:rPr lang="en-GB" dirty="0"/>
              <a:t>Bullets level 4</a:t>
            </a:r>
            <a:endParaRPr lang="en-US" dirty="0"/>
          </a:p>
        </p:txBody>
      </p:sp>
    </p:spTree>
    <p:extLst>
      <p:ext uri="{BB962C8B-B14F-4D97-AF65-F5344CB8AC3E}">
        <p14:creationId xmlns:p14="http://schemas.microsoft.com/office/powerpoint/2010/main" val="2261898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_Content Slide - Bullets (1-col)">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9767" y="206603"/>
            <a:ext cx="7740000" cy="366254"/>
          </a:xfrm>
          <a:prstGeom prst="rect">
            <a:avLst/>
          </a:prstGeom>
        </p:spPr>
        <p:txBody>
          <a:bodyPr>
            <a:spAutoFit/>
          </a:bodyPr>
          <a:lstStyle>
            <a:lvl1pPr>
              <a:lnSpc>
                <a:spcPct val="85000"/>
              </a:lnSpc>
              <a:defRPr sz="2800"/>
            </a:lvl1pPr>
          </a:lstStyle>
          <a:p>
            <a:r>
              <a:rPr lang="en-US" altLang="ja-JP" dirty="0"/>
              <a:t>Slide title</a:t>
            </a:r>
            <a:endParaRPr lang="en-US" dirty="0"/>
          </a:p>
        </p:txBody>
      </p:sp>
      <p:sp>
        <p:nvSpPr>
          <p:cNvPr id="6" name="Slide Number Placeholder 5"/>
          <p:cNvSpPr>
            <a:spLocks noGrp="1"/>
          </p:cNvSpPr>
          <p:nvPr>
            <p:ph type="sldNum" sz="quarter" idx="12"/>
          </p:nvPr>
        </p:nvSpPr>
        <p:spPr/>
        <p:txBody>
          <a:bodyPr/>
          <a:lstStyle/>
          <a:p>
            <a:fld id="{4D029D89-7B63-4C94-AD4D-2E4D6BB83637}" type="slidenum">
              <a:rPr kumimoji="1" lang="ja-JP" altLang="en-US" smtClean="0"/>
              <a:t>‹#›</a:t>
            </a:fld>
            <a:endParaRPr kumimoji="1" lang="ja-JP" altLang="en-US"/>
          </a:p>
        </p:txBody>
      </p:sp>
      <p:sp>
        <p:nvSpPr>
          <p:cNvPr id="4" name="Text Placeholder 3">
            <a:extLst>
              <a:ext uri="{FF2B5EF4-FFF2-40B4-BE49-F238E27FC236}">
                <a16:creationId xmlns:a16="http://schemas.microsoft.com/office/drawing/2014/main" id="{9EBF4EE4-50E9-4ECE-9329-774C2C38C68C}"/>
              </a:ext>
            </a:extLst>
          </p:cNvPr>
          <p:cNvSpPr>
            <a:spLocks noGrp="1"/>
          </p:cNvSpPr>
          <p:nvPr>
            <p:ph type="body" sz="quarter" idx="14" hasCustomPrompt="1"/>
          </p:nvPr>
        </p:nvSpPr>
        <p:spPr>
          <a:xfrm>
            <a:off x="231774" y="950913"/>
            <a:ext cx="4205367" cy="1311128"/>
          </a:xfrm>
          <a:prstGeom prst="rect">
            <a:avLst/>
          </a:prstGeom>
        </p:spPr>
        <p:txBody>
          <a:bodyPr wrap="square" lIns="0" tIns="0" rIns="0" bIns="0">
            <a:spAutoFit/>
          </a:bodyPr>
          <a:lstStyle>
            <a:lvl1pPr marL="252413" indent="-252413">
              <a:spcAft>
                <a:spcPts val="600"/>
              </a:spcAft>
              <a:buClr>
                <a:srgbClr val="008224"/>
              </a:buClr>
              <a:buSzPct val="120000"/>
              <a:buFont typeface="Arial" panose="020B0604020202020204" pitchFamily="34" charset="0"/>
              <a:buChar char="●"/>
              <a:defRPr/>
            </a:lvl1pPr>
            <a:lvl2pPr marL="533400" indent="-225425">
              <a:spcAft>
                <a:spcPts val="600"/>
              </a:spcAft>
              <a:buClr>
                <a:srgbClr val="61D600"/>
              </a:buClr>
              <a:buSzPct val="120000"/>
              <a:buFont typeface="Arial" panose="020B0604020202020204" pitchFamily="34" charset="0"/>
              <a:buChar char="●"/>
              <a:defRPr/>
            </a:lvl2pPr>
            <a:lvl3pPr marL="868363" indent="-198438">
              <a:spcAft>
                <a:spcPts val="600"/>
              </a:spcAft>
              <a:buClr>
                <a:srgbClr val="6D6E70"/>
              </a:buClr>
              <a:buSzPct val="120000"/>
              <a:buFont typeface="Arial" panose="020B0604020202020204" pitchFamily="34" charset="0"/>
              <a:buChar char="●"/>
              <a:defRPr/>
            </a:lvl3pPr>
            <a:lvl4pPr>
              <a:spcAft>
                <a:spcPts val="600"/>
              </a:spcAft>
              <a:buClr>
                <a:schemeClr val="bg1">
                  <a:lumMod val="65000"/>
                </a:schemeClr>
              </a:buClr>
              <a:buSzPct val="120000"/>
              <a:defRPr/>
            </a:lvl4pPr>
          </a:lstStyle>
          <a:p>
            <a:r>
              <a:rPr lang="en-GB" dirty="0"/>
              <a:t>Bullets level 1</a:t>
            </a:r>
          </a:p>
          <a:p>
            <a:pPr lvl="1"/>
            <a:r>
              <a:rPr lang="en-GB" dirty="0"/>
              <a:t>Bullets level 2</a:t>
            </a:r>
          </a:p>
          <a:p>
            <a:pPr lvl="2"/>
            <a:r>
              <a:rPr lang="en-GB" dirty="0"/>
              <a:t>Bullets level 3</a:t>
            </a:r>
          </a:p>
          <a:p>
            <a:pPr lvl="3"/>
            <a:r>
              <a:rPr lang="en-GB" dirty="0"/>
              <a:t>Bullets level 4</a:t>
            </a:r>
            <a:endParaRPr lang="en-US" dirty="0"/>
          </a:p>
        </p:txBody>
      </p:sp>
      <p:sp>
        <p:nvSpPr>
          <p:cNvPr id="5" name="Text Placeholder 4">
            <a:extLst>
              <a:ext uri="{FF2B5EF4-FFF2-40B4-BE49-F238E27FC236}">
                <a16:creationId xmlns:a16="http://schemas.microsoft.com/office/drawing/2014/main" id="{7C511649-B36E-47C3-A3F7-5CDC5D3F8D29}"/>
              </a:ext>
            </a:extLst>
          </p:cNvPr>
          <p:cNvSpPr>
            <a:spLocks noGrp="1"/>
          </p:cNvSpPr>
          <p:nvPr>
            <p:ph type="body" sz="quarter" idx="15" hasCustomPrompt="1"/>
          </p:nvPr>
        </p:nvSpPr>
        <p:spPr>
          <a:xfrm>
            <a:off x="4657518" y="950913"/>
            <a:ext cx="4164219" cy="1311128"/>
          </a:xfrm>
        </p:spPr>
        <p:txBody>
          <a:bodyPr/>
          <a:lstStyle>
            <a:lvl1pPr>
              <a:buClr>
                <a:srgbClr val="008224"/>
              </a:buClr>
              <a:defRPr/>
            </a:lvl1pPr>
            <a:lvl2pPr marL="533400" indent="-225425">
              <a:buClr>
                <a:srgbClr val="61D600"/>
              </a:buClr>
              <a:buFont typeface="Arial" panose="020B0604020202020204" pitchFamily="34" charset="0"/>
              <a:buChar char="●"/>
              <a:defRPr/>
            </a:lvl2pPr>
            <a:lvl3pPr marL="868363" indent="-198438">
              <a:buFont typeface="Arial" panose="020B0604020202020204" pitchFamily="34" charset="0"/>
              <a:buChar char="●"/>
              <a:defRPr/>
            </a:lvl3pPr>
          </a:lstStyle>
          <a:p>
            <a:r>
              <a:rPr lang="en-GB" dirty="0"/>
              <a:t>Bullets level 1</a:t>
            </a:r>
          </a:p>
          <a:p>
            <a:pPr lvl="1"/>
            <a:r>
              <a:rPr lang="en-GB" dirty="0"/>
              <a:t>Bullets level 2</a:t>
            </a:r>
          </a:p>
          <a:p>
            <a:pPr lvl="2"/>
            <a:r>
              <a:rPr lang="en-GB" dirty="0"/>
              <a:t>Bullets level 3</a:t>
            </a:r>
          </a:p>
          <a:p>
            <a:pPr lvl="3"/>
            <a:r>
              <a:rPr lang="en-GB" dirty="0"/>
              <a:t>Bullets level 4</a:t>
            </a:r>
            <a:endParaRPr lang="en-US" dirty="0"/>
          </a:p>
        </p:txBody>
      </p:sp>
    </p:spTree>
    <p:extLst>
      <p:ext uri="{BB962C8B-B14F-4D97-AF65-F5344CB8AC3E}">
        <p14:creationId xmlns:p14="http://schemas.microsoft.com/office/powerpoint/2010/main" val="802752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Slide - Text (1-col)">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9767" y="206603"/>
            <a:ext cx="7740000" cy="366254"/>
          </a:xfrm>
          <a:prstGeom prst="rect">
            <a:avLst/>
          </a:prstGeom>
        </p:spPr>
        <p:txBody>
          <a:bodyPr>
            <a:spAutoFit/>
          </a:bodyPr>
          <a:lstStyle>
            <a:lvl1pPr>
              <a:lnSpc>
                <a:spcPct val="85000"/>
              </a:lnSpc>
              <a:defRPr sz="2800"/>
            </a:lvl1pPr>
          </a:lstStyle>
          <a:p>
            <a:r>
              <a:rPr lang="en-US" altLang="ja-JP" dirty="0"/>
              <a:t>Slide title</a:t>
            </a:r>
            <a:endParaRPr lang="en-US" dirty="0"/>
          </a:p>
        </p:txBody>
      </p:sp>
      <p:sp>
        <p:nvSpPr>
          <p:cNvPr id="6" name="Slide Number Placeholder 5"/>
          <p:cNvSpPr>
            <a:spLocks noGrp="1"/>
          </p:cNvSpPr>
          <p:nvPr>
            <p:ph type="sldNum" sz="quarter" idx="12"/>
          </p:nvPr>
        </p:nvSpPr>
        <p:spPr/>
        <p:txBody>
          <a:bodyPr/>
          <a:lstStyle/>
          <a:p>
            <a:fld id="{4D029D89-7B63-4C94-AD4D-2E4D6BB83637}" type="slidenum">
              <a:rPr kumimoji="1" lang="ja-JP" altLang="en-US" smtClean="0"/>
              <a:t>‹#›</a:t>
            </a:fld>
            <a:endParaRPr kumimoji="1" lang="ja-JP" altLang="en-US"/>
          </a:p>
        </p:txBody>
      </p:sp>
      <p:sp>
        <p:nvSpPr>
          <p:cNvPr id="8" name="Text Placeholder 7">
            <a:extLst>
              <a:ext uri="{FF2B5EF4-FFF2-40B4-BE49-F238E27FC236}">
                <a16:creationId xmlns:a16="http://schemas.microsoft.com/office/drawing/2014/main" id="{AEB215B0-F0D3-4B76-AABE-C21B061E9A9C}"/>
              </a:ext>
            </a:extLst>
          </p:cNvPr>
          <p:cNvSpPr>
            <a:spLocks noGrp="1"/>
          </p:cNvSpPr>
          <p:nvPr>
            <p:ph type="body" sz="quarter" idx="13" hasCustomPrompt="1"/>
          </p:nvPr>
        </p:nvSpPr>
        <p:spPr>
          <a:xfrm>
            <a:off x="234000" y="958851"/>
            <a:ext cx="8680868" cy="3783012"/>
          </a:xfrm>
          <a:prstGeom prst="rect">
            <a:avLst/>
          </a:prstGeom>
        </p:spPr>
        <p:txBody>
          <a:bodyPr lIns="0" tIns="0" rIns="0" bIns="0">
            <a:normAutofit/>
          </a:bodyPr>
          <a:lstStyle>
            <a:lvl1pPr marL="0" marR="0" indent="0" algn="l" defTabSz="685800" rtl="0" eaLnBrk="1" fontAlgn="auto" latinLnBrk="0" hangingPunct="1">
              <a:lnSpc>
                <a:spcPct val="90000"/>
              </a:lnSpc>
              <a:spcBef>
                <a:spcPts val="0"/>
              </a:spcBef>
              <a:spcAft>
                <a:spcPts val="600"/>
              </a:spcAft>
              <a:buClrTx/>
              <a:buSzPct val="100000"/>
              <a:buFont typeface="Arial" panose="020B0604020202020204" pitchFamily="34" charset="0"/>
              <a:buNone/>
              <a:tabLst/>
              <a:defRPr kumimoji="1" lang="en-US" altLang="ja-JP" sz="2400" kern="1200" noProof="0" dirty="0">
                <a:solidFill>
                  <a:schemeClr val="tx1"/>
                </a:solidFill>
                <a:latin typeface="+mn-lt"/>
                <a:ea typeface="+mn-ea"/>
                <a:cs typeface="+mn-cs"/>
              </a:defRPr>
            </a:lvl1pPr>
          </a:lstStyle>
          <a:p>
            <a:pPr marL="0" marR="0" lvl="0" indent="0" algn="l" defTabSz="685800" rtl="0" eaLnBrk="1" fontAlgn="auto" latinLnBrk="0" hangingPunct="1">
              <a:lnSpc>
                <a:spcPct val="90000"/>
              </a:lnSpc>
              <a:spcBef>
                <a:spcPts val="0"/>
              </a:spcBef>
              <a:spcAft>
                <a:spcPts val="600"/>
              </a:spcAft>
              <a:buClrTx/>
              <a:buSzPct val="100000"/>
              <a:buFont typeface="Arial" panose="020B0604020202020204" pitchFamily="34" charset="0"/>
              <a:buNone/>
              <a:tabLst/>
              <a:defRPr/>
            </a:pPr>
            <a:r>
              <a:rPr kumimoji="1" lang="en-US" altLang="ja-JP" sz="2400" b="0" i="0" u="none" strike="noStrike" kern="1200" cap="none" spc="0" normalizeH="0" baseline="0" noProof="0" dirty="0">
                <a:ln>
                  <a:noFill/>
                </a:ln>
                <a:solidFill>
                  <a:srgbClr val="000000"/>
                </a:solidFill>
                <a:effectLst/>
                <a:uLnTx/>
                <a:uFillTx/>
                <a:latin typeface="+mn-lt"/>
                <a:cs typeface="+mn-cs"/>
              </a:rPr>
              <a:t>Add your text here…</a:t>
            </a:r>
          </a:p>
        </p:txBody>
      </p:sp>
    </p:spTree>
    <p:extLst>
      <p:ext uri="{BB962C8B-B14F-4D97-AF65-F5344CB8AC3E}">
        <p14:creationId xmlns:p14="http://schemas.microsoft.com/office/powerpoint/2010/main" val="2329735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Slide - Text (2-col)">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9767" y="206603"/>
            <a:ext cx="7740000" cy="366254"/>
          </a:xfrm>
          <a:prstGeom prst="rect">
            <a:avLst/>
          </a:prstGeom>
        </p:spPr>
        <p:txBody>
          <a:bodyPr>
            <a:spAutoFit/>
          </a:bodyPr>
          <a:lstStyle>
            <a:lvl1pPr>
              <a:lnSpc>
                <a:spcPct val="85000"/>
              </a:lnSpc>
              <a:defRPr sz="2800"/>
            </a:lvl1pPr>
          </a:lstStyle>
          <a:p>
            <a:r>
              <a:rPr lang="en-US" altLang="ja-JP" dirty="0"/>
              <a:t>Slide title</a:t>
            </a:r>
            <a:endParaRPr lang="en-US" dirty="0"/>
          </a:p>
        </p:txBody>
      </p:sp>
      <p:sp>
        <p:nvSpPr>
          <p:cNvPr id="6" name="Slide Number Placeholder 5"/>
          <p:cNvSpPr>
            <a:spLocks noGrp="1"/>
          </p:cNvSpPr>
          <p:nvPr>
            <p:ph type="sldNum" sz="quarter" idx="12"/>
          </p:nvPr>
        </p:nvSpPr>
        <p:spPr/>
        <p:txBody>
          <a:bodyPr/>
          <a:lstStyle/>
          <a:p>
            <a:fld id="{4D029D89-7B63-4C94-AD4D-2E4D6BB83637}" type="slidenum">
              <a:rPr kumimoji="1" lang="ja-JP" altLang="en-US" smtClean="0"/>
              <a:t>‹#›</a:t>
            </a:fld>
            <a:endParaRPr kumimoji="1" lang="ja-JP" altLang="en-US"/>
          </a:p>
        </p:txBody>
      </p:sp>
      <p:sp>
        <p:nvSpPr>
          <p:cNvPr id="8" name="Text Placeholder 7">
            <a:extLst>
              <a:ext uri="{FF2B5EF4-FFF2-40B4-BE49-F238E27FC236}">
                <a16:creationId xmlns:a16="http://schemas.microsoft.com/office/drawing/2014/main" id="{AEB215B0-F0D3-4B76-AABE-C21B061E9A9C}"/>
              </a:ext>
            </a:extLst>
          </p:cNvPr>
          <p:cNvSpPr>
            <a:spLocks noGrp="1"/>
          </p:cNvSpPr>
          <p:nvPr>
            <p:ph type="body" sz="quarter" idx="13" hasCustomPrompt="1"/>
          </p:nvPr>
        </p:nvSpPr>
        <p:spPr>
          <a:xfrm>
            <a:off x="234000" y="958851"/>
            <a:ext cx="4223700" cy="332399"/>
          </a:xfrm>
          <a:prstGeom prst="rect">
            <a:avLst/>
          </a:prstGeom>
        </p:spPr>
        <p:txBody>
          <a:bodyPr lIns="0" tIns="0" rIns="0" bIns="0">
            <a:spAutoFit/>
          </a:bodyPr>
          <a:lstStyle>
            <a:lvl1pPr marL="0" marR="0" indent="0" algn="l" defTabSz="685800" rtl="0" eaLnBrk="1" fontAlgn="auto" latinLnBrk="0" hangingPunct="1">
              <a:lnSpc>
                <a:spcPct val="90000"/>
              </a:lnSpc>
              <a:spcBef>
                <a:spcPts val="0"/>
              </a:spcBef>
              <a:spcAft>
                <a:spcPts val="600"/>
              </a:spcAft>
              <a:buClrTx/>
              <a:buSzPct val="100000"/>
              <a:buFont typeface="Arial" panose="020B0604020202020204" pitchFamily="34" charset="0"/>
              <a:buNone/>
              <a:tabLst/>
              <a:defRPr kumimoji="1" lang="en-US" altLang="ja-JP" sz="2400" kern="1200" noProof="0" dirty="0">
                <a:solidFill>
                  <a:schemeClr val="tx1"/>
                </a:solidFill>
                <a:latin typeface="+mn-lt"/>
                <a:ea typeface="+mn-ea"/>
                <a:cs typeface="+mn-cs"/>
              </a:defRPr>
            </a:lvl1pPr>
          </a:lstStyle>
          <a:p>
            <a:pPr marL="0" marR="0" lvl="0" indent="0" algn="l" defTabSz="685800" rtl="0" eaLnBrk="1" fontAlgn="auto" latinLnBrk="0" hangingPunct="1">
              <a:lnSpc>
                <a:spcPct val="90000"/>
              </a:lnSpc>
              <a:spcBef>
                <a:spcPts val="0"/>
              </a:spcBef>
              <a:spcAft>
                <a:spcPts val="600"/>
              </a:spcAft>
              <a:buClrTx/>
              <a:buSzPct val="100000"/>
              <a:buFont typeface="Arial" panose="020B0604020202020204" pitchFamily="34" charset="0"/>
              <a:buNone/>
              <a:tabLst/>
              <a:defRPr/>
            </a:pPr>
            <a:r>
              <a:rPr kumimoji="1" lang="en-US" altLang="ja-JP" sz="2400" b="0" i="0" u="none" strike="noStrike" kern="1200" cap="none" spc="0" normalizeH="0" baseline="0" noProof="0" dirty="0">
                <a:ln>
                  <a:noFill/>
                </a:ln>
                <a:solidFill>
                  <a:srgbClr val="000000"/>
                </a:solidFill>
                <a:effectLst/>
                <a:uLnTx/>
                <a:uFillTx/>
                <a:latin typeface="+mn-lt"/>
                <a:cs typeface="+mn-cs"/>
              </a:rPr>
              <a:t>Add your text here…</a:t>
            </a:r>
          </a:p>
        </p:txBody>
      </p:sp>
      <p:sp>
        <p:nvSpPr>
          <p:cNvPr id="4" name="Text Placeholder 3">
            <a:extLst>
              <a:ext uri="{FF2B5EF4-FFF2-40B4-BE49-F238E27FC236}">
                <a16:creationId xmlns:a16="http://schemas.microsoft.com/office/drawing/2014/main" id="{8EF6EDCF-1E8A-44E1-95A2-DB771C73868B}"/>
              </a:ext>
            </a:extLst>
          </p:cNvPr>
          <p:cNvSpPr>
            <a:spLocks noGrp="1"/>
          </p:cNvSpPr>
          <p:nvPr>
            <p:ph type="body" sz="quarter" idx="14" hasCustomPrompt="1"/>
          </p:nvPr>
        </p:nvSpPr>
        <p:spPr>
          <a:xfrm>
            <a:off x="4572000" y="958851"/>
            <a:ext cx="4338000" cy="332399"/>
          </a:xfrm>
          <a:prstGeom prst="rect">
            <a:avLst/>
          </a:prstGeom>
        </p:spPr>
        <p:txBody>
          <a:bodyPr>
            <a:spAutoFit/>
          </a:bodyPr>
          <a:lstStyle>
            <a:lvl1pPr marL="0" indent="0">
              <a:buNone/>
              <a:defRPr kumimoji="1" lang="en-US" altLang="ja-JP" sz="2400" b="0" i="0" u="none" strike="noStrike" kern="1200" cap="none" spc="0" normalizeH="0" baseline="0" noProof="0" dirty="0" smtClean="0">
                <a:ln>
                  <a:noFill/>
                </a:ln>
                <a:solidFill>
                  <a:srgbClr val="000000"/>
                </a:solidFill>
                <a:effectLst/>
                <a:uLnTx/>
                <a:uFillTx/>
                <a:latin typeface="+mn-lt"/>
                <a:ea typeface="+mn-ea"/>
                <a:cs typeface="+mn-cs"/>
              </a:defRPr>
            </a:lvl1pPr>
            <a:lvl2pPr marL="307975" indent="0">
              <a:buNone/>
              <a:defRPr/>
            </a:lvl2pPr>
            <a:lvl5pPr marL="1543050" indent="-171450">
              <a:buFont typeface="Arial" panose="020B0604020202020204" pitchFamily="34" charset="0"/>
              <a:buChar char="•"/>
              <a:defRPr/>
            </a:lvl5pPr>
          </a:lstStyle>
          <a:p>
            <a:pPr marL="0" marR="0" lvl="0" indent="0" algn="l" defTabSz="685800" rtl="0" eaLnBrk="1" fontAlgn="auto" latinLnBrk="0" hangingPunct="1">
              <a:lnSpc>
                <a:spcPct val="90000"/>
              </a:lnSpc>
              <a:spcBef>
                <a:spcPts val="0"/>
              </a:spcBef>
              <a:spcAft>
                <a:spcPts val="600"/>
              </a:spcAft>
              <a:buClrTx/>
              <a:buSzPct val="100000"/>
              <a:buFont typeface="Arial" panose="020B0604020202020204" pitchFamily="34" charset="0"/>
              <a:buNone/>
              <a:tabLst/>
              <a:defRPr/>
            </a:pPr>
            <a:r>
              <a:rPr kumimoji="1" lang="en-US" altLang="ja-JP" sz="2400" b="0" i="0" u="none" strike="noStrike" kern="1200" cap="none" spc="0" normalizeH="0" baseline="0" noProof="0" dirty="0">
                <a:ln>
                  <a:noFill/>
                </a:ln>
                <a:solidFill>
                  <a:srgbClr val="000000"/>
                </a:solidFill>
                <a:effectLst/>
                <a:uLnTx/>
                <a:uFillTx/>
                <a:latin typeface="+mn-lt"/>
                <a:cs typeface="+mn-cs"/>
              </a:rPr>
              <a:t>Add your text here…</a:t>
            </a:r>
          </a:p>
        </p:txBody>
      </p:sp>
    </p:spTree>
    <p:extLst>
      <p:ext uri="{BB962C8B-B14F-4D97-AF65-F5344CB8AC3E}">
        <p14:creationId xmlns:p14="http://schemas.microsoft.com/office/powerpoint/2010/main" val="1244939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Slide - 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9767" y="206603"/>
            <a:ext cx="7740000" cy="366254"/>
          </a:xfrm>
          <a:prstGeom prst="rect">
            <a:avLst/>
          </a:prstGeom>
        </p:spPr>
        <p:txBody>
          <a:bodyPr>
            <a:spAutoFit/>
          </a:bodyPr>
          <a:lstStyle>
            <a:lvl1pPr>
              <a:lnSpc>
                <a:spcPct val="85000"/>
              </a:lnSpc>
              <a:defRPr sz="2800"/>
            </a:lvl1pPr>
          </a:lstStyle>
          <a:p>
            <a:r>
              <a:rPr lang="en-US" altLang="ja-JP" dirty="0"/>
              <a:t>Slide title</a:t>
            </a:r>
            <a:endParaRPr lang="en-US" dirty="0"/>
          </a:p>
        </p:txBody>
      </p:sp>
      <p:sp>
        <p:nvSpPr>
          <p:cNvPr id="6" name="Slide Number Placeholder 5"/>
          <p:cNvSpPr>
            <a:spLocks noGrp="1"/>
          </p:cNvSpPr>
          <p:nvPr>
            <p:ph type="sldNum" sz="quarter" idx="12"/>
          </p:nvPr>
        </p:nvSpPr>
        <p:spPr/>
        <p:txBody>
          <a:bodyPr/>
          <a:lstStyle/>
          <a:p>
            <a:fld id="{4D029D89-7B63-4C94-AD4D-2E4D6BB83637}" type="slidenum">
              <a:rPr kumimoji="1" lang="ja-JP" altLang="en-US" smtClean="0"/>
              <a:t>‹#›</a:t>
            </a:fld>
            <a:endParaRPr kumimoji="1" lang="ja-JP" altLang="en-US"/>
          </a:p>
        </p:txBody>
      </p:sp>
    </p:spTree>
    <p:extLst>
      <p:ext uri="{BB962C8B-B14F-4D97-AF65-F5344CB8AC3E}">
        <p14:creationId xmlns:p14="http://schemas.microsoft.com/office/powerpoint/2010/main" val="2063745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pic>
        <p:nvPicPr>
          <p:cNvPr id="16" name="図 17">
            <a:extLst>
              <a:ext uri="{FF2B5EF4-FFF2-40B4-BE49-F238E27FC236}">
                <a16:creationId xmlns:a16="http://schemas.microsoft.com/office/drawing/2014/main" id="{2EDCCE67-6F3C-408B-B418-9F6469D969E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ltGray">
          <a:xfrm>
            <a:off x="4569692" y="0"/>
            <a:ext cx="4574308" cy="5143499"/>
          </a:xfrm>
          <a:prstGeom prst="rect">
            <a:avLst/>
          </a:prstGeom>
        </p:spPr>
      </p:pic>
      <p:pic>
        <p:nvPicPr>
          <p:cNvPr id="17" name="図 18">
            <a:extLst>
              <a:ext uri="{FF2B5EF4-FFF2-40B4-BE49-F238E27FC236}">
                <a16:creationId xmlns:a16="http://schemas.microsoft.com/office/drawing/2014/main" id="{FF0472CF-CEA8-4C44-9367-5A86B61F8825}"/>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bwMode="gray">
          <a:xfrm>
            <a:off x="3104888" y="1298597"/>
            <a:ext cx="3275999" cy="2545521"/>
          </a:xfrm>
          <a:prstGeom prst="rect">
            <a:avLst/>
          </a:prstGeom>
        </p:spPr>
      </p:pic>
      <p:sp>
        <p:nvSpPr>
          <p:cNvPr id="4" name="テキスト ボックス 3">
            <a:extLst>
              <a:ext uri="{FF2B5EF4-FFF2-40B4-BE49-F238E27FC236}">
                <a16:creationId xmlns:a16="http://schemas.microsoft.com/office/drawing/2014/main" id="{40C3468B-D18B-4488-B70F-EE038FBC8715}"/>
              </a:ext>
            </a:extLst>
          </p:cNvPr>
          <p:cNvSpPr txBox="1"/>
          <p:nvPr userDrawn="1"/>
        </p:nvSpPr>
        <p:spPr>
          <a:xfrm>
            <a:off x="129201" y="2007097"/>
            <a:ext cx="2876108" cy="738664"/>
          </a:xfrm>
          <a:prstGeom prst="rect">
            <a:avLst/>
          </a:prstGeom>
          <a:noFill/>
        </p:spPr>
        <p:txBody>
          <a:bodyPr wrap="none" rtlCol="0">
            <a:spAutoFit/>
          </a:bodyPr>
          <a:lstStyle/>
          <a:p>
            <a:r>
              <a:rPr kumimoji="1" lang="en-US" altLang="ja-JP" sz="4200" b="1" baseline="0" dirty="0"/>
              <a:t>Thank you</a:t>
            </a:r>
            <a:endParaRPr kumimoji="1" lang="ja-JP" altLang="en-US" sz="4200" b="1" baseline="0" dirty="0"/>
          </a:p>
        </p:txBody>
      </p:sp>
      <p:grpSp>
        <p:nvGrpSpPr>
          <p:cNvPr id="20" name="Group 19" descr="Fujitsu">
            <a:extLst>
              <a:ext uri="{FF2B5EF4-FFF2-40B4-BE49-F238E27FC236}">
                <a16:creationId xmlns:a16="http://schemas.microsoft.com/office/drawing/2014/main" id="{00C91225-5470-41F3-BF18-293D31ECB7E4}"/>
              </a:ext>
            </a:extLst>
          </p:cNvPr>
          <p:cNvGrpSpPr>
            <a:grpSpLocks noChangeAspect="1"/>
          </p:cNvGrpSpPr>
          <p:nvPr userDrawn="1"/>
        </p:nvGrpSpPr>
        <p:grpSpPr>
          <a:xfrm>
            <a:off x="7948615" y="226928"/>
            <a:ext cx="968769" cy="472173"/>
            <a:chOff x="8012114" y="249161"/>
            <a:chExt cx="892174" cy="434841"/>
          </a:xfrm>
        </p:grpSpPr>
        <p:sp>
          <p:nvSpPr>
            <p:cNvPr id="21" name="Freeform 34">
              <a:extLst>
                <a:ext uri="{FF2B5EF4-FFF2-40B4-BE49-F238E27FC236}">
                  <a16:creationId xmlns:a16="http://schemas.microsoft.com/office/drawing/2014/main" id="{CA60074C-8200-4851-A8D1-DEE0ED4F5420}"/>
                </a:ext>
              </a:extLst>
            </p:cNvPr>
            <p:cNvSpPr>
              <a:spLocks/>
            </p:cNvSpPr>
            <p:nvPr userDrawn="1"/>
          </p:nvSpPr>
          <p:spPr bwMode="gray">
            <a:xfrm>
              <a:off x="8307389" y="249161"/>
              <a:ext cx="179387" cy="139657"/>
            </a:xfrm>
            <a:custGeom>
              <a:avLst/>
              <a:gdLst>
                <a:gd name="T0" fmla="*/ 961 w 2365"/>
                <a:gd name="T1" fmla="*/ 764 h 1825"/>
                <a:gd name="T2" fmla="*/ 599 w 2365"/>
                <a:gd name="T3" fmla="*/ 642 h 1825"/>
                <a:gd name="T4" fmla="*/ 1 w 2365"/>
                <a:gd name="T5" fmla="*/ 1235 h 1825"/>
                <a:gd name="T6" fmla="*/ 599 w 2365"/>
                <a:gd name="T7" fmla="*/ 1825 h 1825"/>
                <a:gd name="T8" fmla="*/ 1053 w 2365"/>
                <a:gd name="T9" fmla="*/ 1619 h 1825"/>
                <a:gd name="T10" fmla="*/ 1053 w 2365"/>
                <a:gd name="T11" fmla="*/ 1293 h 1825"/>
                <a:gd name="T12" fmla="*/ 771 w 2365"/>
                <a:gd name="T13" fmla="*/ 1568 h 1825"/>
                <a:gd name="T14" fmla="*/ 599 w 2365"/>
                <a:gd name="T15" fmla="*/ 1604 h 1825"/>
                <a:gd name="T16" fmla="*/ 225 w 2365"/>
                <a:gd name="T17" fmla="*/ 1235 h 1825"/>
                <a:gd name="T18" fmla="*/ 599 w 2365"/>
                <a:gd name="T19" fmla="*/ 863 h 1825"/>
                <a:gd name="T20" fmla="*/ 861 w 2365"/>
                <a:gd name="T21" fmla="*/ 972 h 1825"/>
                <a:gd name="T22" fmla="*/ 1093 w 2365"/>
                <a:gd name="T23" fmla="*/ 1239 h 1825"/>
                <a:gd name="T24" fmla="*/ 1630 w 2365"/>
                <a:gd name="T25" fmla="*/ 1473 h 1825"/>
                <a:gd name="T26" fmla="*/ 2365 w 2365"/>
                <a:gd name="T27" fmla="*/ 741 h 1825"/>
                <a:gd name="T28" fmla="*/ 1630 w 2365"/>
                <a:gd name="T29" fmla="*/ 0 h 1825"/>
                <a:gd name="T30" fmla="*/ 1053 w 2365"/>
                <a:gd name="T31" fmla="*/ 295 h 1825"/>
                <a:gd name="T32" fmla="*/ 1053 w 2365"/>
                <a:gd name="T33" fmla="*/ 735 h 1825"/>
                <a:gd name="T34" fmla="*/ 1630 w 2365"/>
                <a:gd name="T35" fmla="*/ 232 h 1825"/>
                <a:gd name="T36" fmla="*/ 2134 w 2365"/>
                <a:gd name="T37" fmla="*/ 741 h 1825"/>
                <a:gd name="T38" fmla="*/ 1630 w 2365"/>
                <a:gd name="T39" fmla="*/ 1245 h 1825"/>
                <a:gd name="T40" fmla="*/ 1303 w 2365"/>
                <a:gd name="T41" fmla="*/ 1125 h 1825"/>
                <a:gd name="T42" fmla="*/ 961 w 2365"/>
                <a:gd name="T43" fmla="*/ 764 h 1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65" h="1825">
                  <a:moveTo>
                    <a:pt x="961" y="764"/>
                  </a:moveTo>
                  <a:cubicBezTo>
                    <a:pt x="875" y="688"/>
                    <a:pt x="736" y="643"/>
                    <a:pt x="599" y="642"/>
                  </a:cubicBezTo>
                  <a:cubicBezTo>
                    <a:pt x="270" y="641"/>
                    <a:pt x="2" y="900"/>
                    <a:pt x="1" y="1235"/>
                  </a:cubicBezTo>
                  <a:cubicBezTo>
                    <a:pt x="0" y="1563"/>
                    <a:pt x="270" y="1824"/>
                    <a:pt x="599" y="1825"/>
                  </a:cubicBezTo>
                  <a:cubicBezTo>
                    <a:pt x="783" y="1825"/>
                    <a:pt x="943" y="1751"/>
                    <a:pt x="1053" y="1619"/>
                  </a:cubicBezTo>
                  <a:cubicBezTo>
                    <a:pt x="1053" y="1293"/>
                    <a:pt x="1053" y="1293"/>
                    <a:pt x="1053" y="1293"/>
                  </a:cubicBezTo>
                  <a:cubicBezTo>
                    <a:pt x="994" y="1394"/>
                    <a:pt x="877" y="1524"/>
                    <a:pt x="771" y="1568"/>
                  </a:cubicBezTo>
                  <a:cubicBezTo>
                    <a:pt x="717" y="1590"/>
                    <a:pt x="662" y="1604"/>
                    <a:pt x="599" y="1604"/>
                  </a:cubicBezTo>
                  <a:cubicBezTo>
                    <a:pt x="394" y="1604"/>
                    <a:pt x="225" y="1445"/>
                    <a:pt x="225" y="1235"/>
                  </a:cubicBezTo>
                  <a:cubicBezTo>
                    <a:pt x="225" y="1041"/>
                    <a:pt x="380" y="862"/>
                    <a:pt x="599" y="863"/>
                  </a:cubicBezTo>
                  <a:cubicBezTo>
                    <a:pt x="701" y="863"/>
                    <a:pt x="793" y="905"/>
                    <a:pt x="861" y="972"/>
                  </a:cubicBezTo>
                  <a:cubicBezTo>
                    <a:pt x="931" y="1040"/>
                    <a:pt x="1041" y="1183"/>
                    <a:pt x="1093" y="1239"/>
                  </a:cubicBezTo>
                  <a:cubicBezTo>
                    <a:pt x="1227" y="1383"/>
                    <a:pt x="1419" y="1473"/>
                    <a:pt x="1630" y="1473"/>
                  </a:cubicBezTo>
                  <a:cubicBezTo>
                    <a:pt x="2036" y="1474"/>
                    <a:pt x="2365" y="1146"/>
                    <a:pt x="2365" y="741"/>
                  </a:cubicBezTo>
                  <a:cubicBezTo>
                    <a:pt x="2365" y="336"/>
                    <a:pt x="2035" y="0"/>
                    <a:pt x="1630" y="0"/>
                  </a:cubicBezTo>
                  <a:cubicBezTo>
                    <a:pt x="1395" y="0"/>
                    <a:pt x="1187" y="122"/>
                    <a:pt x="1053" y="295"/>
                  </a:cubicBezTo>
                  <a:cubicBezTo>
                    <a:pt x="1053" y="735"/>
                    <a:pt x="1053" y="735"/>
                    <a:pt x="1053" y="735"/>
                  </a:cubicBezTo>
                  <a:cubicBezTo>
                    <a:pt x="1155" y="455"/>
                    <a:pt x="1340" y="232"/>
                    <a:pt x="1630" y="232"/>
                  </a:cubicBezTo>
                  <a:cubicBezTo>
                    <a:pt x="1909" y="232"/>
                    <a:pt x="2135" y="463"/>
                    <a:pt x="2134" y="741"/>
                  </a:cubicBezTo>
                  <a:cubicBezTo>
                    <a:pt x="2134" y="1020"/>
                    <a:pt x="1909" y="1246"/>
                    <a:pt x="1630" y="1245"/>
                  </a:cubicBezTo>
                  <a:cubicBezTo>
                    <a:pt x="1506" y="1244"/>
                    <a:pt x="1391" y="1199"/>
                    <a:pt x="1303" y="1125"/>
                  </a:cubicBezTo>
                  <a:cubicBezTo>
                    <a:pt x="1194" y="1040"/>
                    <a:pt x="1074" y="860"/>
                    <a:pt x="961" y="76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4" name="Freeform 35">
              <a:extLst>
                <a:ext uri="{FF2B5EF4-FFF2-40B4-BE49-F238E27FC236}">
                  <a16:creationId xmlns:a16="http://schemas.microsoft.com/office/drawing/2014/main" id="{AA345ED2-3E37-40B2-AD74-CD8EFA5E3FDC}"/>
                </a:ext>
              </a:extLst>
            </p:cNvPr>
            <p:cNvSpPr>
              <a:spLocks/>
            </p:cNvSpPr>
            <p:nvPr userDrawn="1"/>
          </p:nvSpPr>
          <p:spPr bwMode="gray">
            <a:xfrm>
              <a:off x="8012114" y="401514"/>
              <a:ext cx="123825" cy="201551"/>
            </a:xfrm>
            <a:custGeom>
              <a:avLst/>
              <a:gdLst>
                <a:gd name="T0" fmla="*/ 0 w 1624"/>
                <a:gd name="T1" fmla="*/ 0 h 2651"/>
                <a:gd name="T2" fmla="*/ 1624 w 1624"/>
                <a:gd name="T3" fmla="*/ 0 h 2651"/>
                <a:gd name="T4" fmla="*/ 1624 w 1624"/>
                <a:gd name="T5" fmla="*/ 452 h 2651"/>
                <a:gd name="T6" fmla="*/ 1365 w 1624"/>
                <a:gd name="T7" fmla="*/ 273 h 2651"/>
                <a:gd name="T8" fmla="*/ 613 w 1624"/>
                <a:gd name="T9" fmla="*/ 273 h 2651"/>
                <a:gd name="T10" fmla="*/ 613 w 1624"/>
                <a:gd name="T11" fmla="*/ 1053 h 2651"/>
                <a:gd name="T12" fmla="*/ 1428 w 1624"/>
                <a:gd name="T13" fmla="*/ 1053 h 2651"/>
                <a:gd name="T14" fmla="*/ 1428 w 1624"/>
                <a:gd name="T15" fmla="*/ 1467 h 2651"/>
                <a:gd name="T16" fmla="*/ 1205 w 1624"/>
                <a:gd name="T17" fmla="*/ 1335 h 2651"/>
                <a:gd name="T18" fmla="*/ 613 w 1624"/>
                <a:gd name="T19" fmla="*/ 1335 h 2651"/>
                <a:gd name="T20" fmla="*/ 613 w 1624"/>
                <a:gd name="T21" fmla="*/ 2401 h 2651"/>
                <a:gd name="T22" fmla="*/ 784 w 1624"/>
                <a:gd name="T23" fmla="*/ 2651 h 2651"/>
                <a:gd name="T24" fmla="*/ 11 w 1624"/>
                <a:gd name="T25" fmla="*/ 2651 h 2651"/>
                <a:gd name="T26" fmla="*/ 173 w 1624"/>
                <a:gd name="T27" fmla="*/ 2401 h 2651"/>
                <a:gd name="T28" fmla="*/ 173 w 1624"/>
                <a:gd name="T29" fmla="*/ 278 h 2651"/>
                <a:gd name="T30" fmla="*/ 0 w 1624"/>
                <a:gd name="T31"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24" h="2651">
                  <a:moveTo>
                    <a:pt x="0" y="0"/>
                  </a:moveTo>
                  <a:cubicBezTo>
                    <a:pt x="1624" y="0"/>
                    <a:pt x="1624" y="0"/>
                    <a:pt x="1624" y="0"/>
                  </a:cubicBezTo>
                  <a:cubicBezTo>
                    <a:pt x="1624" y="452"/>
                    <a:pt x="1624" y="452"/>
                    <a:pt x="1624" y="452"/>
                  </a:cubicBezTo>
                  <a:cubicBezTo>
                    <a:pt x="1624" y="452"/>
                    <a:pt x="1540" y="274"/>
                    <a:pt x="1365" y="273"/>
                  </a:cubicBezTo>
                  <a:cubicBezTo>
                    <a:pt x="613" y="273"/>
                    <a:pt x="613" y="273"/>
                    <a:pt x="613" y="273"/>
                  </a:cubicBezTo>
                  <a:cubicBezTo>
                    <a:pt x="613" y="1053"/>
                    <a:pt x="613" y="1053"/>
                    <a:pt x="613" y="1053"/>
                  </a:cubicBezTo>
                  <a:cubicBezTo>
                    <a:pt x="1428" y="1053"/>
                    <a:pt x="1428" y="1053"/>
                    <a:pt x="1428" y="1053"/>
                  </a:cubicBezTo>
                  <a:cubicBezTo>
                    <a:pt x="1428" y="1467"/>
                    <a:pt x="1428" y="1467"/>
                    <a:pt x="1428" y="1467"/>
                  </a:cubicBezTo>
                  <a:cubicBezTo>
                    <a:pt x="1428" y="1467"/>
                    <a:pt x="1402" y="1335"/>
                    <a:pt x="1205" y="1335"/>
                  </a:cubicBezTo>
                  <a:cubicBezTo>
                    <a:pt x="613" y="1335"/>
                    <a:pt x="613" y="1335"/>
                    <a:pt x="613" y="1335"/>
                  </a:cubicBezTo>
                  <a:cubicBezTo>
                    <a:pt x="613" y="2401"/>
                    <a:pt x="613" y="2401"/>
                    <a:pt x="613" y="2401"/>
                  </a:cubicBezTo>
                  <a:cubicBezTo>
                    <a:pt x="613" y="2558"/>
                    <a:pt x="784" y="2651"/>
                    <a:pt x="784" y="2651"/>
                  </a:cubicBezTo>
                  <a:cubicBezTo>
                    <a:pt x="11" y="2651"/>
                    <a:pt x="11" y="2651"/>
                    <a:pt x="11" y="2651"/>
                  </a:cubicBezTo>
                  <a:cubicBezTo>
                    <a:pt x="11" y="2651"/>
                    <a:pt x="173" y="2569"/>
                    <a:pt x="173" y="2401"/>
                  </a:cubicBezTo>
                  <a:cubicBezTo>
                    <a:pt x="173" y="278"/>
                    <a:pt x="173" y="278"/>
                    <a:pt x="173" y="278"/>
                  </a:cubicBezTo>
                  <a:cubicBezTo>
                    <a:pt x="173" y="9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5" name="Freeform 36">
              <a:extLst>
                <a:ext uri="{FF2B5EF4-FFF2-40B4-BE49-F238E27FC236}">
                  <a16:creationId xmlns:a16="http://schemas.microsoft.com/office/drawing/2014/main" id="{7CD6A6C4-7575-4B56-9FB4-28D633CC9DD6}"/>
                </a:ext>
              </a:extLst>
            </p:cNvPr>
            <p:cNvSpPr>
              <a:spLocks/>
            </p:cNvSpPr>
            <p:nvPr userDrawn="1"/>
          </p:nvSpPr>
          <p:spPr bwMode="gray">
            <a:xfrm>
              <a:off x="8305801" y="401514"/>
              <a:ext cx="80962" cy="282488"/>
            </a:xfrm>
            <a:custGeom>
              <a:avLst/>
              <a:gdLst>
                <a:gd name="T0" fmla="*/ 246 w 1072"/>
                <a:gd name="T1" fmla="*/ 0 h 3696"/>
                <a:gd name="T2" fmla="*/ 1072 w 1072"/>
                <a:gd name="T3" fmla="*/ 0 h 3696"/>
                <a:gd name="T4" fmla="*/ 887 w 1072"/>
                <a:gd name="T5" fmla="*/ 230 h 3696"/>
                <a:gd name="T6" fmla="*/ 887 w 1072"/>
                <a:gd name="T7" fmla="*/ 2717 h 3696"/>
                <a:gd name="T8" fmla="*/ 0 w 1072"/>
                <a:gd name="T9" fmla="*/ 3693 h 3696"/>
                <a:gd name="T10" fmla="*/ 423 w 1072"/>
                <a:gd name="T11" fmla="*/ 2717 h 3696"/>
                <a:gd name="T12" fmla="*/ 423 w 1072"/>
                <a:gd name="T13" fmla="*/ 230 h 3696"/>
                <a:gd name="T14" fmla="*/ 246 w 1072"/>
                <a:gd name="T15" fmla="*/ 0 h 36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2" h="3696">
                  <a:moveTo>
                    <a:pt x="246" y="0"/>
                  </a:moveTo>
                  <a:cubicBezTo>
                    <a:pt x="1072" y="0"/>
                    <a:pt x="1072" y="0"/>
                    <a:pt x="1072" y="0"/>
                  </a:cubicBezTo>
                  <a:cubicBezTo>
                    <a:pt x="1072" y="0"/>
                    <a:pt x="887" y="87"/>
                    <a:pt x="887" y="230"/>
                  </a:cubicBezTo>
                  <a:cubicBezTo>
                    <a:pt x="887" y="2717"/>
                    <a:pt x="887" y="2717"/>
                    <a:pt x="887" y="2717"/>
                  </a:cubicBezTo>
                  <a:cubicBezTo>
                    <a:pt x="887" y="3558"/>
                    <a:pt x="44" y="3696"/>
                    <a:pt x="0" y="3693"/>
                  </a:cubicBezTo>
                  <a:cubicBezTo>
                    <a:pt x="72" y="3647"/>
                    <a:pt x="422" y="3349"/>
                    <a:pt x="423" y="2717"/>
                  </a:cubicBezTo>
                  <a:cubicBezTo>
                    <a:pt x="423" y="230"/>
                    <a:pt x="423" y="230"/>
                    <a:pt x="423" y="230"/>
                  </a:cubicBezTo>
                  <a:cubicBezTo>
                    <a:pt x="424" y="96"/>
                    <a:pt x="246" y="0"/>
                    <a:pt x="24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6" name="Freeform 37">
              <a:extLst>
                <a:ext uri="{FF2B5EF4-FFF2-40B4-BE49-F238E27FC236}">
                  <a16:creationId xmlns:a16="http://schemas.microsoft.com/office/drawing/2014/main" id="{3CB1F97C-8E5F-454A-B2E7-6D20A1D16809}"/>
                </a:ext>
              </a:extLst>
            </p:cNvPr>
            <p:cNvSpPr>
              <a:spLocks/>
            </p:cNvSpPr>
            <p:nvPr userDrawn="1"/>
          </p:nvSpPr>
          <p:spPr bwMode="gray">
            <a:xfrm>
              <a:off x="8396289" y="401514"/>
              <a:ext cx="63500" cy="201551"/>
            </a:xfrm>
            <a:custGeom>
              <a:avLst/>
              <a:gdLst>
                <a:gd name="T0" fmla="*/ 0 w 828"/>
                <a:gd name="T1" fmla="*/ 0 h 2653"/>
                <a:gd name="T2" fmla="*/ 828 w 828"/>
                <a:gd name="T3" fmla="*/ 0 h 2653"/>
                <a:gd name="T4" fmla="*/ 645 w 828"/>
                <a:gd name="T5" fmla="*/ 235 h 2653"/>
                <a:gd name="T6" fmla="*/ 645 w 828"/>
                <a:gd name="T7" fmla="*/ 2401 h 2653"/>
                <a:gd name="T8" fmla="*/ 828 w 828"/>
                <a:gd name="T9" fmla="*/ 2653 h 2653"/>
                <a:gd name="T10" fmla="*/ 0 w 828"/>
                <a:gd name="T11" fmla="*/ 2653 h 2653"/>
                <a:gd name="T12" fmla="*/ 184 w 828"/>
                <a:gd name="T13" fmla="*/ 2401 h 2653"/>
                <a:gd name="T14" fmla="*/ 184 w 828"/>
                <a:gd name="T15" fmla="*/ 235 h 2653"/>
                <a:gd name="T16" fmla="*/ 0 w 828"/>
                <a:gd name="T17" fmla="*/ 0 h 2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2653">
                  <a:moveTo>
                    <a:pt x="0" y="0"/>
                  </a:moveTo>
                  <a:cubicBezTo>
                    <a:pt x="828" y="0"/>
                    <a:pt x="828" y="0"/>
                    <a:pt x="828" y="0"/>
                  </a:cubicBezTo>
                  <a:cubicBezTo>
                    <a:pt x="828" y="0"/>
                    <a:pt x="645" y="89"/>
                    <a:pt x="645" y="235"/>
                  </a:cubicBezTo>
                  <a:cubicBezTo>
                    <a:pt x="645" y="2401"/>
                    <a:pt x="645" y="2401"/>
                    <a:pt x="645" y="2401"/>
                  </a:cubicBezTo>
                  <a:cubicBezTo>
                    <a:pt x="645" y="2556"/>
                    <a:pt x="828" y="2653"/>
                    <a:pt x="828" y="2653"/>
                  </a:cubicBezTo>
                  <a:cubicBezTo>
                    <a:pt x="0" y="2653"/>
                    <a:pt x="0" y="2653"/>
                    <a:pt x="0" y="2653"/>
                  </a:cubicBezTo>
                  <a:cubicBezTo>
                    <a:pt x="0" y="2653"/>
                    <a:pt x="184" y="2557"/>
                    <a:pt x="184" y="2401"/>
                  </a:cubicBezTo>
                  <a:cubicBezTo>
                    <a:pt x="184" y="235"/>
                    <a:pt x="184" y="235"/>
                    <a:pt x="184" y="235"/>
                  </a:cubicBezTo>
                  <a:cubicBezTo>
                    <a:pt x="184" y="8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7" name="Freeform 38">
              <a:extLst>
                <a:ext uri="{FF2B5EF4-FFF2-40B4-BE49-F238E27FC236}">
                  <a16:creationId xmlns:a16="http://schemas.microsoft.com/office/drawing/2014/main" id="{650911E5-80F4-4024-9206-0320DACA0666}"/>
                </a:ext>
              </a:extLst>
            </p:cNvPr>
            <p:cNvSpPr>
              <a:spLocks/>
            </p:cNvSpPr>
            <p:nvPr userDrawn="1"/>
          </p:nvSpPr>
          <p:spPr bwMode="gray">
            <a:xfrm>
              <a:off x="8459789" y="401514"/>
              <a:ext cx="150812" cy="201551"/>
            </a:xfrm>
            <a:custGeom>
              <a:avLst/>
              <a:gdLst>
                <a:gd name="T0" fmla="*/ 161 w 1984"/>
                <a:gd name="T1" fmla="*/ 0 h 2651"/>
                <a:gd name="T2" fmla="*/ 1984 w 1984"/>
                <a:gd name="T3" fmla="*/ 0 h 2651"/>
                <a:gd name="T4" fmla="*/ 1829 w 1984"/>
                <a:gd name="T5" fmla="*/ 482 h 2651"/>
                <a:gd name="T6" fmla="*/ 1607 w 1984"/>
                <a:gd name="T7" fmla="*/ 279 h 2651"/>
                <a:gd name="T8" fmla="*/ 1229 w 1984"/>
                <a:gd name="T9" fmla="*/ 279 h 2651"/>
                <a:gd name="T10" fmla="*/ 1229 w 1984"/>
                <a:gd name="T11" fmla="*/ 2401 h 2651"/>
                <a:gd name="T12" fmla="*/ 1407 w 1984"/>
                <a:gd name="T13" fmla="*/ 2651 h 2651"/>
                <a:gd name="T14" fmla="*/ 595 w 1984"/>
                <a:gd name="T15" fmla="*/ 2651 h 2651"/>
                <a:gd name="T16" fmla="*/ 771 w 1984"/>
                <a:gd name="T17" fmla="*/ 2401 h 2651"/>
                <a:gd name="T18" fmla="*/ 771 w 1984"/>
                <a:gd name="T19" fmla="*/ 279 h 2651"/>
                <a:gd name="T20" fmla="*/ 315 w 1984"/>
                <a:gd name="T21" fmla="*/ 279 h 2651"/>
                <a:gd name="T22" fmla="*/ 0 w 1984"/>
                <a:gd name="T23" fmla="*/ 522 h 2651"/>
                <a:gd name="T24" fmla="*/ 161 w 1984"/>
                <a:gd name="T25"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4" h="2651">
                  <a:moveTo>
                    <a:pt x="161" y="0"/>
                  </a:moveTo>
                  <a:cubicBezTo>
                    <a:pt x="1984" y="0"/>
                    <a:pt x="1984" y="0"/>
                    <a:pt x="1984" y="0"/>
                  </a:cubicBezTo>
                  <a:cubicBezTo>
                    <a:pt x="1829" y="482"/>
                    <a:pt x="1829" y="482"/>
                    <a:pt x="1829" y="482"/>
                  </a:cubicBezTo>
                  <a:cubicBezTo>
                    <a:pt x="1829" y="482"/>
                    <a:pt x="1783" y="279"/>
                    <a:pt x="1607" y="279"/>
                  </a:cubicBezTo>
                  <a:cubicBezTo>
                    <a:pt x="1229" y="279"/>
                    <a:pt x="1229" y="279"/>
                    <a:pt x="1229" y="279"/>
                  </a:cubicBezTo>
                  <a:cubicBezTo>
                    <a:pt x="1229" y="2401"/>
                    <a:pt x="1229" y="2401"/>
                    <a:pt x="1229" y="2401"/>
                  </a:cubicBezTo>
                  <a:cubicBezTo>
                    <a:pt x="1229" y="2535"/>
                    <a:pt x="1407" y="2651"/>
                    <a:pt x="1407" y="2651"/>
                  </a:cubicBezTo>
                  <a:cubicBezTo>
                    <a:pt x="595" y="2651"/>
                    <a:pt x="595" y="2651"/>
                    <a:pt x="595" y="2651"/>
                  </a:cubicBezTo>
                  <a:cubicBezTo>
                    <a:pt x="595" y="2651"/>
                    <a:pt x="771" y="2547"/>
                    <a:pt x="771" y="2401"/>
                  </a:cubicBezTo>
                  <a:cubicBezTo>
                    <a:pt x="771" y="279"/>
                    <a:pt x="771" y="279"/>
                    <a:pt x="771" y="279"/>
                  </a:cubicBezTo>
                  <a:cubicBezTo>
                    <a:pt x="315" y="279"/>
                    <a:pt x="315" y="279"/>
                    <a:pt x="315" y="279"/>
                  </a:cubicBezTo>
                  <a:cubicBezTo>
                    <a:pt x="185" y="280"/>
                    <a:pt x="0" y="522"/>
                    <a:pt x="0" y="522"/>
                  </a:cubicBezTo>
                  <a:lnTo>
                    <a:pt x="16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8" name="Freeform 39">
              <a:extLst>
                <a:ext uri="{FF2B5EF4-FFF2-40B4-BE49-F238E27FC236}">
                  <a16:creationId xmlns:a16="http://schemas.microsoft.com/office/drawing/2014/main" id="{F493319B-2248-439E-9823-06601D5056EC}"/>
                </a:ext>
              </a:extLst>
            </p:cNvPr>
            <p:cNvSpPr>
              <a:spLocks/>
            </p:cNvSpPr>
            <p:nvPr userDrawn="1"/>
          </p:nvSpPr>
          <p:spPr bwMode="gray">
            <a:xfrm>
              <a:off x="8734426" y="401514"/>
              <a:ext cx="169862" cy="204725"/>
            </a:xfrm>
            <a:custGeom>
              <a:avLst/>
              <a:gdLst>
                <a:gd name="T0" fmla="*/ 1420 w 2219"/>
                <a:gd name="T1" fmla="*/ 0 h 2693"/>
                <a:gd name="T2" fmla="*/ 2219 w 2219"/>
                <a:gd name="T3" fmla="*/ 0 h 2693"/>
                <a:gd name="T4" fmla="*/ 2048 w 2219"/>
                <a:gd name="T5" fmla="*/ 234 h 2693"/>
                <a:gd name="T6" fmla="*/ 2048 w 2219"/>
                <a:gd name="T7" fmla="*/ 1840 h 2693"/>
                <a:gd name="T8" fmla="*/ 1131 w 2219"/>
                <a:gd name="T9" fmla="*/ 2693 h 2693"/>
                <a:gd name="T10" fmla="*/ 176 w 2219"/>
                <a:gd name="T11" fmla="*/ 1840 h 2693"/>
                <a:gd name="T12" fmla="*/ 176 w 2219"/>
                <a:gd name="T13" fmla="*/ 234 h 2693"/>
                <a:gd name="T14" fmla="*/ 0 w 2219"/>
                <a:gd name="T15" fmla="*/ 0 h 2693"/>
                <a:gd name="T16" fmla="*/ 821 w 2219"/>
                <a:gd name="T17" fmla="*/ 0 h 2693"/>
                <a:gd name="T18" fmla="*/ 638 w 2219"/>
                <a:gd name="T19" fmla="*/ 234 h 2693"/>
                <a:gd name="T20" fmla="*/ 638 w 2219"/>
                <a:gd name="T21" fmla="*/ 1840 h 2693"/>
                <a:gd name="T22" fmla="*/ 1131 w 2219"/>
                <a:gd name="T23" fmla="*/ 2406 h 2693"/>
                <a:gd name="T24" fmla="*/ 1601 w 2219"/>
                <a:gd name="T25" fmla="*/ 1840 h 2693"/>
                <a:gd name="T26" fmla="*/ 1601 w 2219"/>
                <a:gd name="T27" fmla="*/ 234 h 2693"/>
                <a:gd name="T28" fmla="*/ 1420 w 2219"/>
                <a:gd name="T29" fmla="*/ 0 h 2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19" h="2693">
                  <a:moveTo>
                    <a:pt x="1420" y="0"/>
                  </a:moveTo>
                  <a:cubicBezTo>
                    <a:pt x="2219" y="0"/>
                    <a:pt x="2219" y="0"/>
                    <a:pt x="2219" y="0"/>
                  </a:cubicBezTo>
                  <a:cubicBezTo>
                    <a:pt x="2219" y="0"/>
                    <a:pt x="2048" y="91"/>
                    <a:pt x="2048" y="234"/>
                  </a:cubicBezTo>
                  <a:cubicBezTo>
                    <a:pt x="2048" y="1840"/>
                    <a:pt x="2048" y="1840"/>
                    <a:pt x="2048" y="1840"/>
                  </a:cubicBezTo>
                  <a:cubicBezTo>
                    <a:pt x="2047" y="2492"/>
                    <a:pt x="1506" y="2693"/>
                    <a:pt x="1131" y="2693"/>
                  </a:cubicBezTo>
                  <a:cubicBezTo>
                    <a:pt x="759" y="2693"/>
                    <a:pt x="175" y="2490"/>
                    <a:pt x="176" y="1840"/>
                  </a:cubicBezTo>
                  <a:cubicBezTo>
                    <a:pt x="176" y="234"/>
                    <a:pt x="176" y="234"/>
                    <a:pt x="176" y="234"/>
                  </a:cubicBezTo>
                  <a:cubicBezTo>
                    <a:pt x="176" y="91"/>
                    <a:pt x="0" y="0"/>
                    <a:pt x="0" y="0"/>
                  </a:cubicBezTo>
                  <a:cubicBezTo>
                    <a:pt x="821" y="0"/>
                    <a:pt x="821" y="0"/>
                    <a:pt x="821" y="0"/>
                  </a:cubicBezTo>
                  <a:cubicBezTo>
                    <a:pt x="821" y="0"/>
                    <a:pt x="638" y="88"/>
                    <a:pt x="638" y="234"/>
                  </a:cubicBezTo>
                  <a:cubicBezTo>
                    <a:pt x="638" y="1840"/>
                    <a:pt x="638" y="1840"/>
                    <a:pt x="638" y="1840"/>
                  </a:cubicBezTo>
                  <a:cubicBezTo>
                    <a:pt x="638" y="2182"/>
                    <a:pt x="865" y="2406"/>
                    <a:pt x="1131" y="2406"/>
                  </a:cubicBezTo>
                  <a:cubicBezTo>
                    <a:pt x="1397" y="2406"/>
                    <a:pt x="1600" y="2173"/>
                    <a:pt x="1601" y="1840"/>
                  </a:cubicBezTo>
                  <a:cubicBezTo>
                    <a:pt x="1601" y="234"/>
                    <a:pt x="1601" y="234"/>
                    <a:pt x="1601" y="234"/>
                  </a:cubicBezTo>
                  <a:cubicBezTo>
                    <a:pt x="1601" y="91"/>
                    <a:pt x="1420" y="0"/>
                    <a:pt x="1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9" name="Freeform 40">
              <a:extLst>
                <a:ext uri="{FF2B5EF4-FFF2-40B4-BE49-F238E27FC236}">
                  <a16:creationId xmlns:a16="http://schemas.microsoft.com/office/drawing/2014/main" id="{9AADF53A-B05B-48E1-8372-26C17A1B030B}"/>
                </a:ext>
              </a:extLst>
            </p:cNvPr>
            <p:cNvSpPr>
              <a:spLocks/>
            </p:cNvSpPr>
            <p:nvPr userDrawn="1"/>
          </p:nvSpPr>
          <p:spPr bwMode="gray">
            <a:xfrm>
              <a:off x="8142289" y="401514"/>
              <a:ext cx="169862" cy="206312"/>
            </a:xfrm>
            <a:custGeom>
              <a:avLst/>
              <a:gdLst>
                <a:gd name="T0" fmla="*/ 1427 w 2240"/>
                <a:gd name="T1" fmla="*/ 0 h 2700"/>
                <a:gd name="T2" fmla="*/ 2240 w 2240"/>
                <a:gd name="T3" fmla="*/ 0 h 2700"/>
                <a:gd name="T4" fmla="*/ 2068 w 2240"/>
                <a:gd name="T5" fmla="*/ 237 h 2700"/>
                <a:gd name="T6" fmla="*/ 2067 w 2240"/>
                <a:gd name="T7" fmla="*/ 1838 h 2700"/>
                <a:gd name="T8" fmla="*/ 1122 w 2240"/>
                <a:gd name="T9" fmla="*/ 2700 h 2700"/>
                <a:gd name="T10" fmla="*/ 166 w 2240"/>
                <a:gd name="T11" fmla="*/ 1838 h 2700"/>
                <a:gd name="T12" fmla="*/ 166 w 2240"/>
                <a:gd name="T13" fmla="*/ 237 h 2700"/>
                <a:gd name="T14" fmla="*/ 0 w 2240"/>
                <a:gd name="T15" fmla="*/ 0 h 2700"/>
                <a:gd name="T16" fmla="*/ 821 w 2240"/>
                <a:gd name="T17" fmla="*/ 0 h 2700"/>
                <a:gd name="T18" fmla="*/ 631 w 2240"/>
                <a:gd name="T19" fmla="*/ 237 h 2700"/>
                <a:gd name="T20" fmla="*/ 630 w 2240"/>
                <a:gd name="T21" fmla="*/ 1838 h 2700"/>
                <a:gd name="T22" fmla="*/ 1122 w 2240"/>
                <a:gd name="T23" fmla="*/ 2413 h 2700"/>
                <a:gd name="T24" fmla="*/ 1602 w 2240"/>
                <a:gd name="T25" fmla="*/ 1838 h 2700"/>
                <a:gd name="T26" fmla="*/ 1603 w 2240"/>
                <a:gd name="T27" fmla="*/ 237 h 2700"/>
                <a:gd name="T28" fmla="*/ 1427 w 2240"/>
                <a:gd name="T29" fmla="*/ 0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0" h="2700">
                  <a:moveTo>
                    <a:pt x="1427" y="0"/>
                  </a:moveTo>
                  <a:cubicBezTo>
                    <a:pt x="2240" y="0"/>
                    <a:pt x="2240" y="0"/>
                    <a:pt x="2240" y="0"/>
                  </a:cubicBezTo>
                  <a:cubicBezTo>
                    <a:pt x="2240" y="0"/>
                    <a:pt x="2068" y="95"/>
                    <a:pt x="2068" y="237"/>
                  </a:cubicBezTo>
                  <a:cubicBezTo>
                    <a:pt x="2068" y="238"/>
                    <a:pt x="2067" y="1838"/>
                    <a:pt x="2067" y="1838"/>
                  </a:cubicBezTo>
                  <a:cubicBezTo>
                    <a:pt x="2067" y="2494"/>
                    <a:pt x="1501" y="2700"/>
                    <a:pt x="1122" y="2700"/>
                  </a:cubicBezTo>
                  <a:cubicBezTo>
                    <a:pt x="750" y="2700"/>
                    <a:pt x="166" y="2491"/>
                    <a:pt x="166" y="1838"/>
                  </a:cubicBezTo>
                  <a:cubicBezTo>
                    <a:pt x="166" y="237"/>
                    <a:pt x="166" y="237"/>
                    <a:pt x="166" y="237"/>
                  </a:cubicBezTo>
                  <a:cubicBezTo>
                    <a:pt x="166" y="94"/>
                    <a:pt x="0" y="0"/>
                    <a:pt x="0" y="0"/>
                  </a:cubicBezTo>
                  <a:cubicBezTo>
                    <a:pt x="821" y="0"/>
                    <a:pt x="821" y="0"/>
                    <a:pt x="821" y="0"/>
                  </a:cubicBezTo>
                  <a:cubicBezTo>
                    <a:pt x="821" y="0"/>
                    <a:pt x="631" y="94"/>
                    <a:pt x="631" y="237"/>
                  </a:cubicBezTo>
                  <a:cubicBezTo>
                    <a:pt x="630" y="1838"/>
                    <a:pt x="630" y="1838"/>
                    <a:pt x="630" y="1838"/>
                  </a:cubicBezTo>
                  <a:cubicBezTo>
                    <a:pt x="630" y="2178"/>
                    <a:pt x="856" y="2412"/>
                    <a:pt x="1122" y="2413"/>
                  </a:cubicBezTo>
                  <a:cubicBezTo>
                    <a:pt x="1388" y="2414"/>
                    <a:pt x="1602" y="2174"/>
                    <a:pt x="1602" y="1838"/>
                  </a:cubicBezTo>
                  <a:cubicBezTo>
                    <a:pt x="1603" y="237"/>
                    <a:pt x="1603" y="237"/>
                    <a:pt x="1603" y="237"/>
                  </a:cubicBezTo>
                  <a:cubicBezTo>
                    <a:pt x="1603" y="94"/>
                    <a:pt x="1427" y="0"/>
                    <a:pt x="142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0" name="Freeform 41">
              <a:extLst>
                <a:ext uri="{FF2B5EF4-FFF2-40B4-BE49-F238E27FC236}">
                  <a16:creationId xmlns:a16="http://schemas.microsoft.com/office/drawing/2014/main" id="{09950012-992D-41FD-9E89-A43D2831A350}"/>
                </a:ext>
              </a:extLst>
            </p:cNvPr>
            <p:cNvSpPr>
              <a:spLocks/>
            </p:cNvSpPr>
            <p:nvPr userDrawn="1"/>
          </p:nvSpPr>
          <p:spPr bwMode="gray">
            <a:xfrm>
              <a:off x="8604251" y="396753"/>
              <a:ext cx="130175" cy="211073"/>
            </a:xfrm>
            <a:custGeom>
              <a:avLst/>
              <a:gdLst>
                <a:gd name="T0" fmla="*/ 1467 w 1707"/>
                <a:gd name="T1" fmla="*/ 479 h 2755"/>
                <a:gd name="T2" fmla="*/ 1019 w 1707"/>
                <a:gd name="T3" fmla="*/ 276 h 2755"/>
                <a:gd name="T4" fmla="*/ 504 w 1707"/>
                <a:gd name="T5" fmla="*/ 677 h 2755"/>
                <a:gd name="T6" fmla="*/ 995 w 1707"/>
                <a:gd name="T7" fmla="*/ 1174 h 2755"/>
                <a:gd name="T8" fmla="*/ 1705 w 1707"/>
                <a:gd name="T9" fmla="*/ 1974 h 2755"/>
                <a:gd name="T10" fmla="*/ 651 w 1707"/>
                <a:gd name="T11" fmla="*/ 2755 h 2755"/>
                <a:gd name="T12" fmla="*/ 155 w 1707"/>
                <a:gd name="T13" fmla="*/ 2686 h 2755"/>
                <a:gd name="T14" fmla="*/ 0 w 1707"/>
                <a:gd name="T15" fmla="*/ 2177 h 2755"/>
                <a:gd name="T16" fmla="*/ 658 w 1707"/>
                <a:gd name="T17" fmla="*/ 2466 h 2755"/>
                <a:gd name="T18" fmla="*/ 1252 w 1707"/>
                <a:gd name="T19" fmla="*/ 2030 h 2755"/>
                <a:gd name="T20" fmla="*/ 46 w 1707"/>
                <a:gd name="T21" fmla="*/ 731 h 2755"/>
                <a:gd name="T22" fmla="*/ 973 w 1707"/>
                <a:gd name="T23" fmla="*/ 0 h 2755"/>
                <a:gd name="T24" fmla="*/ 1467 w 1707"/>
                <a:gd name="T25" fmla="*/ 69 h 2755"/>
                <a:gd name="T26" fmla="*/ 1467 w 1707"/>
                <a:gd name="T27" fmla="*/ 479 h 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7" h="2755">
                  <a:moveTo>
                    <a:pt x="1467" y="479"/>
                  </a:moveTo>
                  <a:cubicBezTo>
                    <a:pt x="1467" y="479"/>
                    <a:pt x="1352" y="277"/>
                    <a:pt x="1019" y="276"/>
                  </a:cubicBezTo>
                  <a:cubicBezTo>
                    <a:pt x="686" y="275"/>
                    <a:pt x="505" y="450"/>
                    <a:pt x="504" y="677"/>
                  </a:cubicBezTo>
                  <a:cubicBezTo>
                    <a:pt x="503" y="934"/>
                    <a:pt x="696" y="1031"/>
                    <a:pt x="995" y="1174"/>
                  </a:cubicBezTo>
                  <a:cubicBezTo>
                    <a:pt x="1279" y="1311"/>
                    <a:pt x="1707" y="1499"/>
                    <a:pt x="1705" y="1974"/>
                  </a:cubicBezTo>
                  <a:cubicBezTo>
                    <a:pt x="1704" y="2399"/>
                    <a:pt x="1327" y="2755"/>
                    <a:pt x="651" y="2755"/>
                  </a:cubicBezTo>
                  <a:cubicBezTo>
                    <a:pt x="442" y="2754"/>
                    <a:pt x="155" y="2686"/>
                    <a:pt x="155" y="2686"/>
                  </a:cubicBezTo>
                  <a:cubicBezTo>
                    <a:pt x="0" y="2177"/>
                    <a:pt x="0" y="2177"/>
                    <a:pt x="0" y="2177"/>
                  </a:cubicBezTo>
                  <a:cubicBezTo>
                    <a:pt x="143" y="2316"/>
                    <a:pt x="397" y="2466"/>
                    <a:pt x="658" y="2466"/>
                  </a:cubicBezTo>
                  <a:cubicBezTo>
                    <a:pt x="929" y="2466"/>
                    <a:pt x="1252" y="2298"/>
                    <a:pt x="1252" y="2030"/>
                  </a:cubicBezTo>
                  <a:cubicBezTo>
                    <a:pt x="1252" y="1512"/>
                    <a:pt x="46" y="1598"/>
                    <a:pt x="46" y="731"/>
                  </a:cubicBezTo>
                  <a:cubicBezTo>
                    <a:pt x="46" y="433"/>
                    <a:pt x="254" y="0"/>
                    <a:pt x="973" y="0"/>
                  </a:cubicBezTo>
                  <a:cubicBezTo>
                    <a:pt x="1207" y="0"/>
                    <a:pt x="1467" y="69"/>
                    <a:pt x="1467" y="69"/>
                  </a:cubicBezTo>
                  <a:lnTo>
                    <a:pt x="1467" y="4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grpSp>
      <p:sp>
        <p:nvSpPr>
          <p:cNvPr id="31" name="TextBox 17">
            <a:extLst>
              <a:ext uri="{FF2B5EF4-FFF2-40B4-BE49-F238E27FC236}">
                <a16:creationId xmlns:a16="http://schemas.microsoft.com/office/drawing/2014/main" id="{D5E49898-FF21-4E70-A8B5-FD4F1373DD37}"/>
              </a:ext>
            </a:extLst>
          </p:cNvPr>
          <p:cNvSpPr txBox="1"/>
          <p:nvPr userDrawn="1"/>
        </p:nvSpPr>
        <p:spPr>
          <a:xfrm>
            <a:off x="7984067" y="4891390"/>
            <a:ext cx="935568" cy="107722"/>
          </a:xfrm>
          <a:prstGeom prst="rect">
            <a:avLst/>
          </a:prstGeom>
          <a:noFill/>
        </p:spPr>
        <p:txBody>
          <a:bodyPr wrap="square" lIns="0" tIns="0" rIns="0" bIns="0" rtlCol="0" anchor="b" anchorCtr="0">
            <a:spAutoFit/>
          </a:bodyPr>
          <a:lstStyle/>
          <a:p>
            <a:pPr marL="0" algn="r" defTabSz="457200" rtl="0" eaLnBrk="1" latinLnBrk="0" hangingPunct="1"/>
            <a:r>
              <a:rPr kumimoji="1" lang="en-GB" sz="700" kern="1200" dirty="0">
                <a:solidFill>
                  <a:schemeClr val="bg1"/>
                </a:solidFill>
                <a:latin typeface="+mn-lt"/>
                <a:ea typeface="+mn-ea"/>
                <a:cs typeface="+mn-cs"/>
              </a:rPr>
              <a:t>© FUJITSU 2021</a:t>
            </a:r>
          </a:p>
        </p:txBody>
      </p:sp>
      <p:sp>
        <p:nvSpPr>
          <p:cNvPr id="34" name="Rounded Rectangle 21">
            <a:extLst>
              <a:ext uri="{FF2B5EF4-FFF2-40B4-BE49-F238E27FC236}">
                <a16:creationId xmlns:a16="http://schemas.microsoft.com/office/drawing/2014/main" id="{CFA04961-F14C-4B17-AE6D-C0C16E45D202}"/>
              </a:ext>
            </a:extLst>
          </p:cNvPr>
          <p:cNvSpPr/>
          <p:nvPr userDrawn="1"/>
        </p:nvSpPr>
        <p:spPr bwMode="black">
          <a:xfrm>
            <a:off x="231775" y="4911725"/>
            <a:ext cx="1595438" cy="141161"/>
          </a:xfrm>
          <a:prstGeom prst="roundRect">
            <a:avLst>
              <a:gd name="adj" fmla="val 50000"/>
            </a:avLst>
          </a:prstGeom>
          <a:noFill/>
          <a:ln w="6350"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1218673" rtl="0" eaLnBrk="1" fontAlgn="ctr" latinLnBrk="0" hangingPunct="1">
              <a:lnSpc>
                <a:spcPct val="100000"/>
              </a:lnSpc>
              <a:spcBef>
                <a:spcPct val="0"/>
              </a:spcBef>
              <a:spcAft>
                <a:spcPct val="0"/>
              </a:spcAft>
              <a:buClrTx/>
              <a:buSzTx/>
              <a:buFontTx/>
              <a:buNone/>
              <a:tabLst/>
              <a:defRPr/>
            </a:pPr>
            <a:r>
              <a:rPr kumimoji="1" lang="en-GB" altLang="ja-JP" sz="700" b="0" i="0" u="none" strike="noStrike" kern="1200" cap="none" spc="0" normalizeH="0" baseline="0" noProof="0" dirty="0">
                <a:ln>
                  <a:noFill/>
                </a:ln>
                <a:solidFill>
                  <a:srgbClr val="000000"/>
                </a:solidFill>
                <a:effectLst/>
                <a:uLnTx/>
                <a:uFillTx/>
                <a:latin typeface="Arial"/>
                <a:ea typeface="+mn-ea"/>
                <a:cs typeface="+mn-cs"/>
              </a:rPr>
              <a:t>Fujitsu Restricted - Internal Use Only</a:t>
            </a:r>
            <a:endParaRPr kumimoji="1" lang="en-US" altLang="ja-JP" sz="70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2613933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2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27" name="図 10">
            <a:extLst>
              <a:ext uri="{FF2B5EF4-FFF2-40B4-BE49-F238E27FC236}">
                <a16:creationId xmlns:a16="http://schemas.microsoft.com/office/drawing/2014/main" id="{24FABF62-8BD2-409D-BCD8-4EC198B6ADBF}"/>
              </a:ext>
              <a:ext uri="{C183D7F6-B498-43B3-948B-1728B52AA6E4}">
                <adec:decorative xmlns:adec="http://schemas.microsoft.com/office/drawing/2017/decorative" val="1"/>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gray">
          <a:xfrm>
            <a:off x="6602400" y="0"/>
            <a:ext cx="2541600" cy="5142461"/>
          </a:xfrm>
          <a:prstGeom prst="rect">
            <a:avLst/>
          </a:prstGeom>
        </p:spPr>
      </p:pic>
      <p:sp>
        <p:nvSpPr>
          <p:cNvPr id="5" name="Rectangle 4">
            <a:extLst>
              <a:ext uri="{FF2B5EF4-FFF2-40B4-BE49-F238E27FC236}">
                <a16:creationId xmlns:a16="http://schemas.microsoft.com/office/drawing/2014/main" id="{9D49D70F-2F49-4E2D-9DA6-96EA64654FE2}"/>
              </a:ext>
            </a:extLst>
          </p:cNvPr>
          <p:cNvSpPr/>
          <p:nvPr userDrawn="1"/>
        </p:nvSpPr>
        <p:spPr>
          <a:xfrm>
            <a:off x="0" y="0"/>
            <a:ext cx="6603385"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GB" dirty="0" err="1">
              <a:solidFill>
                <a:schemeClr val="tx1"/>
              </a:solidFill>
            </a:endParaRPr>
          </a:p>
        </p:txBody>
      </p:sp>
      <p:pic>
        <p:nvPicPr>
          <p:cNvPr id="28" name="図 11">
            <a:extLst>
              <a:ext uri="{FF2B5EF4-FFF2-40B4-BE49-F238E27FC236}">
                <a16:creationId xmlns:a16="http://schemas.microsoft.com/office/drawing/2014/main" id="{23ECEB4C-36EA-4543-A3BE-517152BDF009}"/>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bwMode="gray">
          <a:xfrm>
            <a:off x="5162717" y="1350838"/>
            <a:ext cx="3142798" cy="2442021"/>
          </a:xfrm>
          <a:prstGeom prst="rect">
            <a:avLst/>
          </a:prstGeom>
        </p:spPr>
      </p:pic>
      <p:sp>
        <p:nvSpPr>
          <p:cNvPr id="7" name="TextBox 17">
            <a:extLst>
              <a:ext uri="{FF2B5EF4-FFF2-40B4-BE49-F238E27FC236}">
                <a16:creationId xmlns:a16="http://schemas.microsoft.com/office/drawing/2014/main" id="{A48EAE0D-F742-4787-AB4C-67158EB9A42B}"/>
              </a:ext>
            </a:extLst>
          </p:cNvPr>
          <p:cNvSpPr txBox="1"/>
          <p:nvPr userDrawn="1"/>
        </p:nvSpPr>
        <p:spPr>
          <a:xfrm>
            <a:off x="7984067" y="4891390"/>
            <a:ext cx="935568" cy="107722"/>
          </a:xfrm>
          <a:prstGeom prst="rect">
            <a:avLst/>
          </a:prstGeom>
          <a:noFill/>
        </p:spPr>
        <p:txBody>
          <a:bodyPr wrap="square" lIns="0" tIns="0" rIns="0" bIns="0" rtlCol="0" anchor="b" anchorCtr="0">
            <a:spAutoFit/>
          </a:bodyPr>
          <a:lstStyle/>
          <a:p>
            <a:pPr marL="0" algn="r" defTabSz="457200" rtl="0" eaLnBrk="1" latinLnBrk="0" hangingPunct="1"/>
            <a:r>
              <a:rPr kumimoji="1" lang="en-GB" sz="700" kern="1200" dirty="0">
                <a:solidFill>
                  <a:schemeClr val="tx1"/>
                </a:solidFill>
                <a:latin typeface="+mn-lt"/>
                <a:ea typeface="+mn-ea"/>
                <a:cs typeface="+mn-cs"/>
              </a:rPr>
              <a:t>© FUJITSU 2021</a:t>
            </a:r>
          </a:p>
        </p:txBody>
      </p:sp>
      <p:sp>
        <p:nvSpPr>
          <p:cNvPr id="8" name="Rounded Rectangle 21">
            <a:extLst>
              <a:ext uri="{FF2B5EF4-FFF2-40B4-BE49-F238E27FC236}">
                <a16:creationId xmlns:a16="http://schemas.microsoft.com/office/drawing/2014/main" id="{00832B23-641D-414F-84E1-124850478808}"/>
              </a:ext>
            </a:extLst>
          </p:cNvPr>
          <p:cNvSpPr/>
          <p:nvPr userDrawn="1"/>
        </p:nvSpPr>
        <p:spPr bwMode="black">
          <a:xfrm>
            <a:off x="231775" y="4911725"/>
            <a:ext cx="1595438" cy="141161"/>
          </a:xfrm>
          <a:prstGeom prst="roundRect">
            <a:avLst>
              <a:gd name="adj" fmla="val 50000"/>
            </a:avLst>
          </a:prstGeom>
          <a:noFill/>
          <a:ln w="6350"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1218673" rtl="0" eaLnBrk="1" fontAlgn="ctr" latinLnBrk="0" hangingPunct="1">
              <a:lnSpc>
                <a:spcPct val="100000"/>
              </a:lnSpc>
              <a:spcBef>
                <a:spcPct val="0"/>
              </a:spcBef>
              <a:spcAft>
                <a:spcPct val="0"/>
              </a:spcAft>
              <a:buClrTx/>
              <a:buSzTx/>
              <a:buFontTx/>
              <a:buNone/>
              <a:tabLst/>
              <a:defRPr/>
            </a:pPr>
            <a:r>
              <a:rPr kumimoji="1" lang="en-GB" altLang="ja-JP" sz="700" b="0" i="0" u="none" strike="noStrike" kern="1200" cap="none" spc="0" normalizeH="0" baseline="0" noProof="0" dirty="0">
                <a:ln>
                  <a:noFill/>
                </a:ln>
                <a:solidFill>
                  <a:srgbClr val="000000"/>
                </a:solidFill>
                <a:effectLst/>
                <a:uLnTx/>
                <a:uFillTx/>
                <a:latin typeface="Arial"/>
                <a:ea typeface="+mn-ea"/>
                <a:cs typeface="+mn-cs"/>
              </a:rPr>
              <a:t>Fujitsu Restricted - Internal Use Only</a:t>
            </a:r>
            <a:endParaRPr kumimoji="1" lang="en-US" altLang="ja-JP" sz="700" b="0" i="0" u="none" strike="noStrike" kern="1200" cap="none" spc="0" normalizeH="0" baseline="0" noProof="0" dirty="0">
              <a:ln>
                <a:noFill/>
              </a:ln>
              <a:solidFill>
                <a:srgbClr val="000000"/>
              </a:solidFill>
              <a:effectLst/>
              <a:uLnTx/>
              <a:uFillTx/>
              <a:latin typeface="Arial"/>
              <a:ea typeface="+mn-ea"/>
              <a:cs typeface="+mn-cs"/>
            </a:endParaRPr>
          </a:p>
        </p:txBody>
      </p:sp>
      <p:sp>
        <p:nvSpPr>
          <p:cNvPr id="11" name="Text Placeholder 10">
            <a:extLst>
              <a:ext uri="{FF2B5EF4-FFF2-40B4-BE49-F238E27FC236}">
                <a16:creationId xmlns:a16="http://schemas.microsoft.com/office/drawing/2014/main" id="{F3BA3734-909E-4036-AC8E-1576506A4DD8}"/>
              </a:ext>
            </a:extLst>
          </p:cNvPr>
          <p:cNvSpPr>
            <a:spLocks noGrp="1"/>
          </p:cNvSpPr>
          <p:nvPr>
            <p:ph type="body" sz="quarter" idx="10" hasCustomPrompt="1"/>
          </p:nvPr>
        </p:nvSpPr>
        <p:spPr>
          <a:xfrm>
            <a:off x="219076" y="1119716"/>
            <a:ext cx="4645024" cy="1454244"/>
          </a:xfrm>
          <a:prstGeom prst="rect">
            <a:avLst/>
          </a:prstGeom>
        </p:spPr>
        <p:txBody>
          <a:bodyPr wrap="square" lIns="0" tIns="0" rIns="0" bIns="0" numCol="1" spcCol="0" anchor="b" anchorCtr="0">
            <a:spAutoFit/>
          </a:bodyPr>
          <a:lstStyle>
            <a:lvl1pPr marL="0" indent="0">
              <a:buNone/>
              <a:defRPr sz="3500" b="1">
                <a:latin typeface="Arial" panose="020B0604020202020204" pitchFamily="34" charset="0"/>
                <a:cs typeface="Arial" panose="020B0604020202020204" pitchFamily="34" charset="0"/>
              </a:defRPr>
            </a:lvl1pPr>
            <a:lvl5pPr marL="1543050" indent="-171450">
              <a:buFont typeface="Arial" panose="020B0604020202020204" pitchFamily="34" charset="0"/>
              <a:buChar char="•"/>
              <a:defRPr/>
            </a:lvl5pPr>
          </a:lstStyle>
          <a:p>
            <a:pPr lvl="0"/>
            <a:r>
              <a:rPr lang="en-US" dirty="0"/>
              <a:t>Presentation headline Presentation headline Presentation headline</a:t>
            </a:r>
          </a:p>
        </p:txBody>
      </p:sp>
      <p:sp>
        <p:nvSpPr>
          <p:cNvPr id="13" name="Text Placeholder 12">
            <a:extLst>
              <a:ext uri="{FF2B5EF4-FFF2-40B4-BE49-F238E27FC236}">
                <a16:creationId xmlns:a16="http://schemas.microsoft.com/office/drawing/2014/main" id="{FECC21CA-F12D-4874-ACBA-CEBBD402B02A}"/>
              </a:ext>
            </a:extLst>
          </p:cNvPr>
          <p:cNvSpPr>
            <a:spLocks noGrp="1"/>
          </p:cNvSpPr>
          <p:nvPr>
            <p:ph type="body" sz="quarter" idx="11" hasCustomPrompt="1"/>
          </p:nvPr>
        </p:nvSpPr>
        <p:spPr>
          <a:xfrm>
            <a:off x="231775" y="3058147"/>
            <a:ext cx="4632325" cy="249299"/>
          </a:xfrm>
          <a:prstGeom prst="rect">
            <a:avLst/>
          </a:prstGeom>
        </p:spPr>
        <p:txBody>
          <a:bodyPr lIns="0" tIns="0" rIns="0" bIns="0">
            <a:spAutoFit/>
          </a:bodyPr>
          <a:lstStyle>
            <a:lvl1pPr marL="0" indent="0">
              <a:buNone/>
              <a:defRPr sz="1800"/>
            </a:lvl1pPr>
            <a:lvl2pPr marL="307975" indent="0">
              <a:buNone/>
              <a:defRPr/>
            </a:lvl2pPr>
            <a:lvl5pPr marL="1543050" indent="-171450">
              <a:buFont typeface="Arial" panose="020B0604020202020204" pitchFamily="34" charset="0"/>
              <a:buChar char="•"/>
              <a:defRPr/>
            </a:lvl5pPr>
          </a:lstStyle>
          <a:p>
            <a:pPr lvl="0"/>
            <a:r>
              <a:rPr lang="en-US" dirty="0"/>
              <a:t>Subheadline and description</a:t>
            </a:r>
          </a:p>
        </p:txBody>
      </p:sp>
      <p:pic>
        <p:nvPicPr>
          <p:cNvPr id="30" name="図 8" descr="Fujitsu">
            <a:extLst>
              <a:ext uri="{FF2B5EF4-FFF2-40B4-BE49-F238E27FC236}">
                <a16:creationId xmlns:a16="http://schemas.microsoft.com/office/drawing/2014/main" id="{6A446199-F239-4878-A619-2788DD34F3C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bwMode="gray">
          <a:xfrm>
            <a:off x="7949088" y="230332"/>
            <a:ext cx="964800" cy="469450"/>
          </a:xfrm>
          <a:prstGeom prst="rect">
            <a:avLst/>
          </a:prstGeom>
        </p:spPr>
      </p:pic>
    </p:spTree>
    <p:extLst>
      <p:ext uri="{BB962C8B-B14F-4D97-AF65-F5344CB8AC3E}">
        <p14:creationId xmlns:p14="http://schemas.microsoft.com/office/powerpoint/2010/main" val="3804804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Section Divider 1">
    <p:spTree>
      <p:nvGrpSpPr>
        <p:cNvPr id="1" name=""/>
        <p:cNvGrpSpPr/>
        <p:nvPr/>
      </p:nvGrpSpPr>
      <p:grpSpPr>
        <a:xfrm>
          <a:off x="0" y="0"/>
          <a:ext cx="0" cy="0"/>
          <a:chOff x="0" y="0"/>
          <a:chExt cx="0" cy="0"/>
        </a:xfrm>
      </p:grpSpPr>
      <p:pic>
        <p:nvPicPr>
          <p:cNvPr id="32" name="図 8">
            <a:extLst>
              <a:ext uri="{FF2B5EF4-FFF2-40B4-BE49-F238E27FC236}">
                <a16:creationId xmlns:a16="http://schemas.microsoft.com/office/drawing/2014/main" id="{E919F7AF-CB1B-47B0-B36C-9961C9D6A3E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0" y="1143"/>
            <a:ext cx="9144000" cy="5141214"/>
          </a:xfrm>
          <a:prstGeom prst="rect">
            <a:avLst/>
          </a:prstGeom>
        </p:spPr>
      </p:pic>
      <p:sp>
        <p:nvSpPr>
          <p:cNvPr id="2" name="Title 1"/>
          <p:cNvSpPr>
            <a:spLocks noGrp="1"/>
          </p:cNvSpPr>
          <p:nvPr>
            <p:ph type="ctrTitle" hasCustomPrompt="1"/>
          </p:nvPr>
        </p:nvSpPr>
        <p:spPr>
          <a:xfrm>
            <a:off x="234000" y="2002371"/>
            <a:ext cx="8670288" cy="498598"/>
          </a:xfrm>
          <a:prstGeom prst="rect">
            <a:avLst/>
          </a:prstGeom>
        </p:spPr>
        <p:txBody>
          <a:bodyPr wrap="square" anchor="b">
            <a:spAutoFit/>
          </a:bodyPr>
          <a:lstStyle>
            <a:lvl1pPr algn="l">
              <a:defRPr sz="3600" b="1">
                <a:solidFill>
                  <a:schemeClr val="tx1"/>
                </a:solidFill>
              </a:defRPr>
            </a:lvl1pPr>
          </a:lstStyle>
          <a:p>
            <a:r>
              <a:rPr lang="en-US" altLang="ja-JP" dirty="0"/>
              <a:t>Section title</a:t>
            </a:r>
            <a:endParaRPr lang="en-US" dirty="0"/>
          </a:p>
        </p:txBody>
      </p:sp>
      <p:sp>
        <p:nvSpPr>
          <p:cNvPr id="3" name="Subtitle 2"/>
          <p:cNvSpPr>
            <a:spLocks noGrp="1"/>
          </p:cNvSpPr>
          <p:nvPr>
            <p:ph type="subTitle" idx="1" hasCustomPrompt="1"/>
          </p:nvPr>
        </p:nvSpPr>
        <p:spPr>
          <a:xfrm>
            <a:off x="234000" y="2655769"/>
            <a:ext cx="8675050" cy="276999"/>
          </a:xfrm>
          <a:prstGeom prst="rect">
            <a:avLst/>
          </a:prstGeom>
        </p:spPr>
        <p:txBody>
          <a:bodyPr wrap="square" lIns="0" tIns="0" rIns="0" bIns="0">
            <a:spAutoFit/>
          </a:bodyPr>
          <a:lstStyle>
            <a:lvl1pPr marL="0" indent="0" algn="l">
              <a:lnSpc>
                <a:spcPct val="90000"/>
              </a:lnSpc>
              <a:spcBef>
                <a:spcPts val="0"/>
              </a:spcBef>
              <a:spcAft>
                <a:spcPts val="600"/>
              </a:spcAft>
              <a:buNone/>
              <a:defRPr sz="20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ltLang="ja-JP" dirty="0"/>
              <a:t>Subheading</a:t>
            </a:r>
            <a:endParaRPr lang="en-US" dirty="0"/>
          </a:p>
        </p:txBody>
      </p:sp>
      <p:sp>
        <p:nvSpPr>
          <p:cNvPr id="28" name="TextBox 17">
            <a:extLst>
              <a:ext uri="{FF2B5EF4-FFF2-40B4-BE49-F238E27FC236}">
                <a16:creationId xmlns:a16="http://schemas.microsoft.com/office/drawing/2014/main" id="{57C40740-570A-4018-9383-CAB6E30BF658}"/>
              </a:ext>
            </a:extLst>
          </p:cNvPr>
          <p:cNvSpPr txBox="1"/>
          <p:nvPr userDrawn="1"/>
        </p:nvSpPr>
        <p:spPr>
          <a:xfrm>
            <a:off x="7984067" y="4891390"/>
            <a:ext cx="935568" cy="107722"/>
          </a:xfrm>
          <a:prstGeom prst="rect">
            <a:avLst/>
          </a:prstGeom>
          <a:noFill/>
        </p:spPr>
        <p:txBody>
          <a:bodyPr wrap="square" lIns="0" tIns="0" rIns="0" bIns="0" rtlCol="0" anchor="b" anchorCtr="0">
            <a:spAutoFit/>
          </a:bodyPr>
          <a:lstStyle/>
          <a:p>
            <a:pPr marL="0" algn="r" defTabSz="457200" rtl="0" eaLnBrk="1" latinLnBrk="0" hangingPunct="1"/>
            <a:r>
              <a:rPr kumimoji="1" lang="en-GB" sz="700" kern="1200" dirty="0">
                <a:solidFill>
                  <a:schemeClr val="tx1"/>
                </a:solidFill>
                <a:latin typeface="+mn-lt"/>
                <a:ea typeface="+mn-ea"/>
                <a:cs typeface="+mn-cs"/>
              </a:rPr>
              <a:t>© FUJITSU 2021</a:t>
            </a:r>
          </a:p>
        </p:txBody>
      </p:sp>
      <p:sp>
        <p:nvSpPr>
          <p:cNvPr id="29" name="Slide Number Placeholder 5">
            <a:extLst>
              <a:ext uri="{FF2B5EF4-FFF2-40B4-BE49-F238E27FC236}">
                <a16:creationId xmlns:a16="http://schemas.microsoft.com/office/drawing/2014/main" id="{1F583799-0B7E-446E-893F-1AF9AE8B14F8}"/>
              </a:ext>
            </a:extLst>
          </p:cNvPr>
          <p:cNvSpPr>
            <a:spLocks noGrp="1"/>
          </p:cNvSpPr>
          <p:nvPr>
            <p:ph type="sldNum" sz="quarter" idx="4"/>
          </p:nvPr>
        </p:nvSpPr>
        <p:spPr>
          <a:xfrm>
            <a:off x="4302000" y="4877481"/>
            <a:ext cx="540000" cy="123111"/>
          </a:xfrm>
          <a:prstGeom prst="rect">
            <a:avLst/>
          </a:prstGeom>
        </p:spPr>
        <p:txBody>
          <a:bodyPr vert="horz" lIns="0" tIns="0" rIns="0" bIns="0" rtlCol="0" anchor="ctr">
            <a:spAutoFit/>
          </a:bodyPr>
          <a:lstStyle>
            <a:lvl1pPr algn="ctr">
              <a:defRPr sz="800">
                <a:solidFill>
                  <a:schemeClr val="tx1"/>
                </a:solidFill>
                <a:latin typeface="+mn-lt"/>
              </a:defRPr>
            </a:lvl1pPr>
          </a:lstStyle>
          <a:p>
            <a:fld id="{4D029D89-7B63-4C94-AD4D-2E4D6BB83637}" type="slidenum">
              <a:rPr kumimoji="1" lang="ja-JP" altLang="en-US" smtClean="0"/>
              <a:pPr/>
              <a:t>‹#›</a:t>
            </a:fld>
            <a:endParaRPr kumimoji="1" lang="ja-JP" altLang="en-US"/>
          </a:p>
        </p:txBody>
      </p:sp>
      <p:pic>
        <p:nvPicPr>
          <p:cNvPr id="33" name="図 8" descr="Fujitsu">
            <a:extLst>
              <a:ext uri="{FF2B5EF4-FFF2-40B4-BE49-F238E27FC236}">
                <a16:creationId xmlns:a16="http://schemas.microsoft.com/office/drawing/2014/main" id="{582F6949-9BEA-4B68-953A-3807BCD6F49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gray">
          <a:xfrm>
            <a:off x="7944250" y="230188"/>
            <a:ext cx="964800" cy="469450"/>
          </a:xfrm>
          <a:prstGeom prst="rect">
            <a:avLst/>
          </a:prstGeom>
        </p:spPr>
      </p:pic>
      <p:sp>
        <p:nvSpPr>
          <p:cNvPr id="34" name="Rounded Rectangle 21">
            <a:extLst>
              <a:ext uri="{FF2B5EF4-FFF2-40B4-BE49-F238E27FC236}">
                <a16:creationId xmlns:a16="http://schemas.microsoft.com/office/drawing/2014/main" id="{2120A6F2-F859-44BC-AFA6-B328B30096AE}"/>
              </a:ext>
            </a:extLst>
          </p:cNvPr>
          <p:cNvSpPr/>
          <p:nvPr userDrawn="1"/>
        </p:nvSpPr>
        <p:spPr bwMode="black">
          <a:xfrm>
            <a:off x="231775" y="4911725"/>
            <a:ext cx="1595438" cy="141161"/>
          </a:xfrm>
          <a:prstGeom prst="roundRect">
            <a:avLst>
              <a:gd name="adj" fmla="val 50000"/>
            </a:avLst>
          </a:prstGeom>
          <a:noFill/>
          <a:ln w="6350"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1218673" rtl="0" eaLnBrk="1" fontAlgn="ctr" latinLnBrk="0" hangingPunct="1">
              <a:lnSpc>
                <a:spcPct val="100000"/>
              </a:lnSpc>
              <a:spcBef>
                <a:spcPct val="0"/>
              </a:spcBef>
              <a:spcAft>
                <a:spcPct val="0"/>
              </a:spcAft>
              <a:buClrTx/>
              <a:buSzTx/>
              <a:buFontTx/>
              <a:buNone/>
              <a:tabLst/>
              <a:defRPr/>
            </a:pPr>
            <a:r>
              <a:rPr kumimoji="1" lang="en-GB" altLang="ja-JP" sz="700" b="0" i="0" u="none" strike="noStrike" kern="1200" cap="none" spc="0" normalizeH="0" baseline="0" noProof="0" dirty="0">
                <a:ln>
                  <a:noFill/>
                </a:ln>
                <a:solidFill>
                  <a:srgbClr val="000000"/>
                </a:solidFill>
                <a:effectLst/>
                <a:uLnTx/>
                <a:uFillTx/>
                <a:latin typeface="Arial"/>
                <a:ea typeface="+mn-ea"/>
                <a:cs typeface="+mn-cs"/>
              </a:rPr>
              <a:t>Fujitsu Restricted - Internal Use Only</a:t>
            </a:r>
            <a:endParaRPr kumimoji="1" lang="en-US" altLang="ja-JP" sz="70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2941707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2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Slide - Bullets (1-col)">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9767" y="206603"/>
            <a:ext cx="7740000" cy="366254"/>
          </a:xfrm>
          <a:prstGeom prst="rect">
            <a:avLst/>
          </a:prstGeom>
        </p:spPr>
        <p:txBody>
          <a:bodyPr>
            <a:spAutoFit/>
          </a:bodyPr>
          <a:lstStyle>
            <a:lvl1pPr>
              <a:lnSpc>
                <a:spcPct val="85000"/>
              </a:lnSpc>
              <a:defRPr sz="2800"/>
            </a:lvl1pPr>
          </a:lstStyle>
          <a:p>
            <a:r>
              <a:rPr lang="en-US" altLang="ja-JP" dirty="0"/>
              <a:t>Slide title</a:t>
            </a:r>
            <a:endParaRPr lang="en-US" dirty="0"/>
          </a:p>
        </p:txBody>
      </p:sp>
      <p:sp>
        <p:nvSpPr>
          <p:cNvPr id="6" name="Slide Number Placeholder 5"/>
          <p:cNvSpPr>
            <a:spLocks noGrp="1"/>
          </p:cNvSpPr>
          <p:nvPr>
            <p:ph type="sldNum" sz="quarter" idx="12"/>
          </p:nvPr>
        </p:nvSpPr>
        <p:spPr/>
        <p:txBody>
          <a:bodyPr/>
          <a:lstStyle/>
          <a:p>
            <a:fld id="{4D029D89-7B63-4C94-AD4D-2E4D6BB83637}" type="slidenum">
              <a:rPr kumimoji="1" lang="ja-JP" altLang="en-US" smtClean="0"/>
              <a:t>‹#›</a:t>
            </a:fld>
            <a:endParaRPr kumimoji="1" lang="ja-JP" altLang="en-US"/>
          </a:p>
        </p:txBody>
      </p:sp>
      <p:sp>
        <p:nvSpPr>
          <p:cNvPr id="4" name="Text Placeholder 3">
            <a:extLst>
              <a:ext uri="{FF2B5EF4-FFF2-40B4-BE49-F238E27FC236}">
                <a16:creationId xmlns:a16="http://schemas.microsoft.com/office/drawing/2014/main" id="{9EBF4EE4-50E9-4ECE-9329-774C2C38C68C}"/>
              </a:ext>
            </a:extLst>
          </p:cNvPr>
          <p:cNvSpPr>
            <a:spLocks noGrp="1"/>
          </p:cNvSpPr>
          <p:nvPr>
            <p:ph type="body" sz="quarter" idx="14" hasCustomPrompt="1"/>
          </p:nvPr>
        </p:nvSpPr>
        <p:spPr>
          <a:xfrm>
            <a:off x="231774" y="950913"/>
            <a:ext cx="8677275" cy="1311128"/>
          </a:xfrm>
          <a:prstGeom prst="rect">
            <a:avLst/>
          </a:prstGeom>
        </p:spPr>
        <p:txBody>
          <a:bodyPr wrap="square" lIns="0" tIns="0" rIns="0" bIns="0">
            <a:spAutoFit/>
          </a:bodyPr>
          <a:lstStyle>
            <a:lvl1pPr marL="252413" indent="-252413">
              <a:spcAft>
                <a:spcPts val="600"/>
              </a:spcAft>
              <a:buClr>
                <a:srgbClr val="FF8000"/>
              </a:buClr>
              <a:buSzPct val="120000"/>
              <a:buFont typeface="Arial" panose="020B0604020202020204" pitchFamily="34" charset="0"/>
              <a:buChar char="●"/>
              <a:defRPr/>
            </a:lvl1pPr>
            <a:lvl2pPr marL="533400" indent="-225425">
              <a:spcAft>
                <a:spcPts val="600"/>
              </a:spcAft>
              <a:buClr>
                <a:srgbClr val="FFE700"/>
              </a:buClr>
              <a:buSzPct val="120000"/>
              <a:buFont typeface="Arial" panose="020B0604020202020204" pitchFamily="34" charset="0"/>
              <a:buChar char="●"/>
              <a:defRPr/>
            </a:lvl2pPr>
            <a:lvl3pPr marL="868363" indent="-198438">
              <a:spcAft>
                <a:spcPts val="600"/>
              </a:spcAft>
              <a:buClr>
                <a:srgbClr val="6D6E70"/>
              </a:buClr>
              <a:buSzPct val="120000"/>
              <a:buFont typeface="Arial" panose="020B0604020202020204" pitchFamily="34" charset="0"/>
              <a:buChar char="●"/>
              <a:defRPr/>
            </a:lvl3pPr>
            <a:lvl4pPr>
              <a:spcAft>
                <a:spcPts val="600"/>
              </a:spcAft>
              <a:buClr>
                <a:schemeClr val="bg1">
                  <a:lumMod val="65000"/>
                </a:schemeClr>
              </a:buClr>
              <a:buSzPct val="120000"/>
              <a:defRPr/>
            </a:lvl4pPr>
          </a:lstStyle>
          <a:p>
            <a:r>
              <a:rPr lang="en-GB" dirty="0"/>
              <a:t>Bullets level 1</a:t>
            </a:r>
          </a:p>
          <a:p>
            <a:pPr lvl="1"/>
            <a:r>
              <a:rPr lang="en-GB" dirty="0"/>
              <a:t>Bullets level 2</a:t>
            </a:r>
          </a:p>
          <a:p>
            <a:pPr lvl="2"/>
            <a:r>
              <a:rPr lang="en-GB" dirty="0"/>
              <a:t>Bullets level 3</a:t>
            </a:r>
          </a:p>
          <a:p>
            <a:pPr lvl="3"/>
            <a:r>
              <a:rPr lang="en-GB" dirty="0"/>
              <a:t>Bullets level 4</a:t>
            </a:r>
            <a:endParaRPr lang="en-US" dirty="0"/>
          </a:p>
        </p:txBody>
      </p:sp>
    </p:spTree>
    <p:extLst>
      <p:ext uri="{BB962C8B-B14F-4D97-AF65-F5344CB8AC3E}">
        <p14:creationId xmlns:p14="http://schemas.microsoft.com/office/powerpoint/2010/main" val="888611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5_Content Slide - Bullets (1-col)">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9767" y="206603"/>
            <a:ext cx="7740000" cy="366254"/>
          </a:xfrm>
          <a:prstGeom prst="rect">
            <a:avLst/>
          </a:prstGeom>
        </p:spPr>
        <p:txBody>
          <a:bodyPr>
            <a:spAutoFit/>
          </a:bodyPr>
          <a:lstStyle>
            <a:lvl1pPr>
              <a:lnSpc>
                <a:spcPct val="85000"/>
              </a:lnSpc>
              <a:defRPr sz="2800"/>
            </a:lvl1pPr>
          </a:lstStyle>
          <a:p>
            <a:r>
              <a:rPr lang="en-US" altLang="ja-JP" dirty="0"/>
              <a:t>Slide title</a:t>
            </a:r>
            <a:endParaRPr lang="en-US" dirty="0"/>
          </a:p>
        </p:txBody>
      </p:sp>
      <p:sp>
        <p:nvSpPr>
          <p:cNvPr id="6" name="Slide Number Placeholder 5"/>
          <p:cNvSpPr>
            <a:spLocks noGrp="1"/>
          </p:cNvSpPr>
          <p:nvPr>
            <p:ph type="sldNum" sz="quarter" idx="12"/>
          </p:nvPr>
        </p:nvSpPr>
        <p:spPr/>
        <p:txBody>
          <a:bodyPr/>
          <a:lstStyle/>
          <a:p>
            <a:fld id="{4D029D89-7B63-4C94-AD4D-2E4D6BB83637}" type="slidenum">
              <a:rPr kumimoji="1" lang="ja-JP" altLang="en-US" smtClean="0"/>
              <a:t>‹#›</a:t>
            </a:fld>
            <a:endParaRPr kumimoji="1" lang="ja-JP" altLang="en-US"/>
          </a:p>
        </p:txBody>
      </p:sp>
      <p:sp>
        <p:nvSpPr>
          <p:cNvPr id="4" name="Text Placeholder 3">
            <a:extLst>
              <a:ext uri="{FF2B5EF4-FFF2-40B4-BE49-F238E27FC236}">
                <a16:creationId xmlns:a16="http://schemas.microsoft.com/office/drawing/2014/main" id="{9EBF4EE4-50E9-4ECE-9329-774C2C38C68C}"/>
              </a:ext>
            </a:extLst>
          </p:cNvPr>
          <p:cNvSpPr>
            <a:spLocks noGrp="1"/>
          </p:cNvSpPr>
          <p:nvPr>
            <p:ph type="body" sz="quarter" idx="14" hasCustomPrompt="1"/>
          </p:nvPr>
        </p:nvSpPr>
        <p:spPr>
          <a:xfrm>
            <a:off x="231774" y="950913"/>
            <a:ext cx="4205367" cy="1311128"/>
          </a:xfrm>
          <a:prstGeom prst="rect">
            <a:avLst/>
          </a:prstGeom>
        </p:spPr>
        <p:txBody>
          <a:bodyPr wrap="square" lIns="0" tIns="0" rIns="0" bIns="0">
            <a:spAutoFit/>
          </a:bodyPr>
          <a:lstStyle>
            <a:lvl1pPr marL="252413" indent="-252413">
              <a:spcAft>
                <a:spcPts val="600"/>
              </a:spcAft>
              <a:buClr>
                <a:srgbClr val="FF8000"/>
              </a:buClr>
              <a:buSzPct val="120000"/>
              <a:buFont typeface="Arial" panose="020B0604020202020204" pitchFamily="34" charset="0"/>
              <a:buChar char="●"/>
              <a:defRPr/>
            </a:lvl1pPr>
            <a:lvl2pPr marL="533400" indent="-225425">
              <a:spcAft>
                <a:spcPts val="600"/>
              </a:spcAft>
              <a:buClr>
                <a:srgbClr val="FFE700"/>
              </a:buClr>
              <a:buSzPct val="120000"/>
              <a:buFont typeface="Arial" panose="020B0604020202020204" pitchFamily="34" charset="0"/>
              <a:buChar char="●"/>
              <a:defRPr/>
            </a:lvl2pPr>
            <a:lvl3pPr marL="868363" indent="-198438">
              <a:spcAft>
                <a:spcPts val="600"/>
              </a:spcAft>
              <a:buClr>
                <a:srgbClr val="6D6E70"/>
              </a:buClr>
              <a:buSzPct val="120000"/>
              <a:buFont typeface="Arial" panose="020B0604020202020204" pitchFamily="34" charset="0"/>
              <a:buChar char="●"/>
              <a:defRPr/>
            </a:lvl3pPr>
            <a:lvl4pPr>
              <a:spcAft>
                <a:spcPts val="600"/>
              </a:spcAft>
              <a:buClr>
                <a:schemeClr val="bg1">
                  <a:lumMod val="65000"/>
                </a:schemeClr>
              </a:buClr>
              <a:buSzPct val="120000"/>
              <a:defRPr/>
            </a:lvl4pPr>
          </a:lstStyle>
          <a:p>
            <a:r>
              <a:rPr lang="en-GB" dirty="0"/>
              <a:t>Bullets level 1</a:t>
            </a:r>
          </a:p>
          <a:p>
            <a:pPr lvl="1"/>
            <a:r>
              <a:rPr lang="en-GB" dirty="0"/>
              <a:t>Bullets level 2</a:t>
            </a:r>
          </a:p>
          <a:p>
            <a:pPr lvl="2"/>
            <a:r>
              <a:rPr lang="en-GB" dirty="0"/>
              <a:t>Bullets level 3</a:t>
            </a:r>
          </a:p>
          <a:p>
            <a:pPr lvl="3"/>
            <a:r>
              <a:rPr lang="en-GB" dirty="0"/>
              <a:t>Bullets level 4</a:t>
            </a:r>
            <a:endParaRPr lang="en-US" dirty="0"/>
          </a:p>
        </p:txBody>
      </p:sp>
      <p:sp>
        <p:nvSpPr>
          <p:cNvPr id="5" name="Text Placeholder 4">
            <a:extLst>
              <a:ext uri="{FF2B5EF4-FFF2-40B4-BE49-F238E27FC236}">
                <a16:creationId xmlns:a16="http://schemas.microsoft.com/office/drawing/2014/main" id="{7C511649-B36E-47C3-A3F7-5CDC5D3F8D29}"/>
              </a:ext>
            </a:extLst>
          </p:cNvPr>
          <p:cNvSpPr>
            <a:spLocks noGrp="1"/>
          </p:cNvSpPr>
          <p:nvPr>
            <p:ph type="body" sz="quarter" idx="15" hasCustomPrompt="1"/>
          </p:nvPr>
        </p:nvSpPr>
        <p:spPr>
          <a:xfrm>
            <a:off x="4657518" y="950913"/>
            <a:ext cx="4164219" cy="1311128"/>
          </a:xfrm>
        </p:spPr>
        <p:txBody>
          <a:bodyPr/>
          <a:lstStyle>
            <a:lvl1pPr>
              <a:buClr>
                <a:srgbClr val="FF8000"/>
              </a:buClr>
              <a:defRPr/>
            </a:lvl1pPr>
            <a:lvl2pPr marL="533400" indent="-225425">
              <a:buClr>
                <a:srgbClr val="FFE700"/>
              </a:buClr>
              <a:buFont typeface="Arial" panose="020B0604020202020204" pitchFamily="34" charset="0"/>
              <a:buChar char="●"/>
              <a:defRPr/>
            </a:lvl2pPr>
            <a:lvl3pPr marL="868363" indent="-198438">
              <a:buFont typeface="Arial" panose="020B0604020202020204" pitchFamily="34" charset="0"/>
              <a:buChar char="●"/>
              <a:defRPr/>
            </a:lvl3pPr>
          </a:lstStyle>
          <a:p>
            <a:r>
              <a:rPr lang="en-GB" dirty="0"/>
              <a:t>Bullets level 1</a:t>
            </a:r>
          </a:p>
          <a:p>
            <a:pPr lvl="1"/>
            <a:r>
              <a:rPr lang="en-GB" dirty="0"/>
              <a:t>Bullets level 2</a:t>
            </a:r>
          </a:p>
          <a:p>
            <a:pPr lvl="2"/>
            <a:r>
              <a:rPr lang="en-GB" dirty="0"/>
              <a:t>Bullets level 3</a:t>
            </a:r>
          </a:p>
          <a:p>
            <a:pPr lvl="3"/>
            <a:r>
              <a:rPr lang="en-GB" dirty="0"/>
              <a:t>Bullets level 4</a:t>
            </a:r>
            <a:endParaRPr lang="en-US" dirty="0"/>
          </a:p>
        </p:txBody>
      </p:sp>
    </p:spTree>
    <p:extLst>
      <p:ext uri="{BB962C8B-B14F-4D97-AF65-F5344CB8AC3E}">
        <p14:creationId xmlns:p14="http://schemas.microsoft.com/office/powerpoint/2010/main" val="186952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Slide - Text (1-col)">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9767" y="206603"/>
            <a:ext cx="7740000" cy="366254"/>
          </a:xfrm>
          <a:prstGeom prst="rect">
            <a:avLst/>
          </a:prstGeom>
        </p:spPr>
        <p:txBody>
          <a:bodyPr>
            <a:spAutoFit/>
          </a:bodyPr>
          <a:lstStyle>
            <a:lvl1pPr>
              <a:lnSpc>
                <a:spcPct val="85000"/>
              </a:lnSpc>
              <a:defRPr sz="2800"/>
            </a:lvl1pPr>
          </a:lstStyle>
          <a:p>
            <a:r>
              <a:rPr lang="en-US" altLang="ja-JP" dirty="0"/>
              <a:t>Slide title</a:t>
            </a:r>
            <a:endParaRPr lang="en-US" dirty="0"/>
          </a:p>
        </p:txBody>
      </p:sp>
      <p:sp>
        <p:nvSpPr>
          <p:cNvPr id="6" name="Slide Number Placeholder 5"/>
          <p:cNvSpPr>
            <a:spLocks noGrp="1"/>
          </p:cNvSpPr>
          <p:nvPr>
            <p:ph type="sldNum" sz="quarter" idx="12"/>
          </p:nvPr>
        </p:nvSpPr>
        <p:spPr/>
        <p:txBody>
          <a:bodyPr/>
          <a:lstStyle/>
          <a:p>
            <a:fld id="{4D029D89-7B63-4C94-AD4D-2E4D6BB83637}" type="slidenum">
              <a:rPr kumimoji="1" lang="ja-JP" altLang="en-US" smtClean="0"/>
              <a:t>‹#›</a:t>
            </a:fld>
            <a:endParaRPr kumimoji="1" lang="ja-JP" altLang="en-US"/>
          </a:p>
        </p:txBody>
      </p:sp>
      <p:sp>
        <p:nvSpPr>
          <p:cNvPr id="8" name="Text Placeholder 7">
            <a:extLst>
              <a:ext uri="{FF2B5EF4-FFF2-40B4-BE49-F238E27FC236}">
                <a16:creationId xmlns:a16="http://schemas.microsoft.com/office/drawing/2014/main" id="{AEB215B0-F0D3-4B76-AABE-C21B061E9A9C}"/>
              </a:ext>
            </a:extLst>
          </p:cNvPr>
          <p:cNvSpPr>
            <a:spLocks noGrp="1"/>
          </p:cNvSpPr>
          <p:nvPr>
            <p:ph type="body" sz="quarter" idx="13" hasCustomPrompt="1"/>
          </p:nvPr>
        </p:nvSpPr>
        <p:spPr>
          <a:xfrm>
            <a:off x="234000" y="958851"/>
            <a:ext cx="8680868" cy="3783012"/>
          </a:xfrm>
          <a:prstGeom prst="rect">
            <a:avLst/>
          </a:prstGeom>
        </p:spPr>
        <p:txBody>
          <a:bodyPr lIns="0" tIns="0" rIns="0" bIns="0">
            <a:normAutofit/>
          </a:bodyPr>
          <a:lstStyle>
            <a:lvl1pPr marL="0" marR="0" indent="0" algn="l" defTabSz="685800" rtl="0" eaLnBrk="1" fontAlgn="auto" latinLnBrk="0" hangingPunct="1">
              <a:lnSpc>
                <a:spcPct val="90000"/>
              </a:lnSpc>
              <a:spcBef>
                <a:spcPts val="0"/>
              </a:spcBef>
              <a:spcAft>
                <a:spcPts val="600"/>
              </a:spcAft>
              <a:buClrTx/>
              <a:buSzPct val="100000"/>
              <a:buFont typeface="Arial" panose="020B0604020202020204" pitchFamily="34" charset="0"/>
              <a:buNone/>
              <a:tabLst/>
              <a:defRPr kumimoji="1" lang="en-US" altLang="ja-JP" sz="2400" kern="1200" noProof="0" dirty="0">
                <a:solidFill>
                  <a:schemeClr val="tx1"/>
                </a:solidFill>
                <a:latin typeface="+mn-lt"/>
                <a:ea typeface="+mn-ea"/>
                <a:cs typeface="+mn-cs"/>
              </a:defRPr>
            </a:lvl1pPr>
          </a:lstStyle>
          <a:p>
            <a:pPr marL="0" marR="0" lvl="0" indent="0" algn="l" defTabSz="685800" rtl="0" eaLnBrk="1" fontAlgn="auto" latinLnBrk="0" hangingPunct="1">
              <a:lnSpc>
                <a:spcPct val="90000"/>
              </a:lnSpc>
              <a:spcBef>
                <a:spcPts val="0"/>
              </a:spcBef>
              <a:spcAft>
                <a:spcPts val="600"/>
              </a:spcAft>
              <a:buClrTx/>
              <a:buSzPct val="100000"/>
              <a:buFont typeface="Arial" panose="020B0604020202020204" pitchFamily="34" charset="0"/>
              <a:buNone/>
              <a:tabLst/>
              <a:defRPr/>
            </a:pPr>
            <a:r>
              <a:rPr kumimoji="1" lang="en-US" altLang="ja-JP" sz="2400" b="0" i="0" u="none" strike="noStrike" kern="1200" cap="none" spc="0" normalizeH="0" baseline="0" noProof="0" dirty="0">
                <a:ln>
                  <a:noFill/>
                </a:ln>
                <a:solidFill>
                  <a:srgbClr val="000000"/>
                </a:solidFill>
                <a:effectLst/>
                <a:uLnTx/>
                <a:uFillTx/>
                <a:latin typeface="+mn-lt"/>
                <a:cs typeface="+mn-cs"/>
              </a:rPr>
              <a:t>Add your text here…</a:t>
            </a:r>
          </a:p>
        </p:txBody>
      </p:sp>
    </p:spTree>
    <p:extLst>
      <p:ext uri="{BB962C8B-B14F-4D97-AF65-F5344CB8AC3E}">
        <p14:creationId xmlns:p14="http://schemas.microsoft.com/office/powerpoint/2010/main" val="918758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Slide - Text (2-col)">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9767" y="206603"/>
            <a:ext cx="7740000" cy="366254"/>
          </a:xfrm>
          <a:prstGeom prst="rect">
            <a:avLst/>
          </a:prstGeom>
        </p:spPr>
        <p:txBody>
          <a:bodyPr>
            <a:spAutoFit/>
          </a:bodyPr>
          <a:lstStyle>
            <a:lvl1pPr>
              <a:lnSpc>
                <a:spcPct val="85000"/>
              </a:lnSpc>
              <a:defRPr sz="2800"/>
            </a:lvl1pPr>
          </a:lstStyle>
          <a:p>
            <a:r>
              <a:rPr lang="en-US" altLang="ja-JP" dirty="0"/>
              <a:t>Slide title</a:t>
            </a:r>
            <a:endParaRPr lang="en-US" dirty="0"/>
          </a:p>
        </p:txBody>
      </p:sp>
      <p:sp>
        <p:nvSpPr>
          <p:cNvPr id="6" name="Slide Number Placeholder 5"/>
          <p:cNvSpPr>
            <a:spLocks noGrp="1"/>
          </p:cNvSpPr>
          <p:nvPr>
            <p:ph type="sldNum" sz="quarter" idx="12"/>
          </p:nvPr>
        </p:nvSpPr>
        <p:spPr/>
        <p:txBody>
          <a:bodyPr/>
          <a:lstStyle/>
          <a:p>
            <a:fld id="{4D029D89-7B63-4C94-AD4D-2E4D6BB83637}" type="slidenum">
              <a:rPr kumimoji="1" lang="ja-JP" altLang="en-US" smtClean="0"/>
              <a:t>‹#›</a:t>
            </a:fld>
            <a:endParaRPr kumimoji="1" lang="ja-JP" altLang="en-US"/>
          </a:p>
        </p:txBody>
      </p:sp>
      <p:sp>
        <p:nvSpPr>
          <p:cNvPr id="8" name="Text Placeholder 7">
            <a:extLst>
              <a:ext uri="{FF2B5EF4-FFF2-40B4-BE49-F238E27FC236}">
                <a16:creationId xmlns:a16="http://schemas.microsoft.com/office/drawing/2014/main" id="{AEB215B0-F0D3-4B76-AABE-C21B061E9A9C}"/>
              </a:ext>
            </a:extLst>
          </p:cNvPr>
          <p:cNvSpPr>
            <a:spLocks noGrp="1"/>
          </p:cNvSpPr>
          <p:nvPr>
            <p:ph type="body" sz="quarter" idx="13" hasCustomPrompt="1"/>
          </p:nvPr>
        </p:nvSpPr>
        <p:spPr>
          <a:xfrm>
            <a:off x="234000" y="958851"/>
            <a:ext cx="4223700" cy="332399"/>
          </a:xfrm>
          <a:prstGeom prst="rect">
            <a:avLst/>
          </a:prstGeom>
        </p:spPr>
        <p:txBody>
          <a:bodyPr lIns="0" tIns="0" rIns="0" bIns="0">
            <a:spAutoFit/>
          </a:bodyPr>
          <a:lstStyle>
            <a:lvl1pPr marL="0" marR="0" indent="0" algn="l" defTabSz="685800" rtl="0" eaLnBrk="1" fontAlgn="auto" latinLnBrk="0" hangingPunct="1">
              <a:lnSpc>
                <a:spcPct val="90000"/>
              </a:lnSpc>
              <a:spcBef>
                <a:spcPts val="0"/>
              </a:spcBef>
              <a:spcAft>
                <a:spcPts val="600"/>
              </a:spcAft>
              <a:buClrTx/>
              <a:buSzPct val="100000"/>
              <a:buFont typeface="Arial" panose="020B0604020202020204" pitchFamily="34" charset="0"/>
              <a:buNone/>
              <a:tabLst/>
              <a:defRPr kumimoji="1" lang="en-US" altLang="ja-JP" sz="2400" kern="1200" noProof="0" dirty="0">
                <a:solidFill>
                  <a:schemeClr val="tx1"/>
                </a:solidFill>
                <a:latin typeface="+mn-lt"/>
                <a:ea typeface="+mn-ea"/>
                <a:cs typeface="+mn-cs"/>
              </a:defRPr>
            </a:lvl1pPr>
          </a:lstStyle>
          <a:p>
            <a:pPr marL="0" marR="0" lvl="0" indent="0" algn="l" defTabSz="685800" rtl="0" eaLnBrk="1" fontAlgn="auto" latinLnBrk="0" hangingPunct="1">
              <a:lnSpc>
                <a:spcPct val="90000"/>
              </a:lnSpc>
              <a:spcBef>
                <a:spcPts val="0"/>
              </a:spcBef>
              <a:spcAft>
                <a:spcPts val="600"/>
              </a:spcAft>
              <a:buClrTx/>
              <a:buSzPct val="100000"/>
              <a:buFont typeface="Arial" panose="020B0604020202020204" pitchFamily="34" charset="0"/>
              <a:buNone/>
              <a:tabLst/>
              <a:defRPr/>
            </a:pPr>
            <a:r>
              <a:rPr kumimoji="1" lang="en-US" altLang="ja-JP" sz="2400" b="0" i="0" u="none" strike="noStrike" kern="1200" cap="none" spc="0" normalizeH="0" baseline="0" noProof="0" dirty="0">
                <a:ln>
                  <a:noFill/>
                </a:ln>
                <a:solidFill>
                  <a:srgbClr val="000000"/>
                </a:solidFill>
                <a:effectLst/>
                <a:uLnTx/>
                <a:uFillTx/>
                <a:latin typeface="+mn-lt"/>
                <a:cs typeface="+mn-cs"/>
              </a:rPr>
              <a:t>Add your text here…</a:t>
            </a:r>
          </a:p>
        </p:txBody>
      </p:sp>
      <p:sp>
        <p:nvSpPr>
          <p:cNvPr id="4" name="Text Placeholder 3">
            <a:extLst>
              <a:ext uri="{FF2B5EF4-FFF2-40B4-BE49-F238E27FC236}">
                <a16:creationId xmlns:a16="http://schemas.microsoft.com/office/drawing/2014/main" id="{8EF6EDCF-1E8A-44E1-95A2-DB771C73868B}"/>
              </a:ext>
            </a:extLst>
          </p:cNvPr>
          <p:cNvSpPr>
            <a:spLocks noGrp="1"/>
          </p:cNvSpPr>
          <p:nvPr>
            <p:ph type="body" sz="quarter" idx="14" hasCustomPrompt="1"/>
          </p:nvPr>
        </p:nvSpPr>
        <p:spPr>
          <a:xfrm>
            <a:off x="4572000" y="958851"/>
            <a:ext cx="4338000" cy="332399"/>
          </a:xfrm>
          <a:prstGeom prst="rect">
            <a:avLst/>
          </a:prstGeom>
        </p:spPr>
        <p:txBody>
          <a:bodyPr>
            <a:spAutoFit/>
          </a:bodyPr>
          <a:lstStyle>
            <a:lvl1pPr marL="0" indent="0">
              <a:buNone/>
              <a:defRPr kumimoji="1" lang="en-US" altLang="ja-JP" sz="2400" b="0" i="0" u="none" strike="noStrike" kern="1200" cap="none" spc="0" normalizeH="0" baseline="0" noProof="0" dirty="0" smtClean="0">
                <a:ln>
                  <a:noFill/>
                </a:ln>
                <a:solidFill>
                  <a:srgbClr val="000000"/>
                </a:solidFill>
                <a:effectLst/>
                <a:uLnTx/>
                <a:uFillTx/>
                <a:latin typeface="+mn-lt"/>
                <a:ea typeface="+mn-ea"/>
                <a:cs typeface="+mn-cs"/>
              </a:defRPr>
            </a:lvl1pPr>
            <a:lvl2pPr marL="307975" indent="0">
              <a:buNone/>
              <a:defRPr/>
            </a:lvl2pPr>
            <a:lvl5pPr marL="1543050" indent="-171450">
              <a:buFont typeface="Arial" panose="020B0604020202020204" pitchFamily="34" charset="0"/>
              <a:buChar char="•"/>
              <a:defRPr/>
            </a:lvl5pPr>
          </a:lstStyle>
          <a:p>
            <a:pPr marL="0" marR="0" lvl="0" indent="0" algn="l" defTabSz="685800" rtl="0" eaLnBrk="1" fontAlgn="auto" latinLnBrk="0" hangingPunct="1">
              <a:lnSpc>
                <a:spcPct val="90000"/>
              </a:lnSpc>
              <a:spcBef>
                <a:spcPts val="0"/>
              </a:spcBef>
              <a:spcAft>
                <a:spcPts val="600"/>
              </a:spcAft>
              <a:buClrTx/>
              <a:buSzPct val="100000"/>
              <a:buFont typeface="Arial" panose="020B0604020202020204" pitchFamily="34" charset="0"/>
              <a:buNone/>
              <a:tabLst/>
              <a:defRPr/>
            </a:pPr>
            <a:r>
              <a:rPr kumimoji="1" lang="en-US" altLang="ja-JP" sz="2400" b="0" i="0" u="none" strike="noStrike" kern="1200" cap="none" spc="0" normalizeH="0" baseline="0" noProof="0" dirty="0">
                <a:ln>
                  <a:noFill/>
                </a:ln>
                <a:solidFill>
                  <a:srgbClr val="000000"/>
                </a:solidFill>
                <a:effectLst/>
                <a:uLnTx/>
                <a:uFillTx/>
                <a:latin typeface="+mn-lt"/>
                <a:cs typeface="+mn-cs"/>
              </a:rPr>
              <a:t>Add your text here…</a:t>
            </a:r>
          </a:p>
        </p:txBody>
      </p:sp>
    </p:spTree>
    <p:extLst>
      <p:ext uri="{BB962C8B-B14F-4D97-AF65-F5344CB8AC3E}">
        <p14:creationId xmlns:p14="http://schemas.microsoft.com/office/powerpoint/2010/main" val="3076301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Slide - 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9767" y="206603"/>
            <a:ext cx="7740000" cy="366254"/>
          </a:xfrm>
          <a:prstGeom prst="rect">
            <a:avLst/>
          </a:prstGeom>
        </p:spPr>
        <p:txBody>
          <a:bodyPr>
            <a:spAutoFit/>
          </a:bodyPr>
          <a:lstStyle>
            <a:lvl1pPr>
              <a:lnSpc>
                <a:spcPct val="85000"/>
              </a:lnSpc>
              <a:defRPr sz="2800"/>
            </a:lvl1pPr>
          </a:lstStyle>
          <a:p>
            <a:r>
              <a:rPr lang="en-US" altLang="ja-JP" dirty="0"/>
              <a:t>Slide title</a:t>
            </a:r>
            <a:endParaRPr lang="en-US" dirty="0"/>
          </a:p>
        </p:txBody>
      </p:sp>
      <p:sp>
        <p:nvSpPr>
          <p:cNvPr id="6" name="Slide Number Placeholder 5"/>
          <p:cNvSpPr>
            <a:spLocks noGrp="1"/>
          </p:cNvSpPr>
          <p:nvPr>
            <p:ph type="sldNum" sz="quarter" idx="12"/>
          </p:nvPr>
        </p:nvSpPr>
        <p:spPr/>
        <p:txBody>
          <a:bodyPr/>
          <a:lstStyle/>
          <a:p>
            <a:fld id="{4D029D89-7B63-4C94-AD4D-2E4D6BB83637}" type="slidenum">
              <a:rPr kumimoji="1" lang="ja-JP" altLang="en-US" smtClean="0"/>
              <a:t>‹#›</a:t>
            </a:fld>
            <a:endParaRPr kumimoji="1" lang="ja-JP" altLang="en-US"/>
          </a:p>
        </p:txBody>
      </p:sp>
    </p:spTree>
    <p:extLst>
      <p:ext uri="{BB962C8B-B14F-4D97-AF65-F5344CB8AC3E}">
        <p14:creationId xmlns:p14="http://schemas.microsoft.com/office/powerpoint/2010/main" val="3102490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pic>
        <p:nvPicPr>
          <p:cNvPr id="19" name="図 9">
            <a:extLst>
              <a:ext uri="{FF2B5EF4-FFF2-40B4-BE49-F238E27FC236}">
                <a16:creationId xmlns:a16="http://schemas.microsoft.com/office/drawing/2014/main" id="{96B0E5D3-342C-4CCD-A078-958E1B736BE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4573847" y="0"/>
            <a:ext cx="4570153" cy="5143500"/>
          </a:xfrm>
          <a:prstGeom prst="rect">
            <a:avLst/>
          </a:prstGeom>
        </p:spPr>
      </p:pic>
      <p:pic>
        <p:nvPicPr>
          <p:cNvPr id="22" name="図 10">
            <a:extLst>
              <a:ext uri="{FF2B5EF4-FFF2-40B4-BE49-F238E27FC236}">
                <a16:creationId xmlns:a16="http://schemas.microsoft.com/office/drawing/2014/main" id="{95047C61-8F0A-4B7A-9F48-A784ACD06F68}"/>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bwMode="gray">
          <a:xfrm>
            <a:off x="3104888" y="1298597"/>
            <a:ext cx="3275999" cy="2545521"/>
          </a:xfrm>
          <a:prstGeom prst="rect">
            <a:avLst/>
          </a:prstGeom>
        </p:spPr>
      </p:pic>
      <p:sp>
        <p:nvSpPr>
          <p:cNvPr id="4" name="テキスト ボックス 3">
            <a:extLst>
              <a:ext uri="{FF2B5EF4-FFF2-40B4-BE49-F238E27FC236}">
                <a16:creationId xmlns:a16="http://schemas.microsoft.com/office/drawing/2014/main" id="{40C3468B-D18B-4488-B70F-EE038FBC8715}"/>
              </a:ext>
            </a:extLst>
          </p:cNvPr>
          <p:cNvSpPr txBox="1"/>
          <p:nvPr userDrawn="1"/>
        </p:nvSpPr>
        <p:spPr>
          <a:xfrm>
            <a:off x="129201" y="2007097"/>
            <a:ext cx="2876108" cy="738664"/>
          </a:xfrm>
          <a:prstGeom prst="rect">
            <a:avLst/>
          </a:prstGeom>
          <a:noFill/>
        </p:spPr>
        <p:txBody>
          <a:bodyPr wrap="none" rtlCol="0">
            <a:spAutoFit/>
          </a:bodyPr>
          <a:lstStyle/>
          <a:p>
            <a:r>
              <a:rPr kumimoji="1" lang="en-US" altLang="ja-JP" sz="4200" b="1" baseline="0" dirty="0"/>
              <a:t>Thank you</a:t>
            </a:r>
            <a:endParaRPr kumimoji="1" lang="ja-JP" altLang="en-US" sz="4200" b="1" baseline="0" dirty="0"/>
          </a:p>
        </p:txBody>
      </p:sp>
      <p:sp>
        <p:nvSpPr>
          <p:cNvPr id="31" name="TextBox 17">
            <a:extLst>
              <a:ext uri="{FF2B5EF4-FFF2-40B4-BE49-F238E27FC236}">
                <a16:creationId xmlns:a16="http://schemas.microsoft.com/office/drawing/2014/main" id="{D5E49898-FF21-4E70-A8B5-FD4F1373DD37}"/>
              </a:ext>
            </a:extLst>
          </p:cNvPr>
          <p:cNvSpPr txBox="1"/>
          <p:nvPr userDrawn="1"/>
        </p:nvSpPr>
        <p:spPr>
          <a:xfrm>
            <a:off x="7984067" y="4891390"/>
            <a:ext cx="935568" cy="107722"/>
          </a:xfrm>
          <a:prstGeom prst="rect">
            <a:avLst/>
          </a:prstGeom>
          <a:noFill/>
        </p:spPr>
        <p:txBody>
          <a:bodyPr wrap="square" lIns="0" tIns="0" rIns="0" bIns="0" rtlCol="0" anchor="b" anchorCtr="0">
            <a:spAutoFit/>
          </a:bodyPr>
          <a:lstStyle/>
          <a:p>
            <a:pPr marL="0" algn="r" defTabSz="457200" rtl="0" eaLnBrk="1" latinLnBrk="0" hangingPunct="1"/>
            <a:r>
              <a:rPr kumimoji="1" lang="en-GB" sz="700" kern="1200" dirty="0">
                <a:solidFill>
                  <a:schemeClr val="tx1"/>
                </a:solidFill>
                <a:latin typeface="+mn-lt"/>
                <a:ea typeface="+mn-ea"/>
                <a:cs typeface="+mn-cs"/>
              </a:rPr>
              <a:t>© FUJITSU 2021</a:t>
            </a:r>
          </a:p>
        </p:txBody>
      </p:sp>
      <p:sp>
        <p:nvSpPr>
          <p:cNvPr id="34" name="Rounded Rectangle 21">
            <a:extLst>
              <a:ext uri="{FF2B5EF4-FFF2-40B4-BE49-F238E27FC236}">
                <a16:creationId xmlns:a16="http://schemas.microsoft.com/office/drawing/2014/main" id="{CFA04961-F14C-4B17-AE6D-C0C16E45D202}"/>
              </a:ext>
            </a:extLst>
          </p:cNvPr>
          <p:cNvSpPr/>
          <p:nvPr userDrawn="1"/>
        </p:nvSpPr>
        <p:spPr bwMode="black">
          <a:xfrm>
            <a:off x="231775" y="4911725"/>
            <a:ext cx="1595438" cy="141161"/>
          </a:xfrm>
          <a:prstGeom prst="roundRect">
            <a:avLst>
              <a:gd name="adj" fmla="val 50000"/>
            </a:avLst>
          </a:prstGeom>
          <a:noFill/>
          <a:ln w="6350"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1218673" rtl="0" eaLnBrk="1" fontAlgn="ctr" latinLnBrk="0" hangingPunct="1">
              <a:lnSpc>
                <a:spcPct val="100000"/>
              </a:lnSpc>
              <a:spcBef>
                <a:spcPct val="0"/>
              </a:spcBef>
              <a:spcAft>
                <a:spcPct val="0"/>
              </a:spcAft>
              <a:buClrTx/>
              <a:buSzTx/>
              <a:buFontTx/>
              <a:buNone/>
              <a:tabLst/>
              <a:defRPr/>
            </a:pPr>
            <a:r>
              <a:rPr kumimoji="1" lang="en-GB" altLang="ja-JP" sz="700" b="0" i="0" u="none" strike="noStrike" kern="1200" cap="none" spc="0" normalizeH="0" baseline="0" noProof="0" dirty="0">
                <a:ln>
                  <a:noFill/>
                </a:ln>
                <a:solidFill>
                  <a:srgbClr val="000000"/>
                </a:solidFill>
                <a:effectLst/>
                <a:uLnTx/>
                <a:uFillTx/>
                <a:latin typeface="Arial"/>
                <a:ea typeface="+mn-ea"/>
                <a:cs typeface="+mn-cs"/>
              </a:rPr>
              <a:t>Fujitsu Restricted - Internal Use Only</a:t>
            </a:r>
            <a:endParaRPr kumimoji="1" lang="en-US" altLang="ja-JP" sz="700" b="0" i="0" u="none" strike="noStrike" kern="1200" cap="none" spc="0" normalizeH="0" baseline="0" noProof="0" dirty="0">
              <a:ln>
                <a:noFill/>
              </a:ln>
              <a:solidFill>
                <a:srgbClr val="000000"/>
              </a:solidFill>
              <a:effectLst/>
              <a:uLnTx/>
              <a:uFillTx/>
              <a:latin typeface="Arial"/>
              <a:ea typeface="+mn-ea"/>
              <a:cs typeface="+mn-cs"/>
            </a:endParaRPr>
          </a:p>
        </p:txBody>
      </p:sp>
      <p:pic>
        <p:nvPicPr>
          <p:cNvPr id="18" name="図 8" descr="Fujitsu">
            <a:extLst>
              <a:ext uri="{FF2B5EF4-FFF2-40B4-BE49-F238E27FC236}">
                <a16:creationId xmlns:a16="http://schemas.microsoft.com/office/drawing/2014/main" id="{1E0EEBED-6F42-4761-AFEC-F5FD68A59C8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bwMode="gray">
          <a:xfrm>
            <a:off x="7944250" y="230188"/>
            <a:ext cx="964800" cy="469450"/>
          </a:xfrm>
          <a:prstGeom prst="rect">
            <a:avLst/>
          </a:prstGeom>
        </p:spPr>
      </p:pic>
    </p:spTree>
    <p:extLst>
      <p:ext uri="{BB962C8B-B14F-4D97-AF65-F5344CB8AC3E}">
        <p14:creationId xmlns:p14="http://schemas.microsoft.com/office/powerpoint/2010/main" val="2624315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2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Only (whi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9767" y="206603"/>
            <a:ext cx="7740000" cy="366254"/>
          </a:xfrm>
          <a:prstGeom prst="rect">
            <a:avLst/>
          </a:prstGeom>
        </p:spPr>
        <p:txBody>
          <a:bodyPr>
            <a:spAutoFit/>
          </a:bodyPr>
          <a:lstStyle>
            <a:lvl1pPr>
              <a:lnSpc>
                <a:spcPct val="85000"/>
              </a:lnSpc>
              <a:defRPr sz="2800"/>
            </a:lvl1pPr>
          </a:lstStyle>
          <a:p>
            <a:r>
              <a:rPr lang="en-US" altLang="ja-JP" dirty="0"/>
              <a:t>Slide title</a:t>
            </a:r>
            <a:endParaRPr lang="en-US" dirty="0"/>
          </a:p>
        </p:txBody>
      </p:sp>
      <p:sp>
        <p:nvSpPr>
          <p:cNvPr id="6" name="Slide Number Placeholder 5"/>
          <p:cNvSpPr>
            <a:spLocks noGrp="1"/>
          </p:cNvSpPr>
          <p:nvPr>
            <p:ph type="sldNum" sz="quarter" idx="12"/>
          </p:nvPr>
        </p:nvSpPr>
        <p:spPr/>
        <p:txBody>
          <a:bodyPr/>
          <a:lstStyle/>
          <a:p>
            <a:fld id="{4D029D89-7B63-4C94-AD4D-2E4D6BB83637}" type="slidenum">
              <a:rPr kumimoji="1" lang="ja-JP" altLang="en-US" smtClean="0"/>
              <a:t>‹#›</a:t>
            </a:fld>
            <a:endParaRPr kumimoji="1" lang="ja-JP" altLang="en-US"/>
          </a:p>
        </p:txBody>
      </p:sp>
      <p:sp>
        <p:nvSpPr>
          <p:cNvPr id="4" name="TextBox 17">
            <a:extLst>
              <a:ext uri="{FF2B5EF4-FFF2-40B4-BE49-F238E27FC236}">
                <a16:creationId xmlns:a16="http://schemas.microsoft.com/office/drawing/2014/main" id="{AD090391-D844-4DD4-A95A-8A0C6FD73479}"/>
              </a:ext>
            </a:extLst>
          </p:cNvPr>
          <p:cNvSpPr txBox="1"/>
          <p:nvPr userDrawn="1"/>
        </p:nvSpPr>
        <p:spPr>
          <a:xfrm>
            <a:off x="7984067" y="4891390"/>
            <a:ext cx="935568" cy="107722"/>
          </a:xfrm>
          <a:prstGeom prst="rect">
            <a:avLst/>
          </a:prstGeom>
          <a:noFill/>
        </p:spPr>
        <p:txBody>
          <a:bodyPr wrap="square" lIns="0" tIns="0" rIns="0" bIns="0" rtlCol="0" anchor="b" anchorCtr="0">
            <a:spAutoFit/>
          </a:bodyPr>
          <a:lstStyle/>
          <a:p>
            <a:pPr marL="0" algn="r" defTabSz="457200" rtl="0" eaLnBrk="1" latinLnBrk="0" hangingPunct="1"/>
            <a:r>
              <a:rPr kumimoji="1" lang="en-GB" sz="700" kern="1200" dirty="0">
                <a:solidFill>
                  <a:schemeClr val="tx1"/>
                </a:solidFill>
                <a:latin typeface="+mn-lt"/>
                <a:ea typeface="+mn-ea"/>
                <a:cs typeface="+mn-cs"/>
              </a:rPr>
              <a:t>© FUJITSU 2021</a:t>
            </a:r>
          </a:p>
        </p:txBody>
      </p:sp>
      <p:sp>
        <p:nvSpPr>
          <p:cNvPr id="5" name="Rounded Rectangle 21">
            <a:extLst>
              <a:ext uri="{FF2B5EF4-FFF2-40B4-BE49-F238E27FC236}">
                <a16:creationId xmlns:a16="http://schemas.microsoft.com/office/drawing/2014/main" id="{7041C157-3B44-45CF-A6D8-820AE9F7FF14}"/>
              </a:ext>
            </a:extLst>
          </p:cNvPr>
          <p:cNvSpPr/>
          <p:nvPr userDrawn="1"/>
        </p:nvSpPr>
        <p:spPr bwMode="black">
          <a:xfrm>
            <a:off x="231775" y="4911725"/>
            <a:ext cx="1595438" cy="141161"/>
          </a:xfrm>
          <a:prstGeom prst="roundRect">
            <a:avLst>
              <a:gd name="adj" fmla="val 50000"/>
            </a:avLst>
          </a:prstGeom>
          <a:noFill/>
          <a:ln w="6350"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1218673" rtl="0" eaLnBrk="1" fontAlgn="ctr" latinLnBrk="0" hangingPunct="1">
              <a:lnSpc>
                <a:spcPct val="100000"/>
              </a:lnSpc>
              <a:spcBef>
                <a:spcPct val="0"/>
              </a:spcBef>
              <a:spcAft>
                <a:spcPct val="0"/>
              </a:spcAft>
              <a:buClrTx/>
              <a:buSzTx/>
              <a:buFontTx/>
              <a:buNone/>
              <a:tabLst/>
              <a:defRPr/>
            </a:pPr>
            <a:r>
              <a:rPr kumimoji="1" lang="en-GB" altLang="ja-JP" sz="700" b="0" i="0" u="none" strike="noStrike" kern="1200" cap="none" spc="0" normalizeH="0" baseline="0" noProof="0" dirty="0">
                <a:ln>
                  <a:noFill/>
                </a:ln>
                <a:solidFill>
                  <a:srgbClr val="000000"/>
                </a:solidFill>
                <a:effectLst/>
                <a:uLnTx/>
                <a:uFillTx/>
                <a:latin typeface="Arial"/>
                <a:ea typeface="+mn-ea"/>
                <a:cs typeface="+mn-cs"/>
              </a:rPr>
              <a:t>Fujitsu Restricted - Internal Use Only</a:t>
            </a:r>
            <a:endParaRPr kumimoji="1" lang="en-US" altLang="ja-JP" sz="70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2039011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Title Only (whit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4B4FD02-9810-4468-9D0E-21606245754F}"/>
              </a:ext>
            </a:extLst>
          </p:cNvPr>
          <p:cNvSpPr/>
          <p:nvPr userDrawn="1"/>
        </p:nvSpPr>
        <p:spPr>
          <a:xfrm>
            <a:off x="0" y="0"/>
            <a:ext cx="91440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GB" dirty="0" err="1">
              <a:solidFill>
                <a:schemeClr val="tx1"/>
              </a:solidFill>
            </a:endParaRPr>
          </a:p>
        </p:txBody>
      </p:sp>
      <p:sp>
        <p:nvSpPr>
          <p:cNvPr id="2" name="Title 1"/>
          <p:cNvSpPr>
            <a:spLocks noGrp="1"/>
          </p:cNvSpPr>
          <p:nvPr>
            <p:ph type="title" hasCustomPrompt="1"/>
          </p:nvPr>
        </p:nvSpPr>
        <p:spPr>
          <a:xfrm>
            <a:off x="229767" y="206603"/>
            <a:ext cx="7740000" cy="366254"/>
          </a:xfrm>
          <a:prstGeom prst="rect">
            <a:avLst/>
          </a:prstGeom>
        </p:spPr>
        <p:txBody>
          <a:bodyPr>
            <a:spAutoFit/>
          </a:bodyPr>
          <a:lstStyle>
            <a:lvl1pPr>
              <a:lnSpc>
                <a:spcPct val="85000"/>
              </a:lnSpc>
              <a:defRPr sz="2800">
                <a:solidFill>
                  <a:schemeClr val="bg1"/>
                </a:solidFill>
              </a:defRPr>
            </a:lvl1pPr>
          </a:lstStyle>
          <a:p>
            <a:r>
              <a:rPr lang="en-US" altLang="ja-JP" dirty="0"/>
              <a:t>Slide title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4D029D89-7B63-4C94-AD4D-2E4D6BB83637}" type="slidenum">
              <a:rPr kumimoji="1" lang="ja-JP" altLang="en-US" smtClean="0"/>
              <a:pPr/>
              <a:t>‹#›</a:t>
            </a:fld>
            <a:endParaRPr kumimoji="1" lang="ja-JP" altLang="en-US"/>
          </a:p>
        </p:txBody>
      </p:sp>
      <p:sp>
        <p:nvSpPr>
          <p:cNvPr id="7" name="TextBox 17">
            <a:extLst>
              <a:ext uri="{FF2B5EF4-FFF2-40B4-BE49-F238E27FC236}">
                <a16:creationId xmlns:a16="http://schemas.microsoft.com/office/drawing/2014/main" id="{EC6F6DA6-410A-4F63-94BE-150AFBD114CB}"/>
              </a:ext>
            </a:extLst>
          </p:cNvPr>
          <p:cNvSpPr txBox="1"/>
          <p:nvPr userDrawn="1"/>
        </p:nvSpPr>
        <p:spPr>
          <a:xfrm>
            <a:off x="7984067" y="4891390"/>
            <a:ext cx="935568" cy="107722"/>
          </a:xfrm>
          <a:prstGeom prst="rect">
            <a:avLst/>
          </a:prstGeom>
          <a:noFill/>
        </p:spPr>
        <p:txBody>
          <a:bodyPr wrap="square" lIns="0" tIns="0" rIns="0" bIns="0" rtlCol="0" anchor="b" anchorCtr="0">
            <a:spAutoFit/>
          </a:bodyPr>
          <a:lstStyle/>
          <a:p>
            <a:pPr marL="0" algn="r" defTabSz="457200" rtl="0" eaLnBrk="1" latinLnBrk="0" hangingPunct="1"/>
            <a:r>
              <a:rPr kumimoji="1" lang="en-GB" sz="700" kern="1200" dirty="0">
                <a:solidFill>
                  <a:schemeClr val="bg1"/>
                </a:solidFill>
                <a:latin typeface="+mn-lt"/>
                <a:ea typeface="+mn-ea"/>
                <a:cs typeface="+mn-cs"/>
              </a:rPr>
              <a:t>© FUJITSU 2021</a:t>
            </a:r>
          </a:p>
        </p:txBody>
      </p:sp>
      <p:sp>
        <p:nvSpPr>
          <p:cNvPr id="8" name="Rounded Rectangle 21">
            <a:extLst>
              <a:ext uri="{FF2B5EF4-FFF2-40B4-BE49-F238E27FC236}">
                <a16:creationId xmlns:a16="http://schemas.microsoft.com/office/drawing/2014/main" id="{4BA21BD9-ABAC-46E1-B0C9-D35960DD80C0}"/>
              </a:ext>
            </a:extLst>
          </p:cNvPr>
          <p:cNvSpPr/>
          <p:nvPr userDrawn="1"/>
        </p:nvSpPr>
        <p:spPr bwMode="black">
          <a:xfrm>
            <a:off x="231775" y="4911725"/>
            <a:ext cx="1595438" cy="141161"/>
          </a:xfrm>
          <a:prstGeom prst="roundRect">
            <a:avLst>
              <a:gd name="adj" fmla="val 50000"/>
            </a:avLst>
          </a:prstGeom>
          <a:noFill/>
          <a:ln w="6350" cap="flat" cmpd="sng" algn="ctr">
            <a:solidFill>
              <a:schemeClr val="bg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1218673" rtl="0" eaLnBrk="1" fontAlgn="ctr" latinLnBrk="0" hangingPunct="1">
              <a:lnSpc>
                <a:spcPct val="100000"/>
              </a:lnSpc>
              <a:spcBef>
                <a:spcPct val="0"/>
              </a:spcBef>
              <a:spcAft>
                <a:spcPct val="0"/>
              </a:spcAft>
              <a:buClrTx/>
              <a:buSzTx/>
              <a:buFontTx/>
              <a:buNone/>
              <a:tabLst/>
              <a:defRPr/>
            </a:pPr>
            <a:r>
              <a:rPr kumimoji="1" lang="en-GB" altLang="ja-JP" sz="700" b="0" i="0" u="none" strike="noStrike" kern="1200" cap="none" spc="0" normalizeH="0" baseline="0" noProof="0" dirty="0">
                <a:ln>
                  <a:noFill/>
                </a:ln>
                <a:solidFill>
                  <a:schemeClr val="bg1"/>
                </a:solidFill>
                <a:effectLst/>
                <a:uLnTx/>
                <a:uFillTx/>
                <a:latin typeface="Arial"/>
                <a:ea typeface="+mn-ea"/>
                <a:cs typeface="+mn-cs"/>
              </a:rPr>
              <a:t>Fujitsu Restricted - Internal Use Only</a:t>
            </a:r>
            <a:endParaRPr kumimoji="1" lang="en-US" altLang="ja-JP" sz="700" b="0" i="0" u="none" strike="noStrike" kern="1200" cap="none" spc="0" normalizeH="0" baseline="0" noProof="0" dirty="0">
              <a:ln>
                <a:noFill/>
              </a:ln>
              <a:solidFill>
                <a:schemeClr val="bg1"/>
              </a:solidFill>
              <a:effectLst/>
              <a:uLnTx/>
              <a:uFillTx/>
              <a:latin typeface="Arial"/>
              <a:ea typeface="+mn-ea"/>
              <a:cs typeface="+mn-cs"/>
            </a:endParaRPr>
          </a:p>
        </p:txBody>
      </p:sp>
    </p:spTree>
    <p:extLst>
      <p:ext uri="{BB962C8B-B14F-4D97-AF65-F5344CB8AC3E}">
        <p14:creationId xmlns:p14="http://schemas.microsoft.com/office/powerpoint/2010/main" val="815298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image" Target="../media/image2.png"/><Relationship Id="rId5" Type="http://schemas.openxmlformats.org/officeDocument/2006/relationships/slideLayout" Target="../slideLayouts/slideLayout13.xml"/><Relationship Id="rId10" Type="http://schemas.openxmlformats.org/officeDocument/2006/relationships/image" Target="../media/image7.png"/><Relationship Id="rId4" Type="http://schemas.openxmlformats.org/officeDocument/2006/relationships/slideLayout" Target="../slideLayouts/slideLayout12.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image" Target="../media/image2.png"/><Relationship Id="rId5" Type="http://schemas.openxmlformats.org/officeDocument/2006/relationships/slideLayout" Target="../slideLayouts/slideLayout21.xml"/><Relationship Id="rId10" Type="http://schemas.openxmlformats.org/officeDocument/2006/relationships/image" Target="../media/image11.jpeg"/><Relationship Id="rId4" Type="http://schemas.openxmlformats.org/officeDocument/2006/relationships/slideLayout" Target="../slideLayouts/slideLayout20.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image" Target="../media/image2.png"/><Relationship Id="rId5" Type="http://schemas.openxmlformats.org/officeDocument/2006/relationships/slideLayout" Target="../slideLayouts/slideLayout29.xml"/><Relationship Id="rId10" Type="http://schemas.openxmlformats.org/officeDocument/2006/relationships/image" Target="../media/image16.png"/><Relationship Id="rId4" Type="http://schemas.openxmlformats.org/officeDocument/2006/relationships/slideLayout" Target="../slideLayouts/slideLayout28.xml"/><Relationship Id="rId9"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0.xml"/><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image" Target="../media/image2.png"/><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image" Target="../media/image22.png"/><Relationship Id="rId5" Type="http://schemas.openxmlformats.org/officeDocument/2006/relationships/slideLayout" Target="../slideLayouts/slideLayout37.xml"/><Relationship Id="rId10" Type="http://schemas.openxmlformats.org/officeDocument/2006/relationships/image" Target="../media/image21.png"/><Relationship Id="rId4" Type="http://schemas.openxmlformats.org/officeDocument/2006/relationships/slideLayout" Target="../slideLayouts/slideLayout36.xml"/><Relationship Id="rId9"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42.xml"/><Relationship Id="rId1" Type="http://schemas.openxmlformats.org/officeDocument/2006/relationships/slideLayout" Target="../slideLayouts/slideLayout4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8" name="図 16">
            <a:extLst>
              <a:ext uri="{FF2B5EF4-FFF2-40B4-BE49-F238E27FC236}">
                <a16:creationId xmlns:a16="http://schemas.microsoft.com/office/drawing/2014/main" id="{7CC2CAC8-0D1A-4E54-A31A-AFC22E906AF6}"/>
              </a:ext>
              <a:ext uri="{C183D7F6-B498-43B3-948B-1728B52AA6E4}">
                <adec:decorative xmlns:adec="http://schemas.microsoft.com/office/drawing/2017/decorative" val="1"/>
              </a:ext>
            </a:extLst>
          </p:cNvPr>
          <p:cNvPicPr>
            <a:picLocks noChangeAspect="1"/>
          </p:cNvPicPr>
          <p:nvPr userDrawn="1"/>
        </p:nvPicPr>
        <p:blipFill rotWithShape="1">
          <a:blip r:embed="rId10" cstate="print">
            <a:extLst>
              <a:ext uri="{28A0092B-C50C-407E-A947-70E740481C1C}">
                <a14:useLocalDpi xmlns:a14="http://schemas.microsoft.com/office/drawing/2010/main"/>
              </a:ext>
            </a:extLst>
          </a:blip>
          <a:srcRect r="283"/>
          <a:stretch/>
        </p:blipFill>
        <p:spPr bwMode="gray">
          <a:xfrm>
            <a:off x="0" y="-4013"/>
            <a:ext cx="9144000" cy="716400"/>
          </a:xfrm>
          <a:prstGeom prst="rect">
            <a:avLst/>
          </a:prstGeom>
        </p:spPr>
      </p:pic>
      <p:sp>
        <p:nvSpPr>
          <p:cNvPr id="2" name="Title Placeholder 1"/>
          <p:cNvSpPr>
            <a:spLocks noGrp="1"/>
          </p:cNvSpPr>
          <p:nvPr>
            <p:ph type="title"/>
          </p:nvPr>
        </p:nvSpPr>
        <p:spPr>
          <a:xfrm>
            <a:off x="230825" y="166200"/>
            <a:ext cx="7740000" cy="387798"/>
          </a:xfrm>
          <a:prstGeom prst="rect">
            <a:avLst/>
          </a:prstGeom>
        </p:spPr>
        <p:txBody>
          <a:bodyPr vert="horz" lIns="0" tIns="0" rIns="0" bIns="0" rtlCol="0" anchor="ctr">
            <a:spAutoFit/>
          </a:bodyPr>
          <a:lstStyle/>
          <a:p>
            <a:r>
              <a:rPr lang="en-US" altLang="ja-JP" dirty="0"/>
              <a:t>Master title</a:t>
            </a:r>
            <a:endParaRPr lang="en-US" dirty="0"/>
          </a:p>
        </p:txBody>
      </p:sp>
      <p:grpSp>
        <p:nvGrpSpPr>
          <p:cNvPr id="28" name="Group 27" descr="Fujitsu">
            <a:extLst>
              <a:ext uri="{FF2B5EF4-FFF2-40B4-BE49-F238E27FC236}">
                <a16:creationId xmlns:a16="http://schemas.microsoft.com/office/drawing/2014/main" id="{E731D7CE-6321-4316-88D9-DA362D2E6CE1}"/>
              </a:ext>
            </a:extLst>
          </p:cNvPr>
          <p:cNvGrpSpPr/>
          <p:nvPr userDrawn="1"/>
        </p:nvGrpSpPr>
        <p:grpSpPr>
          <a:xfrm>
            <a:off x="8169274" y="180891"/>
            <a:ext cx="741363" cy="361336"/>
            <a:chOff x="8012114" y="249161"/>
            <a:chExt cx="892174" cy="434841"/>
          </a:xfrm>
        </p:grpSpPr>
        <p:sp>
          <p:nvSpPr>
            <p:cNvPr id="29" name="Freeform 34">
              <a:extLst>
                <a:ext uri="{FF2B5EF4-FFF2-40B4-BE49-F238E27FC236}">
                  <a16:creationId xmlns:a16="http://schemas.microsoft.com/office/drawing/2014/main" id="{31D6D802-1B88-4F13-A715-C2629E13FD1A}"/>
                </a:ext>
              </a:extLst>
            </p:cNvPr>
            <p:cNvSpPr>
              <a:spLocks/>
            </p:cNvSpPr>
            <p:nvPr userDrawn="1"/>
          </p:nvSpPr>
          <p:spPr bwMode="gray">
            <a:xfrm>
              <a:off x="8307389" y="249161"/>
              <a:ext cx="179387" cy="139657"/>
            </a:xfrm>
            <a:custGeom>
              <a:avLst/>
              <a:gdLst>
                <a:gd name="T0" fmla="*/ 961 w 2365"/>
                <a:gd name="T1" fmla="*/ 764 h 1825"/>
                <a:gd name="T2" fmla="*/ 599 w 2365"/>
                <a:gd name="T3" fmla="*/ 642 h 1825"/>
                <a:gd name="T4" fmla="*/ 1 w 2365"/>
                <a:gd name="T5" fmla="*/ 1235 h 1825"/>
                <a:gd name="T6" fmla="*/ 599 w 2365"/>
                <a:gd name="T7" fmla="*/ 1825 h 1825"/>
                <a:gd name="T8" fmla="*/ 1053 w 2365"/>
                <a:gd name="T9" fmla="*/ 1619 h 1825"/>
                <a:gd name="T10" fmla="*/ 1053 w 2365"/>
                <a:gd name="T11" fmla="*/ 1293 h 1825"/>
                <a:gd name="T12" fmla="*/ 771 w 2365"/>
                <a:gd name="T13" fmla="*/ 1568 h 1825"/>
                <a:gd name="T14" fmla="*/ 599 w 2365"/>
                <a:gd name="T15" fmla="*/ 1604 h 1825"/>
                <a:gd name="T16" fmla="*/ 225 w 2365"/>
                <a:gd name="T17" fmla="*/ 1235 h 1825"/>
                <a:gd name="T18" fmla="*/ 599 w 2365"/>
                <a:gd name="T19" fmla="*/ 863 h 1825"/>
                <a:gd name="T20" fmla="*/ 861 w 2365"/>
                <a:gd name="T21" fmla="*/ 972 h 1825"/>
                <a:gd name="T22" fmla="*/ 1093 w 2365"/>
                <a:gd name="T23" fmla="*/ 1239 h 1825"/>
                <a:gd name="T24" fmla="*/ 1630 w 2365"/>
                <a:gd name="T25" fmla="*/ 1473 h 1825"/>
                <a:gd name="T26" fmla="*/ 2365 w 2365"/>
                <a:gd name="T27" fmla="*/ 741 h 1825"/>
                <a:gd name="T28" fmla="*/ 1630 w 2365"/>
                <a:gd name="T29" fmla="*/ 0 h 1825"/>
                <a:gd name="T30" fmla="*/ 1053 w 2365"/>
                <a:gd name="T31" fmla="*/ 295 h 1825"/>
                <a:gd name="T32" fmla="*/ 1053 w 2365"/>
                <a:gd name="T33" fmla="*/ 735 h 1825"/>
                <a:gd name="T34" fmla="*/ 1630 w 2365"/>
                <a:gd name="T35" fmla="*/ 232 h 1825"/>
                <a:gd name="T36" fmla="*/ 2134 w 2365"/>
                <a:gd name="T37" fmla="*/ 741 h 1825"/>
                <a:gd name="T38" fmla="*/ 1630 w 2365"/>
                <a:gd name="T39" fmla="*/ 1245 h 1825"/>
                <a:gd name="T40" fmla="*/ 1303 w 2365"/>
                <a:gd name="T41" fmla="*/ 1125 h 1825"/>
                <a:gd name="T42" fmla="*/ 961 w 2365"/>
                <a:gd name="T43" fmla="*/ 764 h 1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65" h="1825">
                  <a:moveTo>
                    <a:pt x="961" y="764"/>
                  </a:moveTo>
                  <a:cubicBezTo>
                    <a:pt x="875" y="688"/>
                    <a:pt x="736" y="643"/>
                    <a:pt x="599" y="642"/>
                  </a:cubicBezTo>
                  <a:cubicBezTo>
                    <a:pt x="270" y="641"/>
                    <a:pt x="2" y="900"/>
                    <a:pt x="1" y="1235"/>
                  </a:cubicBezTo>
                  <a:cubicBezTo>
                    <a:pt x="0" y="1563"/>
                    <a:pt x="270" y="1824"/>
                    <a:pt x="599" y="1825"/>
                  </a:cubicBezTo>
                  <a:cubicBezTo>
                    <a:pt x="783" y="1825"/>
                    <a:pt x="943" y="1751"/>
                    <a:pt x="1053" y="1619"/>
                  </a:cubicBezTo>
                  <a:cubicBezTo>
                    <a:pt x="1053" y="1293"/>
                    <a:pt x="1053" y="1293"/>
                    <a:pt x="1053" y="1293"/>
                  </a:cubicBezTo>
                  <a:cubicBezTo>
                    <a:pt x="994" y="1394"/>
                    <a:pt x="877" y="1524"/>
                    <a:pt x="771" y="1568"/>
                  </a:cubicBezTo>
                  <a:cubicBezTo>
                    <a:pt x="717" y="1590"/>
                    <a:pt x="662" y="1604"/>
                    <a:pt x="599" y="1604"/>
                  </a:cubicBezTo>
                  <a:cubicBezTo>
                    <a:pt x="394" y="1604"/>
                    <a:pt x="225" y="1445"/>
                    <a:pt x="225" y="1235"/>
                  </a:cubicBezTo>
                  <a:cubicBezTo>
                    <a:pt x="225" y="1041"/>
                    <a:pt x="380" y="862"/>
                    <a:pt x="599" y="863"/>
                  </a:cubicBezTo>
                  <a:cubicBezTo>
                    <a:pt x="701" y="863"/>
                    <a:pt x="793" y="905"/>
                    <a:pt x="861" y="972"/>
                  </a:cubicBezTo>
                  <a:cubicBezTo>
                    <a:pt x="931" y="1040"/>
                    <a:pt x="1041" y="1183"/>
                    <a:pt x="1093" y="1239"/>
                  </a:cubicBezTo>
                  <a:cubicBezTo>
                    <a:pt x="1227" y="1383"/>
                    <a:pt x="1419" y="1473"/>
                    <a:pt x="1630" y="1473"/>
                  </a:cubicBezTo>
                  <a:cubicBezTo>
                    <a:pt x="2036" y="1474"/>
                    <a:pt x="2365" y="1146"/>
                    <a:pt x="2365" y="741"/>
                  </a:cubicBezTo>
                  <a:cubicBezTo>
                    <a:pt x="2365" y="336"/>
                    <a:pt x="2035" y="0"/>
                    <a:pt x="1630" y="0"/>
                  </a:cubicBezTo>
                  <a:cubicBezTo>
                    <a:pt x="1395" y="0"/>
                    <a:pt x="1187" y="122"/>
                    <a:pt x="1053" y="295"/>
                  </a:cubicBezTo>
                  <a:cubicBezTo>
                    <a:pt x="1053" y="735"/>
                    <a:pt x="1053" y="735"/>
                    <a:pt x="1053" y="735"/>
                  </a:cubicBezTo>
                  <a:cubicBezTo>
                    <a:pt x="1155" y="455"/>
                    <a:pt x="1340" y="232"/>
                    <a:pt x="1630" y="232"/>
                  </a:cubicBezTo>
                  <a:cubicBezTo>
                    <a:pt x="1909" y="232"/>
                    <a:pt x="2135" y="463"/>
                    <a:pt x="2134" y="741"/>
                  </a:cubicBezTo>
                  <a:cubicBezTo>
                    <a:pt x="2134" y="1020"/>
                    <a:pt x="1909" y="1246"/>
                    <a:pt x="1630" y="1245"/>
                  </a:cubicBezTo>
                  <a:cubicBezTo>
                    <a:pt x="1506" y="1244"/>
                    <a:pt x="1391" y="1199"/>
                    <a:pt x="1303" y="1125"/>
                  </a:cubicBezTo>
                  <a:cubicBezTo>
                    <a:pt x="1194" y="1040"/>
                    <a:pt x="1074" y="860"/>
                    <a:pt x="961" y="76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0" name="Freeform 35">
              <a:extLst>
                <a:ext uri="{FF2B5EF4-FFF2-40B4-BE49-F238E27FC236}">
                  <a16:creationId xmlns:a16="http://schemas.microsoft.com/office/drawing/2014/main" id="{19482789-23D8-4206-B790-DCC088D72F96}"/>
                </a:ext>
              </a:extLst>
            </p:cNvPr>
            <p:cNvSpPr>
              <a:spLocks/>
            </p:cNvSpPr>
            <p:nvPr userDrawn="1"/>
          </p:nvSpPr>
          <p:spPr bwMode="gray">
            <a:xfrm>
              <a:off x="8012114" y="401514"/>
              <a:ext cx="123825" cy="201551"/>
            </a:xfrm>
            <a:custGeom>
              <a:avLst/>
              <a:gdLst>
                <a:gd name="T0" fmla="*/ 0 w 1624"/>
                <a:gd name="T1" fmla="*/ 0 h 2651"/>
                <a:gd name="T2" fmla="*/ 1624 w 1624"/>
                <a:gd name="T3" fmla="*/ 0 h 2651"/>
                <a:gd name="T4" fmla="*/ 1624 w 1624"/>
                <a:gd name="T5" fmla="*/ 452 h 2651"/>
                <a:gd name="T6" fmla="*/ 1365 w 1624"/>
                <a:gd name="T7" fmla="*/ 273 h 2651"/>
                <a:gd name="T8" fmla="*/ 613 w 1624"/>
                <a:gd name="T9" fmla="*/ 273 h 2651"/>
                <a:gd name="T10" fmla="*/ 613 w 1624"/>
                <a:gd name="T11" fmla="*/ 1053 h 2651"/>
                <a:gd name="T12" fmla="*/ 1428 w 1624"/>
                <a:gd name="T13" fmla="*/ 1053 h 2651"/>
                <a:gd name="T14" fmla="*/ 1428 w 1624"/>
                <a:gd name="T15" fmla="*/ 1467 h 2651"/>
                <a:gd name="T16" fmla="*/ 1205 w 1624"/>
                <a:gd name="T17" fmla="*/ 1335 h 2651"/>
                <a:gd name="T18" fmla="*/ 613 w 1624"/>
                <a:gd name="T19" fmla="*/ 1335 h 2651"/>
                <a:gd name="T20" fmla="*/ 613 w 1624"/>
                <a:gd name="T21" fmla="*/ 2401 h 2651"/>
                <a:gd name="T22" fmla="*/ 784 w 1624"/>
                <a:gd name="T23" fmla="*/ 2651 h 2651"/>
                <a:gd name="T24" fmla="*/ 11 w 1624"/>
                <a:gd name="T25" fmla="*/ 2651 h 2651"/>
                <a:gd name="T26" fmla="*/ 173 w 1624"/>
                <a:gd name="T27" fmla="*/ 2401 h 2651"/>
                <a:gd name="T28" fmla="*/ 173 w 1624"/>
                <a:gd name="T29" fmla="*/ 278 h 2651"/>
                <a:gd name="T30" fmla="*/ 0 w 1624"/>
                <a:gd name="T31"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24" h="2651">
                  <a:moveTo>
                    <a:pt x="0" y="0"/>
                  </a:moveTo>
                  <a:cubicBezTo>
                    <a:pt x="1624" y="0"/>
                    <a:pt x="1624" y="0"/>
                    <a:pt x="1624" y="0"/>
                  </a:cubicBezTo>
                  <a:cubicBezTo>
                    <a:pt x="1624" y="452"/>
                    <a:pt x="1624" y="452"/>
                    <a:pt x="1624" y="452"/>
                  </a:cubicBezTo>
                  <a:cubicBezTo>
                    <a:pt x="1624" y="452"/>
                    <a:pt x="1540" y="274"/>
                    <a:pt x="1365" y="273"/>
                  </a:cubicBezTo>
                  <a:cubicBezTo>
                    <a:pt x="613" y="273"/>
                    <a:pt x="613" y="273"/>
                    <a:pt x="613" y="273"/>
                  </a:cubicBezTo>
                  <a:cubicBezTo>
                    <a:pt x="613" y="1053"/>
                    <a:pt x="613" y="1053"/>
                    <a:pt x="613" y="1053"/>
                  </a:cubicBezTo>
                  <a:cubicBezTo>
                    <a:pt x="1428" y="1053"/>
                    <a:pt x="1428" y="1053"/>
                    <a:pt x="1428" y="1053"/>
                  </a:cubicBezTo>
                  <a:cubicBezTo>
                    <a:pt x="1428" y="1467"/>
                    <a:pt x="1428" y="1467"/>
                    <a:pt x="1428" y="1467"/>
                  </a:cubicBezTo>
                  <a:cubicBezTo>
                    <a:pt x="1428" y="1467"/>
                    <a:pt x="1402" y="1335"/>
                    <a:pt x="1205" y="1335"/>
                  </a:cubicBezTo>
                  <a:cubicBezTo>
                    <a:pt x="613" y="1335"/>
                    <a:pt x="613" y="1335"/>
                    <a:pt x="613" y="1335"/>
                  </a:cubicBezTo>
                  <a:cubicBezTo>
                    <a:pt x="613" y="2401"/>
                    <a:pt x="613" y="2401"/>
                    <a:pt x="613" y="2401"/>
                  </a:cubicBezTo>
                  <a:cubicBezTo>
                    <a:pt x="613" y="2558"/>
                    <a:pt x="784" y="2651"/>
                    <a:pt x="784" y="2651"/>
                  </a:cubicBezTo>
                  <a:cubicBezTo>
                    <a:pt x="11" y="2651"/>
                    <a:pt x="11" y="2651"/>
                    <a:pt x="11" y="2651"/>
                  </a:cubicBezTo>
                  <a:cubicBezTo>
                    <a:pt x="11" y="2651"/>
                    <a:pt x="173" y="2569"/>
                    <a:pt x="173" y="2401"/>
                  </a:cubicBezTo>
                  <a:cubicBezTo>
                    <a:pt x="173" y="278"/>
                    <a:pt x="173" y="278"/>
                    <a:pt x="173" y="278"/>
                  </a:cubicBezTo>
                  <a:cubicBezTo>
                    <a:pt x="173" y="9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1" name="Freeform 36">
              <a:extLst>
                <a:ext uri="{FF2B5EF4-FFF2-40B4-BE49-F238E27FC236}">
                  <a16:creationId xmlns:a16="http://schemas.microsoft.com/office/drawing/2014/main" id="{480FC312-367A-4511-9E90-2BC3838314CE}"/>
                </a:ext>
              </a:extLst>
            </p:cNvPr>
            <p:cNvSpPr>
              <a:spLocks/>
            </p:cNvSpPr>
            <p:nvPr userDrawn="1"/>
          </p:nvSpPr>
          <p:spPr bwMode="gray">
            <a:xfrm>
              <a:off x="8305801" y="401514"/>
              <a:ext cx="80962" cy="282488"/>
            </a:xfrm>
            <a:custGeom>
              <a:avLst/>
              <a:gdLst>
                <a:gd name="T0" fmla="*/ 246 w 1072"/>
                <a:gd name="T1" fmla="*/ 0 h 3696"/>
                <a:gd name="T2" fmla="*/ 1072 w 1072"/>
                <a:gd name="T3" fmla="*/ 0 h 3696"/>
                <a:gd name="T4" fmla="*/ 887 w 1072"/>
                <a:gd name="T5" fmla="*/ 230 h 3696"/>
                <a:gd name="T6" fmla="*/ 887 w 1072"/>
                <a:gd name="T7" fmla="*/ 2717 h 3696"/>
                <a:gd name="T8" fmla="*/ 0 w 1072"/>
                <a:gd name="T9" fmla="*/ 3693 h 3696"/>
                <a:gd name="T10" fmla="*/ 423 w 1072"/>
                <a:gd name="T11" fmla="*/ 2717 h 3696"/>
                <a:gd name="T12" fmla="*/ 423 w 1072"/>
                <a:gd name="T13" fmla="*/ 230 h 3696"/>
                <a:gd name="T14" fmla="*/ 246 w 1072"/>
                <a:gd name="T15" fmla="*/ 0 h 36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2" h="3696">
                  <a:moveTo>
                    <a:pt x="246" y="0"/>
                  </a:moveTo>
                  <a:cubicBezTo>
                    <a:pt x="1072" y="0"/>
                    <a:pt x="1072" y="0"/>
                    <a:pt x="1072" y="0"/>
                  </a:cubicBezTo>
                  <a:cubicBezTo>
                    <a:pt x="1072" y="0"/>
                    <a:pt x="887" y="87"/>
                    <a:pt x="887" y="230"/>
                  </a:cubicBezTo>
                  <a:cubicBezTo>
                    <a:pt x="887" y="2717"/>
                    <a:pt x="887" y="2717"/>
                    <a:pt x="887" y="2717"/>
                  </a:cubicBezTo>
                  <a:cubicBezTo>
                    <a:pt x="887" y="3558"/>
                    <a:pt x="44" y="3696"/>
                    <a:pt x="0" y="3693"/>
                  </a:cubicBezTo>
                  <a:cubicBezTo>
                    <a:pt x="72" y="3647"/>
                    <a:pt x="422" y="3349"/>
                    <a:pt x="423" y="2717"/>
                  </a:cubicBezTo>
                  <a:cubicBezTo>
                    <a:pt x="423" y="230"/>
                    <a:pt x="423" y="230"/>
                    <a:pt x="423" y="230"/>
                  </a:cubicBezTo>
                  <a:cubicBezTo>
                    <a:pt x="424" y="96"/>
                    <a:pt x="246" y="0"/>
                    <a:pt x="24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2" name="Freeform 37">
              <a:extLst>
                <a:ext uri="{FF2B5EF4-FFF2-40B4-BE49-F238E27FC236}">
                  <a16:creationId xmlns:a16="http://schemas.microsoft.com/office/drawing/2014/main" id="{B9000C99-83C3-43B9-86D8-69F00D2D2BE0}"/>
                </a:ext>
              </a:extLst>
            </p:cNvPr>
            <p:cNvSpPr>
              <a:spLocks/>
            </p:cNvSpPr>
            <p:nvPr userDrawn="1"/>
          </p:nvSpPr>
          <p:spPr bwMode="gray">
            <a:xfrm>
              <a:off x="8396289" y="401514"/>
              <a:ext cx="63500" cy="201551"/>
            </a:xfrm>
            <a:custGeom>
              <a:avLst/>
              <a:gdLst>
                <a:gd name="T0" fmla="*/ 0 w 828"/>
                <a:gd name="T1" fmla="*/ 0 h 2653"/>
                <a:gd name="T2" fmla="*/ 828 w 828"/>
                <a:gd name="T3" fmla="*/ 0 h 2653"/>
                <a:gd name="T4" fmla="*/ 645 w 828"/>
                <a:gd name="T5" fmla="*/ 235 h 2653"/>
                <a:gd name="T6" fmla="*/ 645 w 828"/>
                <a:gd name="T7" fmla="*/ 2401 h 2653"/>
                <a:gd name="T8" fmla="*/ 828 w 828"/>
                <a:gd name="T9" fmla="*/ 2653 h 2653"/>
                <a:gd name="T10" fmla="*/ 0 w 828"/>
                <a:gd name="T11" fmla="*/ 2653 h 2653"/>
                <a:gd name="T12" fmla="*/ 184 w 828"/>
                <a:gd name="T13" fmla="*/ 2401 h 2653"/>
                <a:gd name="T14" fmla="*/ 184 w 828"/>
                <a:gd name="T15" fmla="*/ 235 h 2653"/>
                <a:gd name="T16" fmla="*/ 0 w 828"/>
                <a:gd name="T17" fmla="*/ 0 h 2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2653">
                  <a:moveTo>
                    <a:pt x="0" y="0"/>
                  </a:moveTo>
                  <a:cubicBezTo>
                    <a:pt x="828" y="0"/>
                    <a:pt x="828" y="0"/>
                    <a:pt x="828" y="0"/>
                  </a:cubicBezTo>
                  <a:cubicBezTo>
                    <a:pt x="828" y="0"/>
                    <a:pt x="645" y="89"/>
                    <a:pt x="645" y="235"/>
                  </a:cubicBezTo>
                  <a:cubicBezTo>
                    <a:pt x="645" y="2401"/>
                    <a:pt x="645" y="2401"/>
                    <a:pt x="645" y="2401"/>
                  </a:cubicBezTo>
                  <a:cubicBezTo>
                    <a:pt x="645" y="2556"/>
                    <a:pt x="828" y="2653"/>
                    <a:pt x="828" y="2653"/>
                  </a:cubicBezTo>
                  <a:cubicBezTo>
                    <a:pt x="0" y="2653"/>
                    <a:pt x="0" y="2653"/>
                    <a:pt x="0" y="2653"/>
                  </a:cubicBezTo>
                  <a:cubicBezTo>
                    <a:pt x="0" y="2653"/>
                    <a:pt x="184" y="2557"/>
                    <a:pt x="184" y="2401"/>
                  </a:cubicBezTo>
                  <a:cubicBezTo>
                    <a:pt x="184" y="235"/>
                    <a:pt x="184" y="235"/>
                    <a:pt x="184" y="235"/>
                  </a:cubicBezTo>
                  <a:cubicBezTo>
                    <a:pt x="184" y="8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3" name="Freeform 38">
              <a:extLst>
                <a:ext uri="{FF2B5EF4-FFF2-40B4-BE49-F238E27FC236}">
                  <a16:creationId xmlns:a16="http://schemas.microsoft.com/office/drawing/2014/main" id="{FFB5199F-D603-4D99-98BF-79C0ED869130}"/>
                </a:ext>
              </a:extLst>
            </p:cNvPr>
            <p:cNvSpPr>
              <a:spLocks/>
            </p:cNvSpPr>
            <p:nvPr userDrawn="1"/>
          </p:nvSpPr>
          <p:spPr bwMode="gray">
            <a:xfrm>
              <a:off x="8459789" y="401514"/>
              <a:ext cx="150812" cy="201551"/>
            </a:xfrm>
            <a:custGeom>
              <a:avLst/>
              <a:gdLst>
                <a:gd name="T0" fmla="*/ 161 w 1984"/>
                <a:gd name="T1" fmla="*/ 0 h 2651"/>
                <a:gd name="T2" fmla="*/ 1984 w 1984"/>
                <a:gd name="T3" fmla="*/ 0 h 2651"/>
                <a:gd name="T4" fmla="*/ 1829 w 1984"/>
                <a:gd name="T5" fmla="*/ 482 h 2651"/>
                <a:gd name="T6" fmla="*/ 1607 w 1984"/>
                <a:gd name="T7" fmla="*/ 279 h 2651"/>
                <a:gd name="T8" fmla="*/ 1229 w 1984"/>
                <a:gd name="T9" fmla="*/ 279 h 2651"/>
                <a:gd name="T10" fmla="*/ 1229 w 1984"/>
                <a:gd name="T11" fmla="*/ 2401 h 2651"/>
                <a:gd name="T12" fmla="*/ 1407 w 1984"/>
                <a:gd name="T13" fmla="*/ 2651 h 2651"/>
                <a:gd name="T14" fmla="*/ 595 w 1984"/>
                <a:gd name="T15" fmla="*/ 2651 h 2651"/>
                <a:gd name="T16" fmla="*/ 771 w 1984"/>
                <a:gd name="T17" fmla="*/ 2401 h 2651"/>
                <a:gd name="T18" fmla="*/ 771 w 1984"/>
                <a:gd name="T19" fmla="*/ 279 h 2651"/>
                <a:gd name="T20" fmla="*/ 315 w 1984"/>
                <a:gd name="T21" fmla="*/ 279 h 2651"/>
                <a:gd name="T22" fmla="*/ 0 w 1984"/>
                <a:gd name="T23" fmla="*/ 522 h 2651"/>
                <a:gd name="T24" fmla="*/ 161 w 1984"/>
                <a:gd name="T25"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4" h="2651">
                  <a:moveTo>
                    <a:pt x="161" y="0"/>
                  </a:moveTo>
                  <a:cubicBezTo>
                    <a:pt x="1984" y="0"/>
                    <a:pt x="1984" y="0"/>
                    <a:pt x="1984" y="0"/>
                  </a:cubicBezTo>
                  <a:cubicBezTo>
                    <a:pt x="1829" y="482"/>
                    <a:pt x="1829" y="482"/>
                    <a:pt x="1829" y="482"/>
                  </a:cubicBezTo>
                  <a:cubicBezTo>
                    <a:pt x="1829" y="482"/>
                    <a:pt x="1783" y="279"/>
                    <a:pt x="1607" y="279"/>
                  </a:cubicBezTo>
                  <a:cubicBezTo>
                    <a:pt x="1229" y="279"/>
                    <a:pt x="1229" y="279"/>
                    <a:pt x="1229" y="279"/>
                  </a:cubicBezTo>
                  <a:cubicBezTo>
                    <a:pt x="1229" y="2401"/>
                    <a:pt x="1229" y="2401"/>
                    <a:pt x="1229" y="2401"/>
                  </a:cubicBezTo>
                  <a:cubicBezTo>
                    <a:pt x="1229" y="2535"/>
                    <a:pt x="1407" y="2651"/>
                    <a:pt x="1407" y="2651"/>
                  </a:cubicBezTo>
                  <a:cubicBezTo>
                    <a:pt x="595" y="2651"/>
                    <a:pt x="595" y="2651"/>
                    <a:pt x="595" y="2651"/>
                  </a:cubicBezTo>
                  <a:cubicBezTo>
                    <a:pt x="595" y="2651"/>
                    <a:pt x="771" y="2547"/>
                    <a:pt x="771" y="2401"/>
                  </a:cubicBezTo>
                  <a:cubicBezTo>
                    <a:pt x="771" y="279"/>
                    <a:pt x="771" y="279"/>
                    <a:pt x="771" y="279"/>
                  </a:cubicBezTo>
                  <a:cubicBezTo>
                    <a:pt x="315" y="279"/>
                    <a:pt x="315" y="279"/>
                    <a:pt x="315" y="279"/>
                  </a:cubicBezTo>
                  <a:cubicBezTo>
                    <a:pt x="185" y="280"/>
                    <a:pt x="0" y="522"/>
                    <a:pt x="0" y="522"/>
                  </a:cubicBezTo>
                  <a:lnTo>
                    <a:pt x="16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4" name="Freeform 39">
              <a:extLst>
                <a:ext uri="{FF2B5EF4-FFF2-40B4-BE49-F238E27FC236}">
                  <a16:creationId xmlns:a16="http://schemas.microsoft.com/office/drawing/2014/main" id="{7BF85E3E-59DE-4A1C-A9F5-48FC47043543}"/>
                </a:ext>
              </a:extLst>
            </p:cNvPr>
            <p:cNvSpPr>
              <a:spLocks/>
            </p:cNvSpPr>
            <p:nvPr userDrawn="1"/>
          </p:nvSpPr>
          <p:spPr bwMode="gray">
            <a:xfrm>
              <a:off x="8734426" y="401514"/>
              <a:ext cx="169862" cy="204725"/>
            </a:xfrm>
            <a:custGeom>
              <a:avLst/>
              <a:gdLst>
                <a:gd name="T0" fmla="*/ 1420 w 2219"/>
                <a:gd name="T1" fmla="*/ 0 h 2693"/>
                <a:gd name="T2" fmla="*/ 2219 w 2219"/>
                <a:gd name="T3" fmla="*/ 0 h 2693"/>
                <a:gd name="T4" fmla="*/ 2048 w 2219"/>
                <a:gd name="T5" fmla="*/ 234 h 2693"/>
                <a:gd name="T6" fmla="*/ 2048 w 2219"/>
                <a:gd name="T7" fmla="*/ 1840 h 2693"/>
                <a:gd name="T8" fmla="*/ 1131 w 2219"/>
                <a:gd name="T9" fmla="*/ 2693 h 2693"/>
                <a:gd name="T10" fmla="*/ 176 w 2219"/>
                <a:gd name="T11" fmla="*/ 1840 h 2693"/>
                <a:gd name="T12" fmla="*/ 176 w 2219"/>
                <a:gd name="T13" fmla="*/ 234 h 2693"/>
                <a:gd name="T14" fmla="*/ 0 w 2219"/>
                <a:gd name="T15" fmla="*/ 0 h 2693"/>
                <a:gd name="T16" fmla="*/ 821 w 2219"/>
                <a:gd name="T17" fmla="*/ 0 h 2693"/>
                <a:gd name="T18" fmla="*/ 638 w 2219"/>
                <a:gd name="T19" fmla="*/ 234 h 2693"/>
                <a:gd name="T20" fmla="*/ 638 w 2219"/>
                <a:gd name="T21" fmla="*/ 1840 h 2693"/>
                <a:gd name="T22" fmla="*/ 1131 w 2219"/>
                <a:gd name="T23" fmla="*/ 2406 h 2693"/>
                <a:gd name="T24" fmla="*/ 1601 w 2219"/>
                <a:gd name="T25" fmla="*/ 1840 h 2693"/>
                <a:gd name="T26" fmla="*/ 1601 w 2219"/>
                <a:gd name="T27" fmla="*/ 234 h 2693"/>
                <a:gd name="T28" fmla="*/ 1420 w 2219"/>
                <a:gd name="T29" fmla="*/ 0 h 2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19" h="2693">
                  <a:moveTo>
                    <a:pt x="1420" y="0"/>
                  </a:moveTo>
                  <a:cubicBezTo>
                    <a:pt x="2219" y="0"/>
                    <a:pt x="2219" y="0"/>
                    <a:pt x="2219" y="0"/>
                  </a:cubicBezTo>
                  <a:cubicBezTo>
                    <a:pt x="2219" y="0"/>
                    <a:pt x="2048" y="91"/>
                    <a:pt x="2048" y="234"/>
                  </a:cubicBezTo>
                  <a:cubicBezTo>
                    <a:pt x="2048" y="1840"/>
                    <a:pt x="2048" y="1840"/>
                    <a:pt x="2048" y="1840"/>
                  </a:cubicBezTo>
                  <a:cubicBezTo>
                    <a:pt x="2047" y="2492"/>
                    <a:pt x="1506" y="2693"/>
                    <a:pt x="1131" y="2693"/>
                  </a:cubicBezTo>
                  <a:cubicBezTo>
                    <a:pt x="759" y="2693"/>
                    <a:pt x="175" y="2490"/>
                    <a:pt x="176" y="1840"/>
                  </a:cubicBezTo>
                  <a:cubicBezTo>
                    <a:pt x="176" y="234"/>
                    <a:pt x="176" y="234"/>
                    <a:pt x="176" y="234"/>
                  </a:cubicBezTo>
                  <a:cubicBezTo>
                    <a:pt x="176" y="91"/>
                    <a:pt x="0" y="0"/>
                    <a:pt x="0" y="0"/>
                  </a:cubicBezTo>
                  <a:cubicBezTo>
                    <a:pt x="821" y="0"/>
                    <a:pt x="821" y="0"/>
                    <a:pt x="821" y="0"/>
                  </a:cubicBezTo>
                  <a:cubicBezTo>
                    <a:pt x="821" y="0"/>
                    <a:pt x="638" y="88"/>
                    <a:pt x="638" y="234"/>
                  </a:cubicBezTo>
                  <a:cubicBezTo>
                    <a:pt x="638" y="1840"/>
                    <a:pt x="638" y="1840"/>
                    <a:pt x="638" y="1840"/>
                  </a:cubicBezTo>
                  <a:cubicBezTo>
                    <a:pt x="638" y="2182"/>
                    <a:pt x="865" y="2406"/>
                    <a:pt x="1131" y="2406"/>
                  </a:cubicBezTo>
                  <a:cubicBezTo>
                    <a:pt x="1397" y="2406"/>
                    <a:pt x="1600" y="2173"/>
                    <a:pt x="1601" y="1840"/>
                  </a:cubicBezTo>
                  <a:cubicBezTo>
                    <a:pt x="1601" y="234"/>
                    <a:pt x="1601" y="234"/>
                    <a:pt x="1601" y="234"/>
                  </a:cubicBezTo>
                  <a:cubicBezTo>
                    <a:pt x="1601" y="91"/>
                    <a:pt x="1420" y="0"/>
                    <a:pt x="1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5" name="Freeform 40">
              <a:extLst>
                <a:ext uri="{FF2B5EF4-FFF2-40B4-BE49-F238E27FC236}">
                  <a16:creationId xmlns:a16="http://schemas.microsoft.com/office/drawing/2014/main" id="{E108AA92-74C6-4E89-A2EF-14C7B0C4D7F3}"/>
                </a:ext>
              </a:extLst>
            </p:cNvPr>
            <p:cNvSpPr>
              <a:spLocks/>
            </p:cNvSpPr>
            <p:nvPr userDrawn="1"/>
          </p:nvSpPr>
          <p:spPr bwMode="gray">
            <a:xfrm>
              <a:off x="8142289" y="401514"/>
              <a:ext cx="169862" cy="206312"/>
            </a:xfrm>
            <a:custGeom>
              <a:avLst/>
              <a:gdLst>
                <a:gd name="T0" fmla="*/ 1427 w 2240"/>
                <a:gd name="T1" fmla="*/ 0 h 2700"/>
                <a:gd name="T2" fmla="*/ 2240 w 2240"/>
                <a:gd name="T3" fmla="*/ 0 h 2700"/>
                <a:gd name="T4" fmla="*/ 2068 w 2240"/>
                <a:gd name="T5" fmla="*/ 237 h 2700"/>
                <a:gd name="T6" fmla="*/ 2067 w 2240"/>
                <a:gd name="T7" fmla="*/ 1838 h 2700"/>
                <a:gd name="T8" fmla="*/ 1122 w 2240"/>
                <a:gd name="T9" fmla="*/ 2700 h 2700"/>
                <a:gd name="T10" fmla="*/ 166 w 2240"/>
                <a:gd name="T11" fmla="*/ 1838 h 2700"/>
                <a:gd name="T12" fmla="*/ 166 w 2240"/>
                <a:gd name="T13" fmla="*/ 237 h 2700"/>
                <a:gd name="T14" fmla="*/ 0 w 2240"/>
                <a:gd name="T15" fmla="*/ 0 h 2700"/>
                <a:gd name="T16" fmla="*/ 821 w 2240"/>
                <a:gd name="T17" fmla="*/ 0 h 2700"/>
                <a:gd name="T18" fmla="*/ 631 w 2240"/>
                <a:gd name="T19" fmla="*/ 237 h 2700"/>
                <a:gd name="T20" fmla="*/ 630 w 2240"/>
                <a:gd name="T21" fmla="*/ 1838 h 2700"/>
                <a:gd name="T22" fmla="*/ 1122 w 2240"/>
                <a:gd name="T23" fmla="*/ 2413 h 2700"/>
                <a:gd name="T24" fmla="*/ 1602 w 2240"/>
                <a:gd name="T25" fmla="*/ 1838 h 2700"/>
                <a:gd name="T26" fmla="*/ 1603 w 2240"/>
                <a:gd name="T27" fmla="*/ 237 h 2700"/>
                <a:gd name="T28" fmla="*/ 1427 w 2240"/>
                <a:gd name="T29" fmla="*/ 0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0" h="2700">
                  <a:moveTo>
                    <a:pt x="1427" y="0"/>
                  </a:moveTo>
                  <a:cubicBezTo>
                    <a:pt x="2240" y="0"/>
                    <a:pt x="2240" y="0"/>
                    <a:pt x="2240" y="0"/>
                  </a:cubicBezTo>
                  <a:cubicBezTo>
                    <a:pt x="2240" y="0"/>
                    <a:pt x="2068" y="95"/>
                    <a:pt x="2068" y="237"/>
                  </a:cubicBezTo>
                  <a:cubicBezTo>
                    <a:pt x="2068" y="238"/>
                    <a:pt x="2067" y="1838"/>
                    <a:pt x="2067" y="1838"/>
                  </a:cubicBezTo>
                  <a:cubicBezTo>
                    <a:pt x="2067" y="2494"/>
                    <a:pt x="1501" y="2700"/>
                    <a:pt x="1122" y="2700"/>
                  </a:cubicBezTo>
                  <a:cubicBezTo>
                    <a:pt x="750" y="2700"/>
                    <a:pt x="166" y="2491"/>
                    <a:pt x="166" y="1838"/>
                  </a:cubicBezTo>
                  <a:cubicBezTo>
                    <a:pt x="166" y="237"/>
                    <a:pt x="166" y="237"/>
                    <a:pt x="166" y="237"/>
                  </a:cubicBezTo>
                  <a:cubicBezTo>
                    <a:pt x="166" y="94"/>
                    <a:pt x="0" y="0"/>
                    <a:pt x="0" y="0"/>
                  </a:cubicBezTo>
                  <a:cubicBezTo>
                    <a:pt x="821" y="0"/>
                    <a:pt x="821" y="0"/>
                    <a:pt x="821" y="0"/>
                  </a:cubicBezTo>
                  <a:cubicBezTo>
                    <a:pt x="821" y="0"/>
                    <a:pt x="631" y="94"/>
                    <a:pt x="631" y="237"/>
                  </a:cubicBezTo>
                  <a:cubicBezTo>
                    <a:pt x="630" y="1838"/>
                    <a:pt x="630" y="1838"/>
                    <a:pt x="630" y="1838"/>
                  </a:cubicBezTo>
                  <a:cubicBezTo>
                    <a:pt x="630" y="2178"/>
                    <a:pt x="856" y="2412"/>
                    <a:pt x="1122" y="2413"/>
                  </a:cubicBezTo>
                  <a:cubicBezTo>
                    <a:pt x="1388" y="2414"/>
                    <a:pt x="1602" y="2174"/>
                    <a:pt x="1602" y="1838"/>
                  </a:cubicBezTo>
                  <a:cubicBezTo>
                    <a:pt x="1603" y="237"/>
                    <a:pt x="1603" y="237"/>
                    <a:pt x="1603" y="237"/>
                  </a:cubicBezTo>
                  <a:cubicBezTo>
                    <a:pt x="1603" y="94"/>
                    <a:pt x="1427" y="0"/>
                    <a:pt x="142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6" name="Freeform 41">
              <a:extLst>
                <a:ext uri="{FF2B5EF4-FFF2-40B4-BE49-F238E27FC236}">
                  <a16:creationId xmlns:a16="http://schemas.microsoft.com/office/drawing/2014/main" id="{4A7819A2-BBC8-42A0-B3F4-F6090BDCA2A4}"/>
                </a:ext>
              </a:extLst>
            </p:cNvPr>
            <p:cNvSpPr>
              <a:spLocks/>
            </p:cNvSpPr>
            <p:nvPr userDrawn="1"/>
          </p:nvSpPr>
          <p:spPr bwMode="gray">
            <a:xfrm>
              <a:off x="8604251" y="396753"/>
              <a:ext cx="130175" cy="211073"/>
            </a:xfrm>
            <a:custGeom>
              <a:avLst/>
              <a:gdLst>
                <a:gd name="T0" fmla="*/ 1467 w 1707"/>
                <a:gd name="T1" fmla="*/ 479 h 2755"/>
                <a:gd name="T2" fmla="*/ 1019 w 1707"/>
                <a:gd name="T3" fmla="*/ 276 h 2755"/>
                <a:gd name="T4" fmla="*/ 504 w 1707"/>
                <a:gd name="T5" fmla="*/ 677 h 2755"/>
                <a:gd name="T6" fmla="*/ 995 w 1707"/>
                <a:gd name="T7" fmla="*/ 1174 h 2755"/>
                <a:gd name="T8" fmla="*/ 1705 w 1707"/>
                <a:gd name="T9" fmla="*/ 1974 h 2755"/>
                <a:gd name="T10" fmla="*/ 651 w 1707"/>
                <a:gd name="T11" fmla="*/ 2755 h 2755"/>
                <a:gd name="T12" fmla="*/ 155 w 1707"/>
                <a:gd name="T13" fmla="*/ 2686 h 2755"/>
                <a:gd name="T14" fmla="*/ 0 w 1707"/>
                <a:gd name="T15" fmla="*/ 2177 h 2755"/>
                <a:gd name="T16" fmla="*/ 658 w 1707"/>
                <a:gd name="T17" fmla="*/ 2466 h 2755"/>
                <a:gd name="T18" fmla="*/ 1252 w 1707"/>
                <a:gd name="T19" fmla="*/ 2030 h 2755"/>
                <a:gd name="T20" fmla="*/ 46 w 1707"/>
                <a:gd name="T21" fmla="*/ 731 h 2755"/>
                <a:gd name="T22" fmla="*/ 973 w 1707"/>
                <a:gd name="T23" fmla="*/ 0 h 2755"/>
                <a:gd name="T24" fmla="*/ 1467 w 1707"/>
                <a:gd name="T25" fmla="*/ 69 h 2755"/>
                <a:gd name="T26" fmla="*/ 1467 w 1707"/>
                <a:gd name="T27" fmla="*/ 479 h 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7" h="2755">
                  <a:moveTo>
                    <a:pt x="1467" y="479"/>
                  </a:moveTo>
                  <a:cubicBezTo>
                    <a:pt x="1467" y="479"/>
                    <a:pt x="1352" y="277"/>
                    <a:pt x="1019" y="276"/>
                  </a:cubicBezTo>
                  <a:cubicBezTo>
                    <a:pt x="686" y="275"/>
                    <a:pt x="505" y="450"/>
                    <a:pt x="504" y="677"/>
                  </a:cubicBezTo>
                  <a:cubicBezTo>
                    <a:pt x="503" y="934"/>
                    <a:pt x="696" y="1031"/>
                    <a:pt x="995" y="1174"/>
                  </a:cubicBezTo>
                  <a:cubicBezTo>
                    <a:pt x="1279" y="1311"/>
                    <a:pt x="1707" y="1499"/>
                    <a:pt x="1705" y="1974"/>
                  </a:cubicBezTo>
                  <a:cubicBezTo>
                    <a:pt x="1704" y="2399"/>
                    <a:pt x="1327" y="2755"/>
                    <a:pt x="651" y="2755"/>
                  </a:cubicBezTo>
                  <a:cubicBezTo>
                    <a:pt x="442" y="2754"/>
                    <a:pt x="155" y="2686"/>
                    <a:pt x="155" y="2686"/>
                  </a:cubicBezTo>
                  <a:cubicBezTo>
                    <a:pt x="0" y="2177"/>
                    <a:pt x="0" y="2177"/>
                    <a:pt x="0" y="2177"/>
                  </a:cubicBezTo>
                  <a:cubicBezTo>
                    <a:pt x="143" y="2316"/>
                    <a:pt x="397" y="2466"/>
                    <a:pt x="658" y="2466"/>
                  </a:cubicBezTo>
                  <a:cubicBezTo>
                    <a:pt x="929" y="2466"/>
                    <a:pt x="1252" y="2298"/>
                    <a:pt x="1252" y="2030"/>
                  </a:cubicBezTo>
                  <a:cubicBezTo>
                    <a:pt x="1252" y="1512"/>
                    <a:pt x="46" y="1598"/>
                    <a:pt x="46" y="731"/>
                  </a:cubicBezTo>
                  <a:cubicBezTo>
                    <a:pt x="46" y="433"/>
                    <a:pt x="254" y="0"/>
                    <a:pt x="973" y="0"/>
                  </a:cubicBezTo>
                  <a:cubicBezTo>
                    <a:pt x="1207" y="0"/>
                    <a:pt x="1467" y="69"/>
                    <a:pt x="1467" y="69"/>
                  </a:cubicBezTo>
                  <a:lnTo>
                    <a:pt x="1467" y="4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grpSp>
      <p:sp>
        <p:nvSpPr>
          <p:cNvPr id="6" name="Slide Number Placeholder 5"/>
          <p:cNvSpPr>
            <a:spLocks noGrp="1"/>
          </p:cNvSpPr>
          <p:nvPr>
            <p:ph type="sldNum" sz="quarter" idx="4"/>
          </p:nvPr>
        </p:nvSpPr>
        <p:spPr>
          <a:xfrm>
            <a:off x="4302000" y="4877481"/>
            <a:ext cx="540000" cy="123111"/>
          </a:xfrm>
          <a:prstGeom prst="rect">
            <a:avLst/>
          </a:prstGeom>
        </p:spPr>
        <p:txBody>
          <a:bodyPr vert="horz" lIns="0" tIns="0" rIns="0" bIns="0" rtlCol="0" anchor="ctr">
            <a:spAutoFit/>
          </a:bodyPr>
          <a:lstStyle>
            <a:lvl1pPr algn="ctr">
              <a:defRPr sz="800">
                <a:solidFill>
                  <a:schemeClr val="tx1"/>
                </a:solidFill>
                <a:latin typeface="+mn-lt"/>
              </a:defRPr>
            </a:lvl1pPr>
          </a:lstStyle>
          <a:p>
            <a:fld id="{4D029D89-7B63-4C94-AD4D-2E4D6BB83637}" type="slidenum">
              <a:rPr kumimoji="1" lang="ja-JP" altLang="en-US" smtClean="0"/>
              <a:pPr/>
              <a:t>‹#›</a:t>
            </a:fld>
            <a:endParaRPr kumimoji="1" lang="ja-JP" altLang="en-US"/>
          </a:p>
        </p:txBody>
      </p:sp>
      <p:sp>
        <p:nvSpPr>
          <p:cNvPr id="16" name="TextBox 17">
            <a:extLst>
              <a:ext uri="{FF2B5EF4-FFF2-40B4-BE49-F238E27FC236}">
                <a16:creationId xmlns:a16="http://schemas.microsoft.com/office/drawing/2014/main" id="{4E3EC126-56B1-4F4A-9386-FAD6F656AFB4}"/>
              </a:ext>
            </a:extLst>
          </p:cNvPr>
          <p:cNvSpPr txBox="1"/>
          <p:nvPr userDrawn="1"/>
        </p:nvSpPr>
        <p:spPr>
          <a:xfrm>
            <a:off x="7984067" y="4891390"/>
            <a:ext cx="935568" cy="107722"/>
          </a:xfrm>
          <a:prstGeom prst="rect">
            <a:avLst/>
          </a:prstGeom>
          <a:noFill/>
        </p:spPr>
        <p:txBody>
          <a:bodyPr wrap="square" lIns="0" tIns="0" rIns="0" bIns="0" rtlCol="0" anchor="b" anchorCtr="0">
            <a:spAutoFit/>
          </a:bodyPr>
          <a:lstStyle/>
          <a:p>
            <a:pPr marL="0" algn="r" defTabSz="457200" rtl="0" eaLnBrk="1" latinLnBrk="0" hangingPunct="1"/>
            <a:r>
              <a:rPr kumimoji="1" lang="en-GB" sz="700" kern="1200" dirty="0">
                <a:solidFill>
                  <a:schemeClr val="tx1"/>
                </a:solidFill>
                <a:latin typeface="+mn-lt"/>
                <a:ea typeface="+mn-ea"/>
                <a:cs typeface="+mn-cs"/>
              </a:rPr>
              <a:t>© FUJITSU 2021</a:t>
            </a:r>
          </a:p>
        </p:txBody>
      </p:sp>
      <p:sp>
        <p:nvSpPr>
          <p:cNvPr id="19" name="Rounded Rectangle 21">
            <a:extLst>
              <a:ext uri="{FF2B5EF4-FFF2-40B4-BE49-F238E27FC236}">
                <a16:creationId xmlns:a16="http://schemas.microsoft.com/office/drawing/2014/main" id="{D0D0F980-AAEC-4568-A999-41C6A4282CCA}"/>
              </a:ext>
            </a:extLst>
          </p:cNvPr>
          <p:cNvSpPr/>
          <p:nvPr userDrawn="1"/>
        </p:nvSpPr>
        <p:spPr bwMode="black">
          <a:xfrm>
            <a:off x="231775" y="4911725"/>
            <a:ext cx="1595438" cy="141161"/>
          </a:xfrm>
          <a:prstGeom prst="roundRect">
            <a:avLst>
              <a:gd name="adj" fmla="val 50000"/>
            </a:avLst>
          </a:prstGeom>
          <a:noFill/>
          <a:ln w="6350"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1218673" rtl="0" eaLnBrk="1" fontAlgn="ctr" latinLnBrk="0" hangingPunct="1">
              <a:lnSpc>
                <a:spcPct val="100000"/>
              </a:lnSpc>
              <a:spcBef>
                <a:spcPct val="0"/>
              </a:spcBef>
              <a:spcAft>
                <a:spcPct val="0"/>
              </a:spcAft>
              <a:buClrTx/>
              <a:buSzTx/>
              <a:buFontTx/>
              <a:buNone/>
              <a:tabLst/>
              <a:defRPr/>
            </a:pPr>
            <a:r>
              <a:rPr kumimoji="1" lang="en-GB" altLang="ja-JP" sz="700" b="0" i="0" u="none" strike="noStrike" kern="1200" cap="none" spc="0" normalizeH="0" baseline="0" noProof="0" dirty="0">
                <a:ln>
                  <a:noFill/>
                </a:ln>
                <a:solidFill>
                  <a:srgbClr val="000000"/>
                </a:solidFill>
                <a:effectLst/>
                <a:uLnTx/>
                <a:uFillTx/>
                <a:latin typeface="Arial"/>
                <a:ea typeface="+mn-ea"/>
                <a:cs typeface="+mn-cs"/>
              </a:rPr>
              <a:t>Fujitsu Restricted - Internal Use Only</a:t>
            </a:r>
            <a:endParaRPr kumimoji="1" lang="en-US" altLang="ja-JP" sz="700" b="0" i="0" u="none" strike="noStrike" kern="1200" cap="none" spc="0" normalizeH="0" baseline="0" noProof="0" dirty="0">
              <a:ln>
                <a:noFill/>
              </a:ln>
              <a:solidFill>
                <a:srgbClr val="000000"/>
              </a:solidFill>
              <a:effectLst/>
              <a:uLnTx/>
              <a:uFillTx/>
              <a:latin typeface="Arial"/>
              <a:ea typeface="+mn-ea"/>
              <a:cs typeface="+mn-cs"/>
            </a:endParaRPr>
          </a:p>
        </p:txBody>
      </p:sp>
      <p:sp>
        <p:nvSpPr>
          <p:cNvPr id="9" name="Text Placeholder 8">
            <a:extLst>
              <a:ext uri="{FF2B5EF4-FFF2-40B4-BE49-F238E27FC236}">
                <a16:creationId xmlns:a16="http://schemas.microsoft.com/office/drawing/2014/main" id="{5267CD81-4DDE-493B-9037-185429342901}"/>
              </a:ext>
            </a:extLst>
          </p:cNvPr>
          <p:cNvSpPr>
            <a:spLocks noGrp="1"/>
          </p:cNvSpPr>
          <p:nvPr>
            <p:ph type="body" idx="1"/>
          </p:nvPr>
        </p:nvSpPr>
        <p:spPr>
          <a:xfrm>
            <a:off x="230824" y="950913"/>
            <a:ext cx="8678225" cy="1311128"/>
          </a:xfrm>
          <a:prstGeom prst="rect">
            <a:avLst/>
          </a:prstGeom>
        </p:spPr>
        <p:txBody>
          <a:bodyPr vert="horz" wrap="square" lIns="0" tIns="0" rIns="0" bIns="0" numCol="1" spcCol="180000" rtlCol="0">
            <a:spAutoFit/>
          </a:bodyPr>
          <a:lstStyle/>
          <a:p>
            <a:pPr lvl="0"/>
            <a:r>
              <a:rPr lang="en-US" dirty="0"/>
              <a:t>Click to edit Master text styles</a:t>
            </a:r>
          </a:p>
          <a:p>
            <a:pPr marL="533400" lvl="1" indent="-225425" algn="l" defTabSz="685800" rtl="0" eaLnBrk="1" latinLnBrk="0" hangingPunct="1">
              <a:lnSpc>
                <a:spcPct val="90000"/>
              </a:lnSpc>
              <a:spcBef>
                <a:spcPts val="0"/>
              </a:spcBef>
              <a:spcAft>
                <a:spcPts val="600"/>
              </a:spcAft>
              <a:buClr>
                <a:srgbClr val="D80084"/>
              </a:buClr>
              <a:buSzPct val="120000"/>
              <a:buFont typeface="Arial" panose="020B0604020202020204" pitchFamily="34" charset="0"/>
              <a:buChar char="●"/>
            </a:pPr>
            <a:r>
              <a:rPr lang="en-US" dirty="0"/>
              <a:t>Second level</a:t>
            </a:r>
          </a:p>
          <a:p>
            <a:pPr marL="868363" lvl="2" indent="-198438" algn="l" defTabSz="685800" rtl="0" eaLnBrk="1" latinLnBrk="0" hangingPunct="1">
              <a:lnSpc>
                <a:spcPct val="90000"/>
              </a:lnSpc>
              <a:spcBef>
                <a:spcPts val="0"/>
              </a:spcBef>
              <a:spcAft>
                <a:spcPts val="600"/>
              </a:spcAft>
              <a:buClr>
                <a:srgbClr val="6D6E70"/>
              </a:buClr>
              <a:buSzPct val="120000"/>
              <a:buFont typeface="Arial" panose="020B0604020202020204" pitchFamily="34" charset="0"/>
              <a:buChar char="●"/>
            </a:pPr>
            <a:r>
              <a:rPr lang="en-US" dirty="0"/>
              <a:t>Third level</a:t>
            </a:r>
          </a:p>
          <a:p>
            <a:pPr marL="1203325" lvl="3" indent="-193675" algn="l" defTabSz="685800" rtl="0" eaLnBrk="1" latinLnBrk="0" hangingPunct="1">
              <a:lnSpc>
                <a:spcPct val="90000"/>
              </a:lnSpc>
              <a:spcBef>
                <a:spcPts val="0"/>
              </a:spcBef>
              <a:spcAft>
                <a:spcPts val="600"/>
              </a:spcAft>
              <a:buClr>
                <a:schemeClr val="bg1">
                  <a:lumMod val="65000"/>
                </a:schemeClr>
              </a:buClr>
              <a:buSzPct val="120000"/>
              <a:buFont typeface="Arial" panose="020B0604020202020204" pitchFamily="34" charset="0"/>
              <a:buChar char="●"/>
            </a:pPr>
            <a:r>
              <a:rPr lang="en-US" dirty="0"/>
              <a:t>Fourth level</a:t>
            </a:r>
          </a:p>
        </p:txBody>
      </p:sp>
    </p:spTree>
    <p:extLst>
      <p:ext uri="{BB962C8B-B14F-4D97-AF65-F5344CB8AC3E}">
        <p14:creationId xmlns:p14="http://schemas.microsoft.com/office/powerpoint/2010/main" val="3428305622"/>
      </p:ext>
    </p:extLst>
  </p:cSld>
  <p:clrMap bg1="lt1" tx1="dk1" bg2="lt2" tx2="dk2" accent1="accent1" accent2="accent2" accent3="accent3" accent4="accent4" accent5="accent5" accent6="accent6" hlink="hlink" folHlink="folHlink"/>
  <p:sldLayoutIdLst>
    <p:sldLayoutId id="2147483742" r:id="rId1"/>
    <p:sldLayoutId id="2147483697" r:id="rId2"/>
    <p:sldLayoutId id="2147483700" r:id="rId3"/>
    <p:sldLayoutId id="2147483777" r:id="rId4"/>
    <p:sldLayoutId id="2147483702" r:id="rId5"/>
    <p:sldLayoutId id="2147483744" r:id="rId6"/>
    <p:sldLayoutId id="2147483703" r:id="rId7"/>
    <p:sldLayoutId id="2147483743" r:id="rId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685800" rtl="0" eaLnBrk="1" latinLnBrk="0" hangingPunct="1">
        <a:lnSpc>
          <a:spcPct val="90000"/>
        </a:lnSpc>
        <a:spcBef>
          <a:spcPct val="0"/>
        </a:spcBef>
        <a:buNone/>
        <a:defRPr kumimoji="1" sz="2800" b="1" kern="1200">
          <a:solidFill>
            <a:schemeClr val="bg1"/>
          </a:solidFill>
          <a:latin typeface="+mj-lt"/>
          <a:ea typeface="+mj-ea"/>
          <a:cs typeface="+mj-cs"/>
        </a:defRPr>
      </a:lvl1pPr>
    </p:titleStyle>
    <p:bodyStyle>
      <a:lvl1pPr marL="252413" indent="-252413" algn="l" defTabSz="685800" rtl="0" eaLnBrk="1" latinLnBrk="0" hangingPunct="1">
        <a:lnSpc>
          <a:spcPct val="90000"/>
        </a:lnSpc>
        <a:spcBef>
          <a:spcPts val="0"/>
        </a:spcBef>
        <a:spcAft>
          <a:spcPts val="600"/>
        </a:spcAft>
        <a:buClr>
          <a:srgbClr val="EA0000"/>
        </a:buClr>
        <a:buSzPct val="120000"/>
        <a:buFont typeface="Arial" panose="020B0604020202020204" pitchFamily="34" charset="0"/>
        <a:buChar char="●"/>
        <a:defRPr kumimoji="1" lang="en-US" sz="2400" kern="1200" dirty="0" smtClean="0">
          <a:solidFill>
            <a:schemeClr val="tx1"/>
          </a:solidFill>
          <a:latin typeface="+mn-lt"/>
          <a:ea typeface="+mn-ea"/>
          <a:cs typeface="+mn-cs"/>
        </a:defRPr>
      </a:lvl1pPr>
      <a:lvl2pPr marL="533400" indent="-225425" algn="l" defTabSz="685800" rtl="0" eaLnBrk="1" latinLnBrk="0" hangingPunct="1">
        <a:lnSpc>
          <a:spcPct val="90000"/>
        </a:lnSpc>
        <a:spcBef>
          <a:spcPts val="0"/>
        </a:spcBef>
        <a:spcAft>
          <a:spcPts val="600"/>
        </a:spcAft>
        <a:buClr>
          <a:srgbClr val="D51C89"/>
        </a:buClr>
        <a:buSzPct val="120000"/>
        <a:buFont typeface="Corbel" panose="020B0503020204020204" pitchFamily="34" charset="0"/>
        <a:buChar char="○"/>
        <a:defRPr kumimoji="1" lang="en-US" sz="2000" kern="1200" dirty="0" smtClean="0">
          <a:solidFill>
            <a:schemeClr val="tx1"/>
          </a:solidFill>
          <a:latin typeface="+mn-lt"/>
          <a:ea typeface="+mn-ea"/>
          <a:cs typeface="+mn-cs"/>
        </a:defRPr>
      </a:lvl2pPr>
      <a:lvl3pPr marL="868363" indent="-198438" algn="l" defTabSz="685800" rtl="0" eaLnBrk="1" latinLnBrk="0" hangingPunct="1">
        <a:lnSpc>
          <a:spcPct val="90000"/>
        </a:lnSpc>
        <a:spcBef>
          <a:spcPts val="0"/>
        </a:spcBef>
        <a:spcAft>
          <a:spcPts val="600"/>
        </a:spcAft>
        <a:buClr>
          <a:schemeClr val="tx1">
            <a:lumMod val="50000"/>
            <a:lumOff val="50000"/>
          </a:schemeClr>
        </a:buClr>
        <a:buSzPct val="120000"/>
        <a:buFont typeface="Corbel" panose="020B0503020204020204" pitchFamily="34" charset="0"/>
        <a:buChar char="○"/>
        <a:defRPr kumimoji="1" lang="en-US" sz="1800" kern="1200" dirty="0" smtClean="0">
          <a:solidFill>
            <a:schemeClr val="tx1"/>
          </a:solidFill>
          <a:latin typeface="+mn-lt"/>
          <a:ea typeface="+mn-ea"/>
          <a:cs typeface="+mn-cs"/>
        </a:defRPr>
      </a:lvl3pPr>
      <a:lvl4pPr marL="1203325" indent="-193675" algn="l" defTabSz="685800" rtl="0" eaLnBrk="1" latinLnBrk="0" hangingPunct="1">
        <a:lnSpc>
          <a:spcPct val="90000"/>
        </a:lnSpc>
        <a:spcBef>
          <a:spcPts val="0"/>
        </a:spcBef>
        <a:spcAft>
          <a:spcPts val="600"/>
        </a:spcAft>
        <a:buClr>
          <a:schemeClr val="bg1">
            <a:lumMod val="50000"/>
          </a:schemeClr>
        </a:buClr>
        <a:buSzPct val="120000"/>
        <a:buFont typeface="Arial" panose="020B0604020202020204" pitchFamily="34" charset="0"/>
        <a:buChar char="●"/>
        <a:defRPr kumimoji="1" lang="en-US" sz="1600" kern="1200" dirty="0" smtClean="0">
          <a:solidFill>
            <a:schemeClr val="tx1"/>
          </a:solidFill>
          <a:latin typeface="+mn-lt"/>
          <a:ea typeface="+mn-ea"/>
          <a:cs typeface="+mn-cs"/>
        </a:defRPr>
      </a:lvl4pPr>
      <a:lvl5pPr marL="1543050" indent="-171450" algn="l" defTabSz="685800" rtl="0" eaLnBrk="1" latinLnBrk="0" hangingPunct="1">
        <a:lnSpc>
          <a:spcPct val="90000"/>
        </a:lnSpc>
        <a:spcBef>
          <a:spcPts val="375"/>
        </a:spcBef>
        <a:buClr>
          <a:schemeClr val="bg1">
            <a:lumMod val="50000"/>
          </a:schemeClr>
        </a:buClr>
        <a:buFontTx/>
        <a:buBlip>
          <a:blip r:embed="rId11"/>
        </a:buBlip>
        <a:defRPr kumimoji="1" sz="16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Clr>
          <a:schemeClr val="bg1">
            <a:lumMod val="50000"/>
          </a:schemeClr>
        </a:buClr>
        <a:buFontTx/>
        <a:buBlip>
          <a:blip r:embed="rId11"/>
        </a:buBlip>
        <a:defRPr kumimoji="1" sz="16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Clr>
          <a:schemeClr val="bg1">
            <a:lumMod val="50000"/>
          </a:schemeClr>
        </a:buClr>
        <a:buFont typeface="Arial" panose="020B0604020202020204" pitchFamily="34" charset="0"/>
        <a:buChar char="–"/>
        <a:defRPr kumimoji="1" sz="16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Clr>
          <a:schemeClr val="bg1">
            <a:lumMod val="50000"/>
          </a:schemeClr>
        </a:buClr>
        <a:buFont typeface="Arial" panose="020B0604020202020204" pitchFamily="34" charset="0"/>
        <a:buChar char="–"/>
        <a:defRPr kumimoji="1" sz="16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Clr>
          <a:schemeClr val="bg1">
            <a:lumMod val="50000"/>
          </a:schemeClr>
        </a:buClr>
        <a:buFont typeface="Arial" panose="020B0604020202020204" pitchFamily="34" charset="0"/>
        <a:buChar char="–"/>
        <a:defRPr kumimoji="1" sz="160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80">
          <p15:clr>
            <a:srgbClr val="F26B43"/>
          </p15:clr>
        </p15:guide>
        <p15:guide id="2" pos="146">
          <p15:clr>
            <a:srgbClr val="F26B43"/>
          </p15:clr>
        </p15:guide>
        <p15:guide id="4" pos="5612">
          <p15:clr>
            <a:srgbClr val="F26B43"/>
          </p15:clr>
        </p15:guide>
        <p15:guide id="5" orient="horz" pos="3094">
          <p15:clr>
            <a:srgbClr val="F26B43"/>
          </p15:clr>
        </p15:guide>
        <p15:guide id="6" orient="horz" pos="145">
          <p15:clr>
            <a:srgbClr val="F26B43"/>
          </p15:clr>
        </p15:guide>
        <p15:guide id="7" orient="horz" pos="599">
          <p15:clr>
            <a:srgbClr val="F26B43"/>
          </p15:clr>
        </p15:guide>
        <p15:guide id="8" orient="horz" pos="2987">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8" name="図 17">
            <a:extLst>
              <a:ext uri="{FF2B5EF4-FFF2-40B4-BE49-F238E27FC236}">
                <a16:creationId xmlns:a16="http://schemas.microsoft.com/office/drawing/2014/main" id="{7803A091-72EE-466D-9FE5-C125692536C5}"/>
              </a:ext>
              <a:ext uri="{C183D7F6-B498-43B3-948B-1728B52AA6E4}">
                <adec:decorative xmlns:adec="http://schemas.microsoft.com/office/drawing/2017/decorative" val="1"/>
              </a:ext>
            </a:extLst>
          </p:cNvPr>
          <p:cNvPicPr>
            <a:picLocks noChangeAspect="1"/>
          </p:cNvPicPr>
          <p:nvPr userDrawn="1"/>
        </p:nvPicPr>
        <p:blipFill rotWithShape="1">
          <a:blip r:embed="rId10" cstate="print">
            <a:extLst>
              <a:ext uri="{28A0092B-C50C-407E-A947-70E740481C1C}">
                <a14:useLocalDpi xmlns:a14="http://schemas.microsoft.com/office/drawing/2010/main"/>
              </a:ext>
            </a:extLst>
          </a:blip>
          <a:srcRect r="283"/>
          <a:stretch/>
        </p:blipFill>
        <p:spPr bwMode="gray">
          <a:xfrm>
            <a:off x="0" y="-4012"/>
            <a:ext cx="9144000" cy="716400"/>
          </a:xfrm>
          <a:prstGeom prst="rect">
            <a:avLst/>
          </a:prstGeom>
        </p:spPr>
      </p:pic>
      <p:sp>
        <p:nvSpPr>
          <p:cNvPr id="20" name="正方形/長方形 3">
            <a:extLst>
              <a:ext uri="{FF2B5EF4-FFF2-40B4-BE49-F238E27FC236}">
                <a16:creationId xmlns:a16="http://schemas.microsoft.com/office/drawing/2014/main" id="{E4AA2B29-C1A3-48E1-869C-F34782CDF227}"/>
              </a:ext>
            </a:extLst>
          </p:cNvPr>
          <p:cNvSpPr/>
          <p:nvPr userDrawn="1"/>
        </p:nvSpPr>
        <p:spPr bwMode="gray">
          <a:xfrm>
            <a:off x="6796877" y="-2144"/>
            <a:ext cx="2347122" cy="714532"/>
          </a:xfrm>
          <a:prstGeom prst="rect">
            <a:avLst/>
          </a:prstGeom>
          <a:gradFill flip="none" rotWithShape="1">
            <a:gsLst>
              <a:gs pos="0">
                <a:schemeClr val="accent1">
                  <a:alpha val="40000"/>
                </a:schemeClr>
              </a:gs>
              <a:gs pos="100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ja-JP" dirty="0">
              <a:solidFill>
                <a:schemeClr val="tx1"/>
              </a:solidFill>
            </a:endParaRPr>
          </a:p>
        </p:txBody>
      </p:sp>
      <p:sp>
        <p:nvSpPr>
          <p:cNvPr id="2" name="Title Placeholder 1"/>
          <p:cNvSpPr>
            <a:spLocks noGrp="1"/>
          </p:cNvSpPr>
          <p:nvPr>
            <p:ph type="title"/>
          </p:nvPr>
        </p:nvSpPr>
        <p:spPr>
          <a:xfrm>
            <a:off x="230825" y="166200"/>
            <a:ext cx="7740000" cy="387798"/>
          </a:xfrm>
          <a:prstGeom prst="rect">
            <a:avLst/>
          </a:prstGeom>
        </p:spPr>
        <p:txBody>
          <a:bodyPr vert="horz" lIns="0" tIns="0" rIns="0" bIns="0" rtlCol="0" anchor="ctr">
            <a:spAutoFit/>
          </a:bodyPr>
          <a:lstStyle/>
          <a:p>
            <a:r>
              <a:rPr lang="en-US" altLang="ja-JP" dirty="0"/>
              <a:t>Master title</a:t>
            </a:r>
            <a:endParaRPr lang="en-US" dirty="0"/>
          </a:p>
        </p:txBody>
      </p:sp>
      <p:grpSp>
        <p:nvGrpSpPr>
          <p:cNvPr id="28" name="Group 27" descr="Fujitsu">
            <a:extLst>
              <a:ext uri="{FF2B5EF4-FFF2-40B4-BE49-F238E27FC236}">
                <a16:creationId xmlns:a16="http://schemas.microsoft.com/office/drawing/2014/main" id="{E731D7CE-6321-4316-88D9-DA362D2E6CE1}"/>
              </a:ext>
            </a:extLst>
          </p:cNvPr>
          <p:cNvGrpSpPr/>
          <p:nvPr userDrawn="1"/>
        </p:nvGrpSpPr>
        <p:grpSpPr>
          <a:xfrm>
            <a:off x="8169274" y="180891"/>
            <a:ext cx="741363" cy="361336"/>
            <a:chOff x="8012114" y="249161"/>
            <a:chExt cx="892174" cy="434841"/>
          </a:xfrm>
        </p:grpSpPr>
        <p:sp>
          <p:nvSpPr>
            <p:cNvPr id="29" name="Freeform 34">
              <a:extLst>
                <a:ext uri="{FF2B5EF4-FFF2-40B4-BE49-F238E27FC236}">
                  <a16:creationId xmlns:a16="http://schemas.microsoft.com/office/drawing/2014/main" id="{31D6D802-1B88-4F13-A715-C2629E13FD1A}"/>
                </a:ext>
              </a:extLst>
            </p:cNvPr>
            <p:cNvSpPr>
              <a:spLocks/>
            </p:cNvSpPr>
            <p:nvPr userDrawn="1"/>
          </p:nvSpPr>
          <p:spPr bwMode="gray">
            <a:xfrm>
              <a:off x="8307389" y="249161"/>
              <a:ext cx="179387" cy="139657"/>
            </a:xfrm>
            <a:custGeom>
              <a:avLst/>
              <a:gdLst>
                <a:gd name="T0" fmla="*/ 961 w 2365"/>
                <a:gd name="T1" fmla="*/ 764 h 1825"/>
                <a:gd name="T2" fmla="*/ 599 w 2365"/>
                <a:gd name="T3" fmla="*/ 642 h 1825"/>
                <a:gd name="T4" fmla="*/ 1 w 2365"/>
                <a:gd name="T5" fmla="*/ 1235 h 1825"/>
                <a:gd name="T6" fmla="*/ 599 w 2365"/>
                <a:gd name="T7" fmla="*/ 1825 h 1825"/>
                <a:gd name="T8" fmla="*/ 1053 w 2365"/>
                <a:gd name="T9" fmla="*/ 1619 h 1825"/>
                <a:gd name="T10" fmla="*/ 1053 w 2365"/>
                <a:gd name="T11" fmla="*/ 1293 h 1825"/>
                <a:gd name="T12" fmla="*/ 771 w 2365"/>
                <a:gd name="T13" fmla="*/ 1568 h 1825"/>
                <a:gd name="T14" fmla="*/ 599 w 2365"/>
                <a:gd name="T15" fmla="*/ 1604 h 1825"/>
                <a:gd name="T16" fmla="*/ 225 w 2365"/>
                <a:gd name="T17" fmla="*/ 1235 h 1825"/>
                <a:gd name="T18" fmla="*/ 599 w 2365"/>
                <a:gd name="T19" fmla="*/ 863 h 1825"/>
                <a:gd name="T20" fmla="*/ 861 w 2365"/>
                <a:gd name="T21" fmla="*/ 972 h 1825"/>
                <a:gd name="T22" fmla="*/ 1093 w 2365"/>
                <a:gd name="T23" fmla="*/ 1239 h 1825"/>
                <a:gd name="T24" fmla="*/ 1630 w 2365"/>
                <a:gd name="T25" fmla="*/ 1473 h 1825"/>
                <a:gd name="T26" fmla="*/ 2365 w 2365"/>
                <a:gd name="T27" fmla="*/ 741 h 1825"/>
                <a:gd name="T28" fmla="*/ 1630 w 2365"/>
                <a:gd name="T29" fmla="*/ 0 h 1825"/>
                <a:gd name="T30" fmla="*/ 1053 w 2365"/>
                <a:gd name="T31" fmla="*/ 295 h 1825"/>
                <a:gd name="T32" fmla="*/ 1053 w 2365"/>
                <a:gd name="T33" fmla="*/ 735 h 1825"/>
                <a:gd name="T34" fmla="*/ 1630 w 2365"/>
                <a:gd name="T35" fmla="*/ 232 h 1825"/>
                <a:gd name="T36" fmla="*/ 2134 w 2365"/>
                <a:gd name="T37" fmla="*/ 741 h 1825"/>
                <a:gd name="T38" fmla="*/ 1630 w 2365"/>
                <a:gd name="T39" fmla="*/ 1245 h 1825"/>
                <a:gd name="T40" fmla="*/ 1303 w 2365"/>
                <a:gd name="T41" fmla="*/ 1125 h 1825"/>
                <a:gd name="T42" fmla="*/ 961 w 2365"/>
                <a:gd name="T43" fmla="*/ 764 h 1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65" h="1825">
                  <a:moveTo>
                    <a:pt x="961" y="764"/>
                  </a:moveTo>
                  <a:cubicBezTo>
                    <a:pt x="875" y="688"/>
                    <a:pt x="736" y="643"/>
                    <a:pt x="599" y="642"/>
                  </a:cubicBezTo>
                  <a:cubicBezTo>
                    <a:pt x="270" y="641"/>
                    <a:pt x="2" y="900"/>
                    <a:pt x="1" y="1235"/>
                  </a:cubicBezTo>
                  <a:cubicBezTo>
                    <a:pt x="0" y="1563"/>
                    <a:pt x="270" y="1824"/>
                    <a:pt x="599" y="1825"/>
                  </a:cubicBezTo>
                  <a:cubicBezTo>
                    <a:pt x="783" y="1825"/>
                    <a:pt x="943" y="1751"/>
                    <a:pt x="1053" y="1619"/>
                  </a:cubicBezTo>
                  <a:cubicBezTo>
                    <a:pt x="1053" y="1293"/>
                    <a:pt x="1053" y="1293"/>
                    <a:pt x="1053" y="1293"/>
                  </a:cubicBezTo>
                  <a:cubicBezTo>
                    <a:pt x="994" y="1394"/>
                    <a:pt x="877" y="1524"/>
                    <a:pt x="771" y="1568"/>
                  </a:cubicBezTo>
                  <a:cubicBezTo>
                    <a:pt x="717" y="1590"/>
                    <a:pt x="662" y="1604"/>
                    <a:pt x="599" y="1604"/>
                  </a:cubicBezTo>
                  <a:cubicBezTo>
                    <a:pt x="394" y="1604"/>
                    <a:pt x="225" y="1445"/>
                    <a:pt x="225" y="1235"/>
                  </a:cubicBezTo>
                  <a:cubicBezTo>
                    <a:pt x="225" y="1041"/>
                    <a:pt x="380" y="862"/>
                    <a:pt x="599" y="863"/>
                  </a:cubicBezTo>
                  <a:cubicBezTo>
                    <a:pt x="701" y="863"/>
                    <a:pt x="793" y="905"/>
                    <a:pt x="861" y="972"/>
                  </a:cubicBezTo>
                  <a:cubicBezTo>
                    <a:pt x="931" y="1040"/>
                    <a:pt x="1041" y="1183"/>
                    <a:pt x="1093" y="1239"/>
                  </a:cubicBezTo>
                  <a:cubicBezTo>
                    <a:pt x="1227" y="1383"/>
                    <a:pt x="1419" y="1473"/>
                    <a:pt x="1630" y="1473"/>
                  </a:cubicBezTo>
                  <a:cubicBezTo>
                    <a:pt x="2036" y="1474"/>
                    <a:pt x="2365" y="1146"/>
                    <a:pt x="2365" y="741"/>
                  </a:cubicBezTo>
                  <a:cubicBezTo>
                    <a:pt x="2365" y="336"/>
                    <a:pt x="2035" y="0"/>
                    <a:pt x="1630" y="0"/>
                  </a:cubicBezTo>
                  <a:cubicBezTo>
                    <a:pt x="1395" y="0"/>
                    <a:pt x="1187" y="122"/>
                    <a:pt x="1053" y="295"/>
                  </a:cubicBezTo>
                  <a:cubicBezTo>
                    <a:pt x="1053" y="735"/>
                    <a:pt x="1053" y="735"/>
                    <a:pt x="1053" y="735"/>
                  </a:cubicBezTo>
                  <a:cubicBezTo>
                    <a:pt x="1155" y="455"/>
                    <a:pt x="1340" y="232"/>
                    <a:pt x="1630" y="232"/>
                  </a:cubicBezTo>
                  <a:cubicBezTo>
                    <a:pt x="1909" y="232"/>
                    <a:pt x="2135" y="463"/>
                    <a:pt x="2134" y="741"/>
                  </a:cubicBezTo>
                  <a:cubicBezTo>
                    <a:pt x="2134" y="1020"/>
                    <a:pt x="1909" y="1246"/>
                    <a:pt x="1630" y="1245"/>
                  </a:cubicBezTo>
                  <a:cubicBezTo>
                    <a:pt x="1506" y="1244"/>
                    <a:pt x="1391" y="1199"/>
                    <a:pt x="1303" y="1125"/>
                  </a:cubicBezTo>
                  <a:cubicBezTo>
                    <a:pt x="1194" y="1040"/>
                    <a:pt x="1074" y="860"/>
                    <a:pt x="961" y="76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0" name="Freeform 35">
              <a:extLst>
                <a:ext uri="{FF2B5EF4-FFF2-40B4-BE49-F238E27FC236}">
                  <a16:creationId xmlns:a16="http://schemas.microsoft.com/office/drawing/2014/main" id="{19482789-23D8-4206-B790-DCC088D72F96}"/>
                </a:ext>
              </a:extLst>
            </p:cNvPr>
            <p:cNvSpPr>
              <a:spLocks/>
            </p:cNvSpPr>
            <p:nvPr userDrawn="1"/>
          </p:nvSpPr>
          <p:spPr bwMode="gray">
            <a:xfrm>
              <a:off x="8012114" y="401514"/>
              <a:ext cx="123825" cy="201551"/>
            </a:xfrm>
            <a:custGeom>
              <a:avLst/>
              <a:gdLst>
                <a:gd name="T0" fmla="*/ 0 w 1624"/>
                <a:gd name="T1" fmla="*/ 0 h 2651"/>
                <a:gd name="T2" fmla="*/ 1624 w 1624"/>
                <a:gd name="T3" fmla="*/ 0 h 2651"/>
                <a:gd name="T4" fmla="*/ 1624 w 1624"/>
                <a:gd name="T5" fmla="*/ 452 h 2651"/>
                <a:gd name="T6" fmla="*/ 1365 w 1624"/>
                <a:gd name="T7" fmla="*/ 273 h 2651"/>
                <a:gd name="T8" fmla="*/ 613 w 1624"/>
                <a:gd name="T9" fmla="*/ 273 h 2651"/>
                <a:gd name="T10" fmla="*/ 613 w 1624"/>
                <a:gd name="T11" fmla="*/ 1053 h 2651"/>
                <a:gd name="T12" fmla="*/ 1428 w 1624"/>
                <a:gd name="T13" fmla="*/ 1053 h 2651"/>
                <a:gd name="T14" fmla="*/ 1428 w 1624"/>
                <a:gd name="T15" fmla="*/ 1467 h 2651"/>
                <a:gd name="T16" fmla="*/ 1205 w 1624"/>
                <a:gd name="T17" fmla="*/ 1335 h 2651"/>
                <a:gd name="T18" fmla="*/ 613 w 1624"/>
                <a:gd name="T19" fmla="*/ 1335 h 2651"/>
                <a:gd name="T20" fmla="*/ 613 w 1624"/>
                <a:gd name="T21" fmla="*/ 2401 h 2651"/>
                <a:gd name="T22" fmla="*/ 784 w 1624"/>
                <a:gd name="T23" fmla="*/ 2651 h 2651"/>
                <a:gd name="T24" fmla="*/ 11 w 1624"/>
                <a:gd name="T25" fmla="*/ 2651 h 2651"/>
                <a:gd name="T26" fmla="*/ 173 w 1624"/>
                <a:gd name="T27" fmla="*/ 2401 h 2651"/>
                <a:gd name="T28" fmla="*/ 173 w 1624"/>
                <a:gd name="T29" fmla="*/ 278 h 2651"/>
                <a:gd name="T30" fmla="*/ 0 w 1624"/>
                <a:gd name="T31"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24" h="2651">
                  <a:moveTo>
                    <a:pt x="0" y="0"/>
                  </a:moveTo>
                  <a:cubicBezTo>
                    <a:pt x="1624" y="0"/>
                    <a:pt x="1624" y="0"/>
                    <a:pt x="1624" y="0"/>
                  </a:cubicBezTo>
                  <a:cubicBezTo>
                    <a:pt x="1624" y="452"/>
                    <a:pt x="1624" y="452"/>
                    <a:pt x="1624" y="452"/>
                  </a:cubicBezTo>
                  <a:cubicBezTo>
                    <a:pt x="1624" y="452"/>
                    <a:pt x="1540" y="274"/>
                    <a:pt x="1365" y="273"/>
                  </a:cubicBezTo>
                  <a:cubicBezTo>
                    <a:pt x="613" y="273"/>
                    <a:pt x="613" y="273"/>
                    <a:pt x="613" y="273"/>
                  </a:cubicBezTo>
                  <a:cubicBezTo>
                    <a:pt x="613" y="1053"/>
                    <a:pt x="613" y="1053"/>
                    <a:pt x="613" y="1053"/>
                  </a:cubicBezTo>
                  <a:cubicBezTo>
                    <a:pt x="1428" y="1053"/>
                    <a:pt x="1428" y="1053"/>
                    <a:pt x="1428" y="1053"/>
                  </a:cubicBezTo>
                  <a:cubicBezTo>
                    <a:pt x="1428" y="1467"/>
                    <a:pt x="1428" y="1467"/>
                    <a:pt x="1428" y="1467"/>
                  </a:cubicBezTo>
                  <a:cubicBezTo>
                    <a:pt x="1428" y="1467"/>
                    <a:pt x="1402" y="1335"/>
                    <a:pt x="1205" y="1335"/>
                  </a:cubicBezTo>
                  <a:cubicBezTo>
                    <a:pt x="613" y="1335"/>
                    <a:pt x="613" y="1335"/>
                    <a:pt x="613" y="1335"/>
                  </a:cubicBezTo>
                  <a:cubicBezTo>
                    <a:pt x="613" y="2401"/>
                    <a:pt x="613" y="2401"/>
                    <a:pt x="613" y="2401"/>
                  </a:cubicBezTo>
                  <a:cubicBezTo>
                    <a:pt x="613" y="2558"/>
                    <a:pt x="784" y="2651"/>
                    <a:pt x="784" y="2651"/>
                  </a:cubicBezTo>
                  <a:cubicBezTo>
                    <a:pt x="11" y="2651"/>
                    <a:pt x="11" y="2651"/>
                    <a:pt x="11" y="2651"/>
                  </a:cubicBezTo>
                  <a:cubicBezTo>
                    <a:pt x="11" y="2651"/>
                    <a:pt x="173" y="2569"/>
                    <a:pt x="173" y="2401"/>
                  </a:cubicBezTo>
                  <a:cubicBezTo>
                    <a:pt x="173" y="278"/>
                    <a:pt x="173" y="278"/>
                    <a:pt x="173" y="278"/>
                  </a:cubicBezTo>
                  <a:cubicBezTo>
                    <a:pt x="173" y="9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1" name="Freeform 36">
              <a:extLst>
                <a:ext uri="{FF2B5EF4-FFF2-40B4-BE49-F238E27FC236}">
                  <a16:creationId xmlns:a16="http://schemas.microsoft.com/office/drawing/2014/main" id="{480FC312-367A-4511-9E90-2BC3838314CE}"/>
                </a:ext>
              </a:extLst>
            </p:cNvPr>
            <p:cNvSpPr>
              <a:spLocks/>
            </p:cNvSpPr>
            <p:nvPr userDrawn="1"/>
          </p:nvSpPr>
          <p:spPr bwMode="gray">
            <a:xfrm>
              <a:off x="8305801" y="401514"/>
              <a:ext cx="80962" cy="282488"/>
            </a:xfrm>
            <a:custGeom>
              <a:avLst/>
              <a:gdLst>
                <a:gd name="T0" fmla="*/ 246 w 1072"/>
                <a:gd name="T1" fmla="*/ 0 h 3696"/>
                <a:gd name="T2" fmla="*/ 1072 w 1072"/>
                <a:gd name="T3" fmla="*/ 0 h 3696"/>
                <a:gd name="T4" fmla="*/ 887 w 1072"/>
                <a:gd name="T5" fmla="*/ 230 h 3696"/>
                <a:gd name="T6" fmla="*/ 887 w 1072"/>
                <a:gd name="T7" fmla="*/ 2717 h 3696"/>
                <a:gd name="T8" fmla="*/ 0 w 1072"/>
                <a:gd name="T9" fmla="*/ 3693 h 3696"/>
                <a:gd name="T10" fmla="*/ 423 w 1072"/>
                <a:gd name="T11" fmla="*/ 2717 h 3696"/>
                <a:gd name="T12" fmla="*/ 423 w 1072"/>
                <a:gd name="T13" fmla="*/ 230 h 3696"/>
                <a:gd name="T14" fmla="*/ 246 w 1072"/>
                <a:gd name="T15" fmla="*/ 0 h 36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2" h="3696">
                  <a:moveTo>
                    <a:pt x="246" y="0"/>
                  </a:moveTo>
                  <a:cubicBezTo>
                    <a:pt x="1072" y="0"/>
                    <a:pt x="1072" y="0"/>
                    <a:pt x="1072" y="0"/>
                  </a:cubicBezTo>
                  <a:cubicBezTo>
                    <a:pt x="1072" y="0"/>
                    <a:pt x="887" y="87"/>
                    <a:pt x="887" y="230"/>
                  </a:cubicBezTo>
                  <a:cubicBezTo>
                    <a:pt x="887" y="2717"/>
                    <a:pt x="887" y="2717"/>
                    <a:pt x="887" y="2717"/>
                  </a:cubicBezTo>
                  <a:cubicBezTo>
                    <a:pt x="887" y="3558"/>
                    <a:pt x="44" y="3696"/>
                    <a:pt x="0" y="3693"/>
                  </a:cubicBezTo>
                  <a:cubicBezTo>
                    <a:pt x="72" y="3647"/>
                    <a:pt x="422" y="3349"/>
                    <a:pt x="423" y="2717"/>
                  </a:cubicBezTo>
                  <a:cubicBezTo>
                    <a:pt x="423" y="230"/>
                    <a:pt x="423" y="230"/>
                    <a:pt x="423" y="230"/>
                  </a:cubicBezTo>
                  <a:cubicBezTo>
                    <a:pt x="424" y="96"/>
                    <a:pt x="246" y="0"/>
                    <a:pt x="24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2" name="Freeform 37">
              <a:extLst>
                <a:ext uri="{FF2B5EF4-FFF2-40B4-BE49-F238E27FC236}">
                  <a16:creationId xmlns:a16="http://schemas.microsoft.com/office/drawing/2014/main" id="{B9000C99-83C3-43B9-86D8-69F00D2D2BE0}"/>
                </a:ext>
              </a:extLst>
            </p:cNvPr>
            <p:cNvSpPr>
              <a:spLocks/>
            </p:cNvSpPr>
            <p:nvPr userDrawn="1"/>
          </p:nvSpPr>
          <p:spPr bwMode="gray">
            <a:xfrm>
              <a:off x="8396289" y="401514"/>
              <a:ext cx="63500" cy="201551"/>
            </a:xfrm>
            <a:custGeom>
              <a:avLst/>
              <a:gdLst>
                <a:gd name="T0" fmla="*/ 0 w 828"/>
                <a:gd name="T1" fmla="*/ 0 h 2653"/>
                <a:gd name="T2" fmla="*/ 828 w 828"/>
                <a:gd name="T3" fmla="*/ 0 h 2653"/>
                <a:gd name="T4" fmla="*/ 645 w 828"/>
                <a:gd name="T5" fmla="*/ 235 h 2653"/>
                <a:gd name="T6" fmla="*/ 645 w 828"/>
                <a:gd name="T7" fmla="*/ 2401 h 2653"/>
                <a:gd name="T8" fmla="*/ 828 w 828"/>
                <a:gd name="T9" fmla="*/ 2653 h 2653"/>
                <a:gd name="T10" fmla="*/ 0 w 828"/>
                <a:gd name="T11" fmla="*/ 2653 h 2653"/>
                <a:gd name="T12" fmla="*/ 184 w 828"/>
                <a:gd name="T13" fmla="*/ 2401 h 2653"/>
                <a:gd name="T14" fmla="*/ 184 w 828"/>
                <a:gd name="T15" fmla="*/ 235 h 2653"/>
                <a:gd name="T16" fmla="*/ 0 w 828"/>
                <a:gd name="T17" fmla="*/ 0 h 2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2653">
                  <a:moveTo>
                    <a:pt x="0" y="0"/>
                  </a:moveTo>
                  <a:cubicBezTo>
                    <a:pt x="828" y="0"/>
                    <a:pt x="828" y="0"/>
                    <a:pt x="828" y="0"/>
                  </a:cubicBezTo>
                  <a:cubicBezTo>
                    <a:pt x="828" y="0"/>
                    <a:pt x="645" y="89"/>
                    <a:pt x="645" y="235"/>
                  </a:cubicBezTo>
                  <a:cubicBezTo>
                    <a:pt x="645" y="2401"/>
                    <a:pt x="645" y="2401"/>
                    <a:pt x="645" y="2401"/>
                  </a:cubicBezTo>
                  <a:cubicBezTo>
                    <a:pt x="645" y="2556"/>
                    <a:pt x="828" y="2653"/>
                    <a:pt x="828" y="2653"/>
                  </a:cubicBezTo>
                  <a:cubicBezTo>
                    <a:pt x="0" y="2653"/>
                    <a:pt x="0" y="2653"/>
                    <a:pt x="0" y="2653"/>
                  </a:cubicBezTo>
                  <a:cubicBezTo>
                    <a:pt x="0" y="2653"/>
                    <a:pt x="184" y="2557"/>
                    <a:pt x="184" y="2401"/>
                  </a:cubicBezTo>
                  <a:cubicBezTo>
                    <a:pt x="184" y="235"/>
                    <a:pt x="184" y="235"/>
                    <a:pt x="184" y="235"/>
                  </a:cubicBezTo>
                  <a:cubicBezTo>
                    <a:pt x="184" y="8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3" name="Freeform 38">
              <a:extLst>
                <a:ext uri="{FF2B5EF4-FFF2-40B4-BE49-F238E27FC236}">
                  <a16:creationId xmlns:a16="http://schemas.microsoft.com/office/drawing/2014/main" id="{FFB5199F-D603-4D99-98BF-79C0ED869130}"/>
                </a:ext>
              </a:extLst>
            </p:cNvPr>
            <p:cNvSpPr>
              <a:spLocks/>
            </p:cNvSpPr>
            <p:nvPr userDrawn="1"/>
          </p:nvSpPr>
          <p:spPr bwMode="gray">
            <a:xfrm>
              <a:off x="8459789" y="401514"/>
              <a:ext cx="150812" cy="201551"/>
            </a:xfrm>
            <a:custGeom>
              <a:avLst/>
              <a:gdLst>
                <a:gd name="T0" fmla="*/ 161 w 1984"/>
                <a:gd name="T1" fmla="*/ 0 h 2651"/>
                <a:gd name="T2" fmla="*/ 1984 w 1984"/>
                <a:gd name="T3" fmla="*/ 0 h 2651"/>
                <a:gd name="T4" fmla="*/ 1829 w 1984"/>
                <a:gd name="T5" fmla="*/ 482 h 2651"/>
                <a:gd name="T6" fmla="*/ 1607 w 1984"/>
                <a:gd name="T7" fmla="*/ 279 h 2651"/>
                <a:gd name="T8" fmla="*/ 1229 w 1984"/>
                <a:gd name="T9" fmla="*/ 279 h 2651"/>
                <a:gd name="T10" fmla="*/ 1229 w 1984"/>
                <a:gd name="T11" fmla="*/ 2401 h 2651"/>
                <a:gd name="T12" fmla="*/ 1407 w 1984"/>
                <a:gd name="T13" fmla="*/ 2651 h 2651"/>
                <a:gd name="T14" fmla="*/ 595 w 1984"/>
                <a:gd name="T15" fmla="*/ 2651 h 2651"/>
                <a:gd name="T16" fmla="*/ 771 w 1984"/>
                <a:gd name="T17" fmla="*/ 2401 h 2651"/>
                <a:gd name="T18" fmla="*/ 771 w 1984"/>
                <a:gd name="T19" fmla="*/ 279 h 2651"/>
                <a:gd name="T20" fmla="*/ 315 w 1984"/>
                <a:gd name="T21" fmla="*/ 279 h 2651"/>
                <a:gd name="T22" fmla="*/ 0 w 1984"/>
                <a:gd name="T23" fmla="*/ 522 h 2651"/>
                <a:gd name="T24" fmla="*/ 161 w 1984"/>
                <a:gd name="T25"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4" h="2651">
                  <a:moveTo>
                    <a:pt x="161" y="0"/>
                  </a:moveTo>
                  <a:cubicBezTo>
                    <a:pt x="1984" y="0"/>
                    <a:pt x="1984" y="0"/>
                    <a:pt x="1984" y="0"/>
                  </a:cubicBezTo>
                  <a:cubicBezTo>
                    <a:pt x="1829" y="482"/>
                    <a:pt x="1829" y="482"/>
                    <a:pt x="1829" y="482"/>
                  </a:cubicBezTo>
                  <a:cubicBezTo>
                    <a:pt x="1829" y="482"/>
                    <a:pt x="1783" y="279"/>
                    <a:pt x="1607" y="279"/>
                  </a:cubicBezTo>
                  <a:cubicBezTo>
                    <a:pt x="1229" y="279"/>
                    <a:pt x="1229" y="279"/>
                    <a:pt x="1229" y="279"/>
                  </a:cubicBezTo>
                  <a:cubicBezTo>
                    <a:pt x="1229" y="2401"/>
                    <a:pt x="1229" y="2401"/>
                    <a:pt x="1229" y="2401"/>
                  </a:cubicBezTo>
                  <a:cubicBezTo>
                    <a:pt x="1229" y="2535"/>
                    <a:pt x="1407" y="2651"/>
                    <a:pt x="1407" y="2651"/>
                  </a:cubicBezTo>
                  <a:cubicBezTo>
                    <a:pt x="595" y="2651"/>
                    <a:pt x="595" y="2651"/>
                    <a:pt x="595" y="2651"/>
                  </a:cubicBezTo>
                  <a:cubicBezTo>
                    <a:pt x="595" y="2651"/>
                    <a:pt x="771" y="2547"/>
                    <a:pt x="771" y="2401"/>
                  </a:cubicBezTo>
                  <a:cubicBezTo>
                    <a:pt x="771" y="279"/>
                    <a:pt x="771" y="279"/>
                    <a:pt x="771" y="279"/>
                  </a:cubicBezTo>
                  <a:cubicBezTo>
                    <a:pt x="315" y="279"/>
                    <a:pt x="315" y="279"/>
                    <a:pt x="315" y="279"/>
                  </a:cubicBezTo>
                  <a:cubicBezTo>
                    <a:pt x="185" y="280"/>
                    <a:pt x="0" y="522"/>
                    <a:pt x="0" y="522"/>
                  </a:cubicBezTo>
                  <a:lnTo>
                    <a:pt x="16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4" name="Freeform 39">
              <a:extLst>
                <a:ext uri="{FF2B5EF4-FFF2-40B4-BE49-F238E27FC236}">
                  <a16:creationId xmlns:a16="http://schemas.microsoft.com/office/drawing/2014/main" id="{7BF85E3E-59DE-4A1C-A9F5-48FC47043543}"/>
                </a:ext>
              </a:extLst>
            </p:cNvPr>
            <p:cNvSpPr>
              <a:spLocks/>
            </p:cNvSpPr>
            <p:nvPr userDrawn="1"/>
          </p:nvSpPr>
          <p:spPr bwMode="gray">
            <a:xfrm>
              <a:off x="8734426" y="401514"/>
              <a:ext cx="169862" cy="204725"/>
            </a:xfrm>
            <a:custGeom>
              <a:avLst/>
              <a:gdLst>
                <a:gd name="T0" fmla="*/ 1420 w 2219"/>
                <a:gd name="T1" fmla="*/ 0 h 2693"/>
                <a:gd name="T2" fmla="*/ 2219 w 2219"/>
                <a:gd name="T3" fmla="*/ 0 h 2693"/>
                <a:gd name="T4" fmla="*/ 2048 w 2219"/>
                <a:gd name="T5" fmla="*/ 234 h 2693"/>
                <a:gd name="T6" fmla="*/ 2048 w 2219"/>
                <a:gd name="T7" fmla="*/ 1840 h 2693"/>
                <a:gd name="T8" fmla="*/ 1131 w 2219"/>
                <a:gd name="T9" fmla="*/ 2693 h 2693"/>
                <a:gd name="T10" fmla="*/ 176 w 2219"/>
                <a:gd name="T11" fmla="*/ 1840 h 2693"/>
                <a:gd name="T12" fmla="*/ 176 w 2219"/>
                <a:gd name="T13" fmla="*/ 234 h 2693"/>
                <a:gd name="T14" fmla="*/ 0 w 2219"/>
                <a:gd name="T15" fmla="*/ 0 h 2693"/>
                <a:gd name="T16" fmla="*/ 821 w 2219"/>
                <a:gd name="T17" fmla="*/ 0 h 2693"/>
                <a:gd name="T18" fmla="*/ 638 w 2219"/>
                <a:gd name="T19" fmla="*/ 234 h 2693"/>
                <a:gd name="T20" fmla="*/ 638 w 2219"/>
                <a:gd name="T21" fmla="*/ 1840 h 2693"/>
                <a:gd name="T22" fmla="*/ 1131 w 2219"/>
                <a:gd name="T23" fmla="*/ 2406 h 2693"/>
                <a:gd name="T24" fmla="*/ 1601 w 2219"/>
                <a:gd name="T25" fmla="*/ 1840 h 2693"/>
                <a:gd name="T26" fmla="*/ 1601 w 2219"/>
                <a:gd name="T27" fmla="*/ 234 h 2693"/>
                <a:gd name="T28" fmla="*/ 1420 w 2219"/>
                <a:gd name="T29" fmla="*/ 0 h 2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19" h="2693">
                  <a:moveTo>
                    <a:pt x="1420" y="0"/>
                  </a:moveTo>
                  <a:cubicBezTo>
                    <a:pt x="2219" y="0"/>
                    <a:pt x="2219" y="0"/>
                    <a:pt x="2219" y="0"/>
                  </a:cubicBezTo>
                  <a:cubicBezTo>
                    <a:pt x="2219" y="0"/>
                    <a:pt x="2048" y="91"/>
                    <a:pt x="2048" y="234"/>
                  </a:cubicBezTo>
                  <a:cubicBezTo>
                    <a:pt x="2048" y="1840"/>
                    <a:pt x="2048" y="1840"/>
                    <a:pt x="2048" y="1840"/>
                  </a:cubicBezTo>
                  <a:cubicBezTo>
                    <a:pt x="2047" y="2492"/>
                    <a:pt x="1506" y="2693"/>
                    <a:pt x="1131" y="2693"/>
                  </a:cubicBezTo>
                  <a:cubicBezTo>
                    <a:pt x="759" y="2693"/>
                    <a:pt x="175" y="2490"/>
                    <a:pt x="176" y="1840"/>
                  </a:cubicBezTo>
                  <a:cubicBezTo>
                    <a:pt x="176" y="234"/>
                    <a:pt x="176" y="234"/>
                    <a:pt x="176" y="234"/>
                  </a:cubicBezTo>
                  <a:cubicBezTo>
                    <a:pt x="176" y="91"/>
                    <a:pt x="0" y="0"/>
                    <a:pt x="0" y="0"/>
                  </a:cubicBezTo>
                  <a:cubicBezTo>
                    <a:pt x="821" y="0"/>
                    <a:pt x="821" y="0"/>
                    <a:pt x="821" y="0"/>
                  </a:cubicBezTo>
                  <a:cubicBezTo>
                    <a:pt x="821" y="0"/>
                    <a:pt x="638" y="88"/>
                    <a:pt x="638" y="234"/>
                  </a:cubicBezTo>
                  <a:cubicBezTo>
                    <a:pt x="638" y="1840"/>
                    <a:pt x="638" y="1840"/>
                    <a:pt x="638" y="1840"/>
                  </a:cubicBezTo>
                  <a:cubicBezTo>
                    <a:pt x="638" y="2182"/>
                    <a:pt x="865" y="2406"/>
                    <a:pt x="1131" y="2406"/>
                  </a:cubicBezTo>
                  <a:cubicBezTo>
                    <a:pt x="1397" y="2406"/>
                    <a:pt x="1600" y="2173"/>
                    <a:pt x="1601" y="1840"/>
                  </a:cubicBezTo>
                  <a:cubicBezTo>
                    <a:pt x="1601" y="234"/>
                    <a:pt x="1601" y="234"/>
                    <a:pt x="1601" y="234"/>
                  </a:cubicBezTo>
                  <a:cubicBezTo>
                    <a:pt x="1601" y="91"/>
                    <a:pt x="1420" y="0"/>
                    <a:pt x="1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5" name="Freeform 40">
              <a:extLst>
                <a:ext uri="{FF2B5EF4-FFF2-40B4-BE49-F238E27FC236}">
                  <a16:creationId xmlns:a16="http://schemas.microsoft.com/office/drawing/2014/main" id="{E108AA92-74C6-4E89-A2EF-14C7B0C4D7F3}"/>
                </a:ext>
              </a:extLst>
            </p:cNvPr>
            <p:cNvSpPr>
              <a:spLocks/>
            </p:cNvSpPr>
            <p:nvPr userDrawn="1"/>
          </p:nvSpPr>
          <p:spPr bwMode="gray">
            <a:xfrm>
              <a:off x="8142289" y="401514"/>
              <a:ext cx="169862" cy="206312"/>
            </a:xfrm>
            <a:custGeom>
              <a:avLst/>
              <a:gdLst>
                <a:gd name="T0" fmla="*/ 1427 w 2240"/>
                <a:gd name="T1" fmla="*/ 0 h 2700"/>
                <a:gd name="T2" fmla="*/ 2240 w 2240"/>
                <a:gd name="T3" fmla="*/ 0 h 2700"/>
                <a:gd name="T4" fmla="*/ 2068 w 2240"/>
                <a:gd name="T5" fmla="*/ 237 h 2700"/>
                <a:gd name="T6" fmla="*/ 2067 w 2240"/>
                <a:gd name="T7" fmla="*/ 1838 h 2700"/>
                <a:gd name="T8" fmla="*/ 1122 w 2240"/>
                <a:gd name="T9" fmla="*/ 2700 h 2700"/>
                <a:gd name="T10" fmla="*/ 166 w 2240"/>
                <a:gd name="T11" fmla="*/ 1838 h 2700"/>
                <a:gd name="T12" fmla="*/ 166 w 2240"/>
                <a:gd name="T13" fmla="*/ 237 h 2700"/>
                <a:gd name="T14" fmla="*/ 0 w 2240"/>
                <a:gd name="T15" fmla="*/ 0 h 2700"/>
                <a:gd name="T16" fmla="*/ 821 w 2240"/>
                <a:gd name="T17" fmla="*/ 0 h 2700"/>
                <a:gd name="T18" fmla="*/ 631 w 2240"/>
                <a:gd name="T19" fmla="*/ 237 h 2700"/>
                <a:gd name="T20" fmla="*/ 630 w 2240"/>
                <a:gd name="T21" fmla="*/ 1838 h 2700"/>
                <a:gd name="T22" fmla="*/ 1122 w 2240"/>
                <a:gd name="T23" fmla="*/ 2413 h 2700"/>
                <a:gd name="T24" fmla="*/ 1602 w 2240"/>
                <a:gd name="T25" fmla="*/ 1838 h 2700"/>
                <a:gd name="T26" fmla="*/ 1603 w 2240"/>
                <a:gd name="T27" fmla="*/ 237 h 2700"/>
                <a:gd name="T28" fmla="*/ 1427 w 2240"/>
                <a:gd name="T29" fmla="*/ 0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0" h="2700">
                  <a:moveTo>
                    <a:pt x="1427" y="0"/>
                  </a:moveTo>
                  <a:cubicBezTo>
                    <a:pt x="2240" y="0"/>
                    <a:pt x="2240" y="0"/>
                    <a:pt x="2240" y="0"/>
                  </a:cubicBezTo>
                  <a:cubicBezTo>
                    <a:pt x="2240" y="0"/>
                    <a:pt x="2068" y="95"/>
                    <a:pt x="2068" y="237"/>
                  </a:cubicBezTo>
                  <a:cubicBezTo>
                    <a:pt x="2068" y="238"/>
                    <a:pt x="2067" y="1838"/>
                    <a:pt x="2067" y="1838"/>
                  </a:cubicBezTo>
                  <a:cubicBezTo>
                    <a:pt x="2067" y="2494"/>
                    <a:pt x="1501" y="2700"/>
                    <a:pt x="1122" y="2700"/>
                  </a:cubicBezTo>
                  <a:cubicBezTo>
                    <a:pt x="750" y="2700"/>
                    <a:pt x="166" y="2491"/>
                    <a:pt x="166" y="1838"/>
                  </a:cubicBezTo>
                  <a:cubicBezTo>
                    <a:pt x="166" y="237"/>
                    <a:pt x="166" y="237"/>
                    <a:pt x="166" y="237"/>
                  </a:cubicBezTo>
                  <a:cubicBezTo>
                    <a:pt x="166" y="94"/>
                    <a:pt x="0" y="0"/>
                    <a:pt x="0" y="0"/>
                  </a:cubicBezTo>
                  <a:cubicBezTo>
                    <a:pt x="821" y="0"/>
                    <a:pt x="821" y="0"/>
                    <a:pt x="821" y="0"/>
                  </a:cubicBezTo>
                  <a:cubicBezTo>
                    <a:pt x="821" y="0"/>
                    <a:pt x="631" y="94"/>
                    <a:pt x="631" y="237"/>
                  </a:cubicBezTo>
                  <a:cubicBezTo>
                    <a:pt x="630" y="1838"/>
                    <a:pt x="630" y="1838"/>
                    <a:pt x="630" y="1838"/>
                  </a:cubicBezTo>
                  <a:cubicBezTo>
                    <a:pt x="630" y="2178"/>
                    <a:pt x="856" y="2412"/>
                    <a:pt x="1122" y="2413"/>
                  </a:cubicBezTo>
                  <a:cubicBezTo>
                    <a:pt x="1388" y="2414"/>
                    <a:pt x="1602" y="2174"/>
                    <a:pt x="1602" y="1838"/>
                  </a:cubicBezTo>
                  <a:cubicBezTo>
                    <a:pt x="1603" y="237"/>
                    <a:pt x="1603" y="237"/>
                    <a:pt x="1603" y="237"/>
                  </a:cubicBezTo>
                  <a:cubicBezTo>
                    <a:pt x="1603" y="94"/>
                    <a:pt x="1427" y="0"/>
                    <a:pt x="142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6" name="Freeform 41">
              <a:extLst>
                <a:ext uri="{FF2B5EF4-FFF2-40B4-BE49-F238E27FC236}">
                  <a16:creationId xmlns:a16="http://schemas.microsoft.com/office/drawing/2014/main" id="{4A7819A2-BBC8-42A0-B3F4-F6090BDCA2A4}"/>
                </a:ext>
              </a:extLst>
            </p:cNvPr>
            <p:cNvSpPr>
              <a:spLocks/>
            </p:cNvSpPr>
            <p:nvPr userDrawn="1"/>
          </p:nvSpPr>
          <p:spPr bwMode="gray">
            <a:xfrm>
              <a:off x="8604251" y="396753"/>
              <a:ext cx="130175" cy="211073"/>
            </a:xfrm>
            <a:custGeom>
              <a:avLst/>
              <a:gdLst>
                <a:gd name="T0" fmla="*/ 1467 w 1707"/>
                <a:gd name="T1" fmla="*/ 479 h 2755"/>
                <a:gd name="T2" fmla="*/ 1019 w 1707"/>
                <a:gd name="T3" fmla="*/ 276 h 2755"/>
                <a:gd name="T4" fmla="*/ 504 w 1707"/>
                <a:gd name="T5" fmla="*/ 677 h 2755"/>
                <a:gd name="T6" fmla="*/ 995 w 1707"/>
                <a:gd name="T7" fmla="*/ 1174 h 2755"/>
                <a:gd name="T8" fmla="*/ 1705 w 1707"/>
                <a:gd name="T9" fmla="*/ 1974 h 2755"/>
                <a:gd name="T10" fmla="*/ 651 w 1707"/>
                <a:gd name="T11" fmla="*/ 2755 h 2755"/>
                <a:gd name="T12" fmla="*/ 155 w 1707"/>
                <a:gd name="T13" fmla="*/ 2686 h 2755"/>
                <a:gd name="T14" fmla="*/ 0 w 1707"/>
                <a:gd name="T15" fmla="*/ 2177 h 2755"/>
                <a:gd name="T16" fmla="*/ 658 w 1707"/>
                <a:gd name="T17" fmla="*/ 2466 h 2755"/>
                <a:gd name="T18" fmla="*/ 1252 w 1707"/>
                <a:gd name="T19" fmla="*/ 2030 h 2755"/>
                <a:gd name="T20" fmla="*/ 46 w 1707"/>
                <a:gd name="T21" fmla="*/ 731 h 2755"/>
                <a:gd name="T22" fmla="*/ 973 w 1707"/>
                <a:gd name="T23" fmla="*/ 0 h 2755"/>
                <a:gd name="T24" fmla="*/ 1467 w 1707"/>
                <a:gd name="T25" fmla="*/ 69 h 2755"/>
                <a:gd name="T26" fmla="*/ 1467 w 1707"/>
                <a:gd name="T27" fmla="*/ 479 h 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7" h="2755">
                  <a:moveTo>
                    <a:pt x="1467" y="479"/>
                  </a:moveTo>
                  <a:cubicBezTo>
                    <a:pt x="1467" y="479"/>
                    <a:pt x="1352" y="277"/>
                    <a:pt x="1019" y="276"/>
                  </a:cubicBezTo>
                  <a:cubicBezTo>
                    <a:pt x="686" y="275"/>
                    <a:pt x="505" y="450"/>
                    <a:pt x="504" y="677"/>
                  </a:cubicBezTo>
                  <a:cubicBezTo>
                    <a:pt x="503" y="934"/>
                    <a:pt x="696" y="1031"/>
                    <a:pt x="995" y="1174"/>
                  </a:cubicBezTo>
                  <a:cubicBezTo>
                    <a:pt x="1279" y="1311"/>
                    <a:pt x="1707" y="1499"/>
                    <a:pt x="1705" y="1974"/>
                  </a:cubicBezTo>
                  <a:cubicBezTo>
                    <a:pt x="1704" y="2399"/>
                    <a:pt x="1327" y="2755"/>
                    <a:pt x="651" y="2755"/>
                  </a:cubicBezTo>
                  <a:cubicBezTo>
                    <a:pt x="442" y="2754"/>
                    <a:pt x="155" y="2686"/>
                    <a:pt x="155" y="2686"/>
                  </a:cubicBezTo>
                  <a:cubicBezTo>
                    <a:pt x="0" y="2177"/>
                    <a:pt x="0" y="2177"/>
                    <a:pt x="0" y="2177"/>
                  </a:cubicBezTo>
                  <a:cubicBezTo>
                    <a:pt x="143" y="2316"/>
                    <a:pt x="397" y="2466"/>
                    <a:pt x="658" y="2466"/>
                  </a:cubicBezTo>
                  <a:cubicBezTo>
                    <a:pt x="929" y="2466"/>
                    <a:pt x="1252" y="2298"/>
                    <a:pt x="1252" y="2030"/>
                  </a:cubicBezTo>
                  <a:cubicBezTo>
                    <a:pt x="1252" y="1512"/>
                    <a:pt x="46" y="1598"/>
                    <a:pt x="46" y="731"/>
                  </a:cubicBezTo>
                  <a:cubicBezTo>
                    <a:pt x="46" y="433"/>
                    <a:pt x="254" y="0"/>
                    <a:pt x="973" y="0"/>
                  </a:cubicBezTo>
                  <a:cubicBezTo>
                    <a:pt x="1207" y="0"/>
                    <a:pt x="1467" y="69"/>
                    <a:pt x="1467" y="69"/>
                  </a:cubicBezTo>
                  <a:lnTo>
                    <a:pt x="1467" y="4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grpSp>
      <p:sp>
        <p:nvSpPr>
          <p:cNvPr id="6" name="Slide Number Placeholder 5"/>
          <p:cNvSpPr>
            <a:spLocks noGrp="1"/>
          </p:cNvSpPr>
          <p:nvPr>
            <p:ph type="sldNum" sz="quarter" idx="4"/>
          </p:nvPr>
        </p:nvSpPr>
        <p:spPr>
          <a:xfrm>
            <a:off x="4302000" y="4877481"/>
            <a:ext cx="540000" cy="123111"/>
          </a:xfrm>
          <a:prstGeom prst="rect">
            <a:avLst/>
          </a:prstGeom>
        </p:spPr>
        <p:txBody>
          <a:bodyPr vert="horz" lIns="0" tIns="0" rIns="0" bIns="0" rtlCol="0" anchor="ctr">
            <a:spAutoFit/>
          </a:bodyPr>
          <a:lstStyle>
            <a:lvl1pPr algn="ctr">
              <a:defRPr sz="800">
                <a:solidFill>
                  <a:schemeClr val="tx1"/>
                </a:solidFill>
                <a:latin typeface="+mn-lt"/>
              </a:defRPr>
            </a:lvl1pPr>
          </a:lstStyle>
          <a:p>
            <a:fld id="{4D029D89-7B63-4C94-AD4D-2E4D6BB83637}" type="slidenum">
              <a:rPr kumimoji="1" lang="ja-JP" altLang="en-US" smtClean="0"/>
              <a:pPr/>
              <a:t>‹#›</a:t>
            </a:fld>
            <a:endParaRPr kumimoji="1" lang="ja-JP" altLang="en-US"/>
          </a:p>
        </p:txBody>
      </p:sp>
      <p:sp>
        <p:nvSpPr>
          <p:cNvPr id="16" name="TextBox 17">
            <a:extLst>
              <a:ext uri="{FF2B5EF4-FFF2-40B4-BE49-F238E27FC236}">
                <a16:creationId xmlns:a16="http://schemas.microsoft.com/office/drawing/2014/main" id="{4E3EC126-56B1-4F4A-9386-FAD6F656AFB4}"/>
              </a:ext>
            </a:extLst>
          </p:cNvPr>
          <p:cNvSpPr txBox="1"/>
          <p:nvPr userDrawn="1"/>
        </p:nvSpPr>
        <p:spPr>
          <a:xfrm>
            <a:off x="7984067" y="4891390"/>
            <a:ext cx="935568" cy="107722"/>
          </a:xfrm>
          <a:prstGeom prst="rect">
            <a:avLst/>
          </a:prstGeom>
          <a:noFill/>
        </p:spPr>
        <p:txBody>
          <a:bodyPr wrap="square" lIns="0" tIns="0" rIns="0" bIns="0" rtlCol="0" anchor="b" anchorCtr="0">
            <a:spAutoFit/>
          </a:bodyPr>
          <a:lstStyle/>
          <a:p>
            <a:pPr marL="0" algn="r" defTabSz="457200" rtl="0" eaLnBrk="1" latinLnBrk="0" hangingPunct="1"/>
            <a:r>
              <a:rPr kumimoji="1" lang="en-GB" sz="700" kern="1200" dirty="0">
                <a:solidFill>
                  <a:schemeClr val="tx1"/>
                </a:solidFill>
                <a:latin typeface="+mn-lt"/>
                <a:ea typeface="+mn-ea"/>
                <a:cs typeface="+mn-cs"/>
              </a:rPr>
              <a:t>© FUJITSU 2021</a:t>
            </a:r>
          </a:p>
        </p:txBody>
      </p:sp>
      <p:sp>
        <p:nvSpPr>
          <p:cNvPr id="19" name="Rounded Rectangle 21">
            <a:extLst>
              <a:ext uri="{FF2B5EF4-FFF2-40B4-BE49-F238E27FC236}">
                <a16:creationId xmlns:a16="http://schemas.microsoft.com/office/drawing/2014/main" id="{D0D0F980-AAEC-4568-A999-41C6A4282CCA}"/>
              </a:ext>
            </a:extLst>
          </p:cNvPr>
          <p:cNvSpPr/>
          <p:nvPr userDrawn="1"/>
        </p:nvSpPr>
        <p:spPr bwMode="black">
          <a:xfrm>
            <a:off x="231775" y="4911725"/>
            <a:ext cx="1595438" cy="141161"/>
          </a:xfrm>
          <a:prstGeom prst="roundRect">
            <a:avLst>
              <a:gd name="adj" fmla="val 50000"/>
            </a:avLst>
          </a:prstGeom>
          <a:noFill/>
          <a:ln w="6350"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1218673" rtl="0" eaLnBrk="1" fontAlgn="ctr" latinLnBrk="0" hangingPunct="1">
              <a:lnSpc>
                <a:spcPct val="100000"/>
              </a:lnSpc>
              <a:spcBef>
                <a:spcPct val="0"/>
              </a:spcBef>
              <a:spcAft>
                <a:spcPct val="0"/>
              </a:spcAft>
              <a:buClrTx/>
              <a:buSzTx/>
              <a:buFontTx/>
              <a:buNone/>
              <a:tabLst/>
              <a:defRPr/>
            </a:pPr>
            <a:r>
              <a:rPr kumimoji="1" lang="en-GB" altLang="ja-JP" sz="700" b="0" i="0" u="none" strike="noStrike" kern="1200" cap="none" spc="0" normalizeH="0" baseline="0" noProof="0" dirty="0">
                <a:ln>
                  <a:noFill/>
                </a:ln>
                <a:solidFill>
                  <a:srgbClr val="000000"/>
                </a:solidFill>
                <a:effectLst/>
                <a:uLnTx/>
                <a:uFillTx/>
                <a:latin typeface="Arial"/>
                <a:ea typeface="+mn-ea"/>
                <a:cs typeface="+mn-cs"/>
              </a:rPr>
              <a:t>Fujitsu Restricted - Internal Use Only</a:t>
            </a:r>
            <a:endParaRPr kumimoji="1" lang="en-US" altLang="ja-JP" sz="70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3651790624"/>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80" r:id="rId4"/>
    <p:sldLayoutId id="2147483749" r:id="rId5"/>
    <p:sldLayoutId id="2147483750" r:id="rId6"/>
    <p:sldLayoutId id="2147483751" r:id="rId7"/>
    <p:sldLayoutId id="2147483752" r:id="rId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685800" rtl="0" eaLnBrk="1" latinLnBrk="0" hangingPunct="1">
        <a:lnSpc>
          <a:spcPct val="90000"/>
        </a:lnSpc>
        <a:spcBef>
          <a:spcPct val="0"/>
        </a:spcBef>
        <a:buNone/>
        <a:defRPr kumimoji="1" sz="2800" b="1" kern="1200">
          <a:solidFill>
            <a:schemeClr val="bg1"/>
          </a:solidFill>
          <a:latin typeface="+mj-lt"/>
          <a:ea typeface="+mj-ea"/>
          <a:cs typeface="+mj-cs"/>
        </a:defRPr>
      </a:lvl1pPr>
    </p:titleStyle>
    <p:bodyStyle>
      <a:lvl1pPr marL="252413" indent="-252413" algn="l" defTabSz="685800" rtl="0" eaLnBrk="1" latinLnBrk="0" hangingPunct="1">
        <a:lnSpc>
          <a:spcPct val="90000"/>
        </a:lnSpc>
        <a:spcBef>
          <a:spcPts val="0"/>
        </a:spcBef>
        <a:spcAft>
          <a:spcPts val="600"/>
        </a:spcAft>
        <a:buClr>
          <a:srgbClr val="EA0000"/>
        </a:buClr>
        <a:buSzPct val="120000"/>
        <a:buFont typeface="Arial" panose="020B0604020202020204" pitchFamily="34" charset="0"/>
        <a:buChar char="●"/>
        <a:defRPr kumimoji="1" lang="en-US" sz="2400" kern="1200" dirty="0" smtClean="0">
          <a:solidFill>
            <a:schemeClr val="tx1"/>
          </a:solidFill>
          <a:latin typeface="+mn-lt"/>
          <a:ea typeface="+mn-ea"/>
          <a:cs typeface="+mn-cs"/>
        </a:defRPr>
      </a:lvl1pPr>
      <a:lvl2pPr marL="533400" indent="-225425" algn="l" defTabSz="685800" rtl="0" eaLnBrk="1" latinLnBrk="0" hangingPunct="1">
        <a:lnSpc>
          <a:spcPct val="90000"/>
        </a:lnSpc>
        <a:spcBef>
          <a:spcPts val="0"/>
        </a:spcBef>
        <a:spcAft>
          <a:spcPts val="600"/>
        </a:spcAft>
        <a:buClr>
          <a:srgbClr val="FF8000"/>
        </a:buClr>
        <a:buSzPct val="120000"/>
        <a:buFont typeface="Corbel" panose="020B0503020204020204" pitchFamily="34" charset="0"/>
        <a:buChar char="○"/>
        <a:defRPr kumimoji="1" lang="en-US" sz="2000" kern="1200" dirty="0" smtClean="0">
          <a:solidFill>
            <a:schemeClr val="tx1"/>
          </a:solidFill>
          <a:latin typeface="+mn-lt"/>
          <a:ea typeface="+mn-ea"/>
          <a:cs typeface="+mn-cs"/>
        </a:defRPr>
      </a:lvl2pPr>
      <a:lvl3pPr marL="868363" indent="-198438" algn="l" defTabSz="685800" rtl="0" eaLnBrk="1" latinLnBrk="0" hangingPunct="1">
        <a:lnSpc>
          <a:spcPct val="90000"/>
        </a:lnSpc>
        <a:spcBef>
          <a:spcPts val="0"/>
        </a:spcBef>
        <a:spcAft>
          <a:spcPts val="600"/>
        </a:spcAft>
        <a:buClr>
          <a:schemeClr val="tx1">
            <a:lumMod val="50000"/>
            <a:lumOff val="50000"/>
          </a:schemeClr>
        </a:buClr>
        <a:buSzPct val="120000"/>
        <a:buFont typeface="Corbel" panose="020B0503020204020204" pitchFamily="34" charset="0"/>
        <a:buChar char="○"/>
        <a:defRPr kumimoji="1" lang="en-US" sz="1800" kern="1200" dirty="0" smtClean="0">
          <a:solidFill>
            <a:schemeClr val="tx1"/>
          </a:solidFill>
          <a:latin typeface="+mn-lt"/>
          <a:ea typeface="+mn-ea"/>
          <a:cs typeface="+mn-cs"/>
        </a:defRPr>
      </a:lvl3pPr>
      <a:lvl4pPr marL="1203325" indent="-193675" algn="l" defTabSz="685800" rtl="0" eaLnBrk="1" latinLnBrk="0" hangingPunct="1">
        <a:lnSpc>
          <a:spcPct val="90000"/>
        </a:lnSpc>
        <a:spcBef>
          <a:spcPts val="0"/>
        </a:spcBef>
        <a:spcAft>
          <a:spcPts val="600"/>
        </a:spcAft>
        <a:buClr>
          <a:schemeClr val="bg1">
            <a:lumMod val="50000"/>
          </a:schemeClr>
        </a:buClr>
        <a:buSzPct val="120000"/>
        <a:buFont typeface="Arial" panose="020B0604020202020204" pitchFamily="34" charset="0"/>
        <a:buChar char="●"/>
        <a:defRPr kumimoji="1" lang="en-US" sz="1600" kern="1200" dirty="0" smtClean="0">
          <a:solidFill>
            <a:schemeClr val="tx1"/>
          </a:solidFill>
          <a:latin typeface="+mn-lt"/>
          <a:ea typeface="+mn-ea"/>
          <a:cs typeface="+mn-cs"/>
        </a:defRPr>
      </a:lvl4pPr>
      <a:lvl5pPr marL="1543050" indent="-171450" algn="l" defTabSz="685800" rtl="0" eaLnBrk="1" latinLnBrk="0" hangingPunct="1">
        <a:lnSpc>
          <a:spcPct val="90000"/>
        </a:lnSpc>
        <a:spcBef>
          <a:spcPts val="375"/>
        </a:spcBef>
        <a:buClr>
          <a:schemeClr val="bg1">
            <a:lumMod val="50000"/>
          </a:schemeClr>
        </a:buClr>
        <a:buFontTx/>
        <a:buBlip>
          <a:blip r:embed="rId11"/>
        </a:buBlip>
        <a:defRPr kumimoji="1" sz="16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Clr>
          <a:schemeClr val="bg1">
            <a:lumMod val="50000"/>
          </a:schemeClr>
        </a:buClr>
        <a:buFontTx/>
        <a:buBlip>
          <a:blip r:embed="rId11"/>
        </a:buBlip>
        <a:defRPr kumimoji="1" sz="16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Clr>
          <a:schemeClr val="bg1">
            <a:lumMod val="50000"/>
          </a:schemeClr>
        </a:buClr>
        <a:buFont typeface="Arial" panose="020B0604020202020204" pitchFamily="34" charset="0"/>
        <a:buChar char="–"/>
        <a:defRPr kumimoji="1" sz="16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Clr>
          <a:schemeClr val="bg1">
            <a:lumMod val="50000"/>
          </a:schemeClr>
        </a:buClr>
        <a:buFont typeface="Arial" panose="020B0604020202020204" pitchFamily="34" charset="0"/>
        <a:buChar char="–"/>
        <a:defRPr kumimoji="1" sz="16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Clr>
          <a:schemeClr val="bg1">
            <a:lumMod val="50000"/>
          </a:schemeClr>
        </a:buClr>
        <a:buFont typeface="Arial" panose="020B0604020202020204" pitchFamily="34" charset="0"/>
        <a:buChar char="–"/>
        <a:defRPr kumimoji="1" sz="160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80">
          <p15:clr>
            <a:srgbClr val="F26B43"/>
          </p15:clr>
        </p15:guide>
        <p15:guide id="2" pos="146">
          <p15:clr>
            <a:srgbClr val="F26B43"/>
          </p15:clr>
        </p15:guide>
        <p15:guide id="4" pos="5612">
          <p15:clr>
            <a:srgbClr val="F26B43"/>
          </p15:clr>
        </p15:guide>
        <p15:guide id="5" orient="horz" pos="3094">
          <p15:clr>
            <a:srgbClr val="F26B43"/>
          </p15:clr>
        </p15:guide>
        <p15:guide id="6" orient="horz" pos="145">
          <p15:clr>
            <a:srgbClr val="F26B43"/>
          </p15:clr>
        </p15:guide>
        <p15:guide id="7" orient="horz" pos="599">
          <p15:clr>
            <a:srgbClr val="F26B43"/>
          </p15:clr>
        </p15:guide>
        <p15:guide id="8" orient="horz" pos="2987">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17" name="グループ化 38">
            <a:extLst>
              <a:ext uri="{FF2B5EF4-FFF2-40B4-BE49-F238E27FC236}">
                <a16:creationId xmlns:a16="http://schemas.microsoft.com/office/drawing/2014/main" id="{C00FDA75-53E8-4D22-9688-D6A338C0D9D9}"/>
              </a:ext>
            </a:extLst>
          </p:cNvPr>
          <p:cNvGrpSpPr/>
          <p:nvPr userDrawn="1"/>
        </p:nvGrpSpPr>
        <p:grpSpPr bwMode="gray">
          <a:xfrm>
            <a:off x="1143" y="-3923"/>
            <a:ext cx="9142857" cy="716400"/>
            <a:chOff x="1143" y="-3923"/>
            <a:chExt cx="9142857" cy="716400"/>
          </a:xfrm>
        </p:grpSpPr>
        <p:pic>
          <p:nvPicPr>
            <p:cNvPr id="18" name="図 39">
              <a:extLst>
                <a:ext uri="{FF2B5EF4-FFF2-40B4-BE49-F238E27FC236}">
                  <a16:creationId xmlns:a16="http://schemas.microsoft.com/office/drawing/2014/main" id="{CCDCA5DC-07EB-4EBC-90FE-838D2F9BFA0D}"/>
                </a:ext>
                <a:ext uri="{C183D7F6-B498-43B3-948B-1728B52AA6E4}">
                  <adec:decorative xmlns:adec="http://schemas.microsoft.com/office/drawing/2017/decorative" val="1"/>
                </a:ext>
              </a:extLst>
            </p:cNvPr>
            <p:cNvPicPr>
              <a:picLocks noChangeAspect="1"/>
            </p:cNvPicPr>
            <p:nvPr userDrawn="1"/>
          </p:nvPicPr>
          <p:blipFill rotWithShape="1">
            <a:blip r:embed="rId10" cstate="print">
              <a:extLst>
                <a:ext uri="{28A0092B-C50C-407E-A947-70E740481C1C}">
                  <a14:useLocalDpi xmlns:a14="http://schemas.microsoft.com/office/drawing/2010/main"/>
                </a:ext>
              </a:extLst>
            </a:blip>
            <a:srcRect/>
            <a:stretch/>
          </p:blipFill>
          <p:spPr bwMode="gray">
            <a:xfrm>
              <a:off x="1143" y="-3923"/>
              <a:ext cx="9142857" cy="716400"/>
            </a:xfrm>
            <a:prstGeom prst="rect">
              <a:avLst/>
            </a:prstGeom>
          </p:spPr>
        </p:pic>
        <p:sp>
          <p:nvSpPr>
            <p:cNvPr id="21" name="正方形/長方形 3">
              <a:extLst>
                <a:ext uri="{FF2B5EF4-FFF2-40B4-BE49-F238E27FC236}">
                  <a16:creationId xmlns:a16="http://schemas.microsoft.com/office/drawing/2014/main" id="{98174479-5C2C-4122-95F6-A0F77AF8BA72}"/>
                </a:ext>
              </a:extLst>
            </p:cNvPr>
            <p:cNvSpPr/>
            <p:nvPr userDrawn="1"/>
          </p:nvSpPr>
          <p:spPr bwMode="gray">
            <a:xfrm>
              <a:off x="6637867" y="-2055"/>
              <a:ext cx="2506132" cy="714532"/>
            </a:xfrm>
            <a:prstGeom prst="rect">
              <a:avLst/>
            </a:prstGeom>
            <a:gradFill flip="none" rotWithShape="1">
              <a:gsLst>
                <a:gs pos="0">
                  <a:schemeClr val="accent4">
                    <a:alpha val="20000"/>
                  </a:schemeClr>
                </a:gs>
                <a:gs pos="100000">
                  <a:schemeClr val="accent4">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err="1">
                <a:solidFill>
                  <a:schemeClr val="tx1"/>
                </a:solidFill>
              </a:endParaRPr>
            </a:p>
          </p:txBody>
        </p:sp>
      </p:grpSp>
      <p:sp>
        <p:nvSpPr>
          <p:cNvPr id="2" name="Title Placeholder 1"/>
          <p:cNvSpPr>
            <a:spLocks noGrp="1"/>
          </p:cNvSpPr>
          <p:nvPr>
            <p:ph type="title"/>
          </p:nvPr>
        </p:nvSpPr>
        <p:spPr>
          <a:xfrm>
            <a:off x="230825" y="166200"/>
            <a:ext cx="7740000" cy="387798"/>
          </a:xfrm>
          <a:prstGeom prst="rect">
            <a:avLst/>
          </a:prstGeom>
        </p:spPr>
        <p:txBody>
          <a:bodyPr vert="horz" lIns="0" tIns="0" rIns="0" bIns="0" rtlCol="0" anchor="ctr">
            <a:spAutoFit/>
          </a:bodyPr>
          <a:lstStyle/>
          <a:p>
            <a:r>
              <a:rPr lang="en-US" altLang="ja-JP" dirty="0"/>
              <a:t>Master title</a:t>
            </a:r>
            <a:endParaRPr lang="en-US" dirty="0"/>
          </a:p>
        </p:txBody>
      </p:sp>
      <p:grpSp>
        <p:nvGrpSpPr>
          <p:cNvPr id="28" name="Group 27" descr="Fujitsu">
            <a:extLst>
              <a:ext uri="{FF2B5EF4-FFF2-40B4-BE49-F238E27FC236}">
                <a16:creationId xmlns:a16="http://schemas.microsoft.com/office/drawing/2014/main" id="{E731D7CE-6321-4316-88D9-DA362D2E6CE1}"/>
              </a:ext>
            </a:extLst>
          </p:cNvPr>
          <p:cNvGrpSpPr/>
          <p:nvPr userDrawn="1"/>
        </p:nvGrpSpPr>
        <p:grpSpPr>
          <a:xfrm>
            <a:off x="8169274" y="180891"/>
            <a:ext cx="741363" cy="361336"/>
            <a:chOff x="8012114" y="249161"/>
            <a:chExt cx="892174" cy="434841"/>
          </a:xfrm>
        </p:grpSpPr>
        <p:sp>
          <p:nvSpPr>
            <p:cNvPr id="29" name="Freeform 34">
              <a:extLst>
                <a:ext uri="{FF2B5EF4-FFF2-40B4-BE49-F238E27FC236}">
                  <a16:creationId xmlns:a16="http://schemas.microsoft.com/office/drawing/2014/main" id="{31D6D802-1B88-4F13-A715-C2629E13FD1A}"/>
                </a:ext>
              </a:extLst>
            </p:cNvPr>
            <p:cNvSpPr>
              <a:spLocks/>
            </p:cNvSpPr>
            <p:nvPr userDrawn="1"/>
          </p:nvSpPr>
          <p:spPr bwMode="gray">
            <a:xfrm>
              <a:off x="8307389" y="249161"/>
              <a:ext cx="179387" cy="139657"/>
            </a:xfrm>
            <a:custGeom>
              <a:avLst/>
              <a:gdLst>
                <a:gd name="T0" fmla="*/ 961 w 2365"/>
                <a:gd name="T1" fmla="*/ 764 h 1825"/>
                <a:gd name="T2" fmla="*/ 599 w 2365"/>
                <a:gd name="T3" fmla="*/ 642 h 1825"/>
                <a:gd name="T4" fmla="*/ 1 w 2365"/>
                <a:gd name="T5" fmla="*/ 1235 h 1825"/>
                <a:gd name="T6" fmla="*/ 599 w 2365"/>
                <a:gd name="T7" fmla="*/ 1825 h 1825"/>
                <a:gd name="T8" fmla="*/ 1053 w 2365"/>
                <a:gd name="T9" fmla="*/ 1619 h 1825"/>
                <a:gd name="T10" fmla="*/ 1053 w 2365"/>
                <a:gd name="T11" fmla="*/ 1293 h 1825"/>
                <a:gd name="T12" fmla="*/ 771 w 2365"/>
                <a:gd name="T13" fmla="*/ 1568 h 1825"/>
                <a:gd name="T14" fmla="*/ 599 w 2365"/>
                <a:gd name="T15" fmla="*/ 1604 h 1825"/>
                <a:gd name="T16" fmla="*/ 225 w 2365"/>
                <a:gd name="T17" fmla="*/ 1235 h 1825"/>
                <a:gd name="T18" fmla="*/ 599 w 2365"/>
                <a:gd name="T19" fmla="*/ 863 h 1825"/>
                <a:gd name="T20" fmla="*/ 861 w 2365"/>
                <a:gd name="T21" fmla="*/ 972 h 1825"/>
                <a:gd name="T22" fmla="*/ 1093 w 2365"/>
                <a:gd name="T23" fmla="*/ 1239 h 1825"/>
                <a:gd name="T24" fmla="*/ 1630 w 2365"/>
                <a:gd name="T25" fmla="*/ 1473 h 1825"/>
                <a:gd name="T26" fmla="*/ 2365 w 2365"/>
                <a:gd name="T27" fmla="*/ 741 h 1825"/>
                <a:gd name="T28" fmla="*/ 1630 w 2365"/>
                <a:gd name="T29" fmla="*/ 0 h 1825"/>
                <a:gd name="T30" fmla="*/ 1053 w 2365"/>
                <a:gd name="T31" fmla="*/ 295 h 1825"/>
                <a:gd name="T32" fmla="*/ 1053 w 2365"/>
                <a:gd name="T33" fmla="*/ 735 h 1825"/>
                <a:gd name="T34" fmla="*/ 1630 w 2365"/>
                <a:gd name="T35" fmla="*/ 232 h 1825"/>
                <a:gd name="T36" fmla="*/ 2134 w 2365"/>
                <a:gd name="T37" fmla="*/ 741 h 1825"/>
                <a:gd name="T38" fmla="*/ 1630 w 2365"/>
                <a:gd name="T39" fmla="*/ 1245 h 1825"/>
                <a:gd name="T40" fmla="*/ 1303 w 2365"/>
                <a:gd name="T41" fmla="*/ 1125 h 1825"/>
                <a:gd name="T42" fmla="*/ 961 w 2365"/>
                <a:gd name="T43" fmla="*/ 764 h 1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65" h="1825">
                  <a:moveTo>
                    <a:pt x="961" y="764"/>
                  </a:moveTo>
                  <a:cubicBezTo>
                    <a:pt x="875" y="688"/>
                    <a:pt x="736" y="643"/>
                    <a:pt x="599" y="642"/>
                  </a:cubicBezTo>
                  <a:cubicBezTo>
                    <a:pt x="270" y="641"/>
                    <a:pt x="2" y="900"/>
                    <a:pt x="1" y="1235"/>
                  </a:cubicBezTo>
                  <a:cubicBezTo>
                    <a:pt x="0" y="1563"/>
                    <a:pt x="270" y="1824"/>
                    <a:pt x="599" y="1825"/>
                  </a:cubicBezTo>
                  <a:cubicBezTo>
                    <a:pt x="783" y="1825"/>
                    <a:pt x="943" y="1751"/>
                    <a:pt x="1053" y="1619"/>
                  </a:cubicBezTo>
                  <a:cubicBezTo>
                    <a:pt x="1053" y="1293"/>
                    <a:pt x="1053" y="1293"/>
                    <a:pt x="1053" y="1293"/>
                  </a:cubicBezTo>
                  <a:cubicBezTo>
                    <a:pt x="994" y="1394"/>
                    <a:pt x="877" y="1524"/>
                    <a:pt x="771" y="1568"/>
                  </a:cubicBezTo>
                  <a:cubicBezTo>
                    <a:pt x="717" y="1590"/>
                    <a:pt x="662" y="1604"/>
                    <a:pt x="599" y="1604"/>
                  </a:cubicBezTo>
                  <a:cubicBezTo>
                    <a:pt x="394" y="1604"/>
                    <a:pt x="225" y="1445"/>
                    <a:pt x="225" y="1235"/>
                  </a:cubicBezTo>
                  <a:cubicBezTo>
                    <a:pt x="225" y="1041"/>
                    <a:pt x="380" y="862"/>
                    <a:pt x="599" y="863"/>
                  </a:cubicBezTo>
                  <a:cubicBezTo>
                    <a:pt x="701" y="863"/>
                    <a:pt x="793" y="905"/>
                    <a:pt x="861" y="972"/>
                  </a:cubicBezTo>
                  <a:cubicBezTo>
                    <a:pt x="931" y="1040"/>
                    <a:pt x="1041" y="1183"/>
                    <a:pt x="1093" y="1239"/>
                  </a:cubicBezTo>
                  <a:cubicBezTo>
                    <a:pt x="1227" y="1383"/>
                    <a:pt x="1419" y="1473"/>
                    <a:pt x="1630" y="1473"/>
                  </a:cubicBezTo>
                  <a:cubicBezTo>
                    <a:pt x="2036" y="1474"/>
                    <a:pt x="2365" y="1146"/>
                    <a:pt x="2365" y="741"/>
                  </a:cubicBezTo>
                  <a:cubicBezTo>
                    <a:pt x="2365" y="336"/>
                    <a:pt x="2035" y="0"/>
                    <a:pt x="1630" y="0"/>
                  </a:cubicBezTo>
                  <a:cubicBezTo>
                    <a:pt x="1395" y="0"/>
                    <a:pt x="1187" y="122"/>
                    <a:pt x="1053" y="295"/>
                  </a:cubicBezTo>
                  <a:cubicBezTo>
                    <a:pt x="1053" y="735"/>
                    <a:pt x="1053" y="735"/>
                    <a:pt x="1053" y="735"/>
                  </a:cubicBezTo>
                  <a:cubicBezTo>
                    <a:pt x="1155" y="455"/>
                    <a:pt x="1340" y="232"/>
                    <a:pt x="1630" y="232"/>
                  </a:cubicBezTo>
                  <a:cubicBezTo>
                    <a:pt x="1909" y="232"/>
                    <a:pt x="2135" y="463"/>
                    <a:pt x="2134" y="741"/>
                  </a:cubicBezTo>
                  <a:cubicBezTo>
                    <a:pt x="2134" y="1020"/>
                    <a:pt x="1909" y="1246"/>
                    <a:pt x="1630" y="1245"/>
                  </a:cubicBezTo>
                  <a:cubicBezTo>
                    <a:pt x="1506" y="1244"/>
                    <a:pt x="1391" y="1199"/>
                    <a:pt x="1303" y="1125"/>
                  </a:cubicBezTo>
                  <a:cubicBezTo>
                    <a:pt x="1194" y="1040"/>
                    <a:pt x="1074" y="860"/>
                    <a:pt x="961" y="76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0" name="Freeform 35">
              <a:extLst>
                <a:ext uri="{FF2B5EF4-FFF2-40B4-BE49-F238E27FC236}">
                  <a16:creationId xmlns:a16="http://schemas.microsoft.com/office/drawing/2014/main" id="{19482789-23D8-4206-B790-DCC088D72F96}"/>
                </a:ext>
              </a:extLst>
            </p:cNvPr>
            <p:cNvSpPr>
              <a:spLocks/>
            </p:cNvSpPr>
            <p:nvPr userDrawn="1"/>
          </p:nvSpPr>
          <p:spPr bwMode="gray">
            <a:xfrm>
              <a:off x="8012114" y="401514"/>
              <a:ext cx="123825" cy="201551"/>
            </a:xfrm>
            <a:custGeom>
              <a:avLst/>
              <a:gdLst>
                <a:gd name="T0" fmla="*/ 0 w 1624"/>
                <a:gd name="T1" fmla="*/ 0 h 2651"/>
                <a:gd name="T2" fmla="*/ 1624 w 1624"/>
                <a:gd name="T3" fmla="*/ 0 h 2651"/>
                <a:gd name="T4" fmla="*/ 1624 w 1624"/>
                <a:gd name="T5" fmla="*/ 452 h 2651"/>
                <a:gd name="T6" fmla="*/ 1365 w 1624"/>
                <a:gd name="T7" fmla="*/ 273 h 2651"/>
                <a:gd name="T8" fmla="*/ 613 w 1624"/>
                <a:gd name="T9" fmla="*/ 273 h 2651"/>
                <a:gd name="T10" fmla="*/ 613 w 1624"/>
                <a:gd name="T11" fmla="*/ 1053 h 2651"/>
                <a:gd name="T12" fmla="*/ 1428 w 1624"/>
                <a:gd name="T13" fmla="*/ 1053 h 2651"/>
                <a:gd name="T14" fmla="*/ 1428 w 1624"/>
                <a:gd name="T15" fmla="*/ 1467 h 2651"/>
                <a:gd name="T16" fmla="*/ 1205 w 1624"/>
                <a:gd name="T17" fmla="*/ 1335 h 2651"/>
                <a:gd name="T18" fmla="*/ 613 w 1624"/>
                <a:gd name="T19" fmla="*/ 1335 h 2651"/>
                <a:gd name="T20" fmla="*/ 613 w 1624"/>
                <a:gd name="T21" fmla="*/ 2401 h 2651"/>
                <a:gd name="T22" fmla="*/ 784 w 1624"/>
                <a:gd name="T23" fmla="*/ 2651 h 2651"/>
                <a:gd name="T24" fmla="*/ 11 w 1624"/>
                <a:gd name="T25" fmla="*/ 2651 h 2651"/>
                <a:gd name="T26" fmla="*/ 173 w 1624"/>
                <a:gd name="T27" fmla="*/ 2401 h 2651"/>
                <a:gd name="T28" fmla="*/ 173 w 1624"/>
                <a:gd name="T29" fmla="*/ 278 h 2651"/>
                <a:gd name="T30" fmla="*/ 0 w 1624"/>
                <a:gd name="T31"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24" h="2651">
                  <a:moveTo>
                    <a:pt x="0" y="0"/>
                  </a:moveTo>
                  <a:cubicBezTo>
                    <a:pt x="1624" y="0"/>
                    <a:pt x="1624" y="0"/>
                    <a:pt x="1624" y="0"/>
                  </a:cubicBezTo>
                  <a:cubicBezTo>
                    <a:pt x="1624" y="452"/>
                    <a:pt x="1624" y="452"/>
                    <a:pt x="1624" y="452"/>
                  </a:cubicBezTo>
                  <a:cubicBezTo>
                    <a:pt x="1624" y="452"/>
                    <a:pt x="1540" y="274"/>
                    <a:pt x="1365" y="273"/>
                  </a:cubicBezTo>
                  <a:cubicBezTo>
                    <a:pt x="613" y="273"/>
                    <a:pt x="613" y="273"/>
                    <a:pt x="613" y="273"/>
                  </a:cubicBezTo>
                  <a:cubicBezTo>
                    <a:pt x="613" y="1053"/>
                    <a:pt x="613" y="1053"/>
                    <a:pt x="613" y="1053"/>
                  </a:cubicBezTo>
                  <a:cubicBezTo>
                    <a:pt x="1428" y="1053"/>
                    <a:pt x="1428" y="1053"/>
                    <a:pt x="1428" y="1053"/>
                  </a:cubicBezTo>
                  <a:cubicBezTo>
                    <a:pt x="1428" y="1467"/>
                    <a:pt x="1428" y="1467"/>
                    <a:pt x="1428" y="1467"/>
                  </a:cubicBezTo>
                  <a:cubicBezTo>
                    <a:pt x="1428" y="1467"/>
                    <a:pt x="1402" y="1335"/>
                    <a:pt x="1205" y="1335"/>
                  </a:cubicBezTo>
                  <a:cubicBezTo>
                    <a:pt x="613" y="1335"/>
                    <a:pt x="613" y="1335"/>
                    <a:pt x="613" y="1335"/>
                  </a:cubicBezTo>
                  <a:cubicBezTo>
                    <a:pt x="613" y="2401"/>
                    <a:pt x="613" y="2401"/>
                    <a:pt x="613" y="2401"/>
                  </a:cubicBezTo>
                  <a:cubicBezTo>
                    <a:pt x="613" y="2558"/>
                    <a:pt x="784" y="2651"/>
                    <a:pt x="784" y="2651"/>
                  </a:cubicBezTo>
                  <a:cubicBezTo>
                    <a:pt x="11" y="2651"/>
                    <a:pt x="11" y="2651"/>
                    <a:pt x="11" y="2651"/>
                  </a:cubicBezTo>
                  <a:cubicBezTo>
                    <a:pt x="11" y="2651"/>
                    <a:pt x="173" y="2569"/>
                    <a:pt x="173" y="2401"/>
                  </a:cubicBezTo>
                  <a:cubicBezTo>
                    <a:pt x="173" y="278"/>
                    <a:pt x="173" y="278"/>
                    <a:pt x="173" y="278"/>
                  </a:cubicBezTo>
                  <a:cubicBezTo>
                    <a:pt x="173" y="9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1" name="Freeform 36">
              <a:extLst>
                <a:ext uri="{FF2B5EF4-FFF2-40B4-BE49-F238E27FC236}">
                  <a16:creationId xmlns:a16="http://schemas.microsoft.com/office/drawing/2014/main" id="{480FC312-367A-4511-9E90-2BC3838314CE}"/>
                </a:ext>
              </a:extLst>
            </p:cNvPr>
            <p:cNvSpPr>
              <a:spLocks/>
            </p:cNvSpPr>
            <p:nvPr userDrawn="1"/>
          </p:nvSpPr>
          <p:spPr bwMode="gray">
            <a:xfrm>
              <a:off x="8305801" y="401514"/>
              <a:ext cx="80962" cy="282488"/>
            </a:xfrm>
            <a:custGeom>
              <a:avLst/>
              <a:gdLst>
                <a:gd name="T0" fmla="*/ 246 w 1072"/>
                <a:gd name="T1" fmla="*/ 0 h 3696"/>
                <a:gd name="T2" fmla="*/ 1072 w 1072"/>
                <a:gd name="T3" fmla="*/ 0 h 3696"/>
                <a:gd name="T4" fmla="*/ 887 w 1072"/>
                <a:gd name="T5" fmla="*/ 230 h 3696"/>
                <a:gd name="T6" fmla="*/ 887 w 1072"/>
                <a:gd name="T7" fmla="*/ 2717 h 3696"/>
                <a:gd name="T8" fmla="*/ 0 w 1072"/>
                <a:gd name="T9" fmla="*/ 3693 h 3696"/>
                <a:gd name="T10" fmla="*/ 423 w 1072"/>
                <a:gd name="T11" fmla="*/ 2717 h 3696"/>
                <a:gd name="T12" fmla="*/ 423 w 1072"/>
                <a:gd name="T13" fmla="*/ 230 h 3696"/>
                <a:gd name="T14" fmla="*/ 246 w 1072"/>
                <a:gd name="T15" fmla="*/ 0 h 36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2" h="3696">
                  <a:moveTo>
                    <a:pt x="246" y="0"/>
                  </a:moveTo>
                  <a:cubicBezTo>
                    <a:pt x="1072" y="0"/>
                    <a:pt x="1072" y="0"/>
                    <a:pt x="1072" y="0"/>
                  </a:cubicBezTo>
                  <a:cubicBezTo>
                    <a:pt x="1072" y="0"/>
                    <a:pt x="887" y="87"/>
                    <a:pt x="887" y="230"/>
                  </a:cubicBezTo>
                  <a:cubicBezTo>
                    <a:pt x="887" y="2717"/>
                    <a:pt x="887" y="2717"/>
                    <a:pt x="887" y="2717"/>
                  </a:cubicBezTo>
                  <a:cubicBezTo>
                    <a:pt x="887" y="3558"/>
                    <a:pt x="44" y="3696"/>
                    <a:pt x="0" y="3693"/>
                  </a:cubicBezTo>
                  <a:cubicBezTo>
                    <a:pt x="72" y="3647"/>
                    <a:pt x="422" y="3349"/>
                    <a:pt x="423" y="2717"/>
                  </a:cubicBezTo>
                  <a:cubicBezTo>
                    <a:pt x="423" y="230"/>
                    <a:pt x="423" y="230"/>
                    <a:pt x="423" y="230"/>
                  </a:cubicBezTo>
                  <a:cubicBezTo>
                    <a:pt x="424" y="96"/>
                    <a:pt x="246" y="0"/>
                    <a:pt x="24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2" name="Freeform 37">
              <a:extLst>
                <a:ext uri="{FF2B5EF4-FFF2-40B4-BE49-F238E27FC236}">
                  <a16:creationId xmlns:a16="http://schemas.microsoft.com/office/drawing/2014/main" id="{B9000C99-83C3-43B9-86D8-69F00D2D2BE0}"/>
                </a:ext>
              </a:extLst>
            </p:cNvPr>
            <p:cNvSpPr>
              <a:spLocks/>
            </p:cNvSpPr>
            <p:nvPr userDrawn="1"/>
          </p:nvSpPr>
          <p:spPr bwMode="gray">
            <a:xfrm>
              <a:off x="8396289" y="401514"/>
              <a:ext cx="63500" cy="201551"/>
            </a:xfrm>
            <a:custGeom>
              <a:avLst/>
              <a:gdLst>
                <a:gd name="T0" fmla="*/ 0 w 828"/>
                <a:gd name="T1" fmla="*/ 0 h 2653"/>
                <a:gd name="T2" fmla="*/ 828 w 828"/>
                <a:gd name="T3" fmla="*/ 0 h 2653"/>
                <a:gd name="T4" fmla="*/ 645 w 828"/>
                <a:gd name="T5" fmla="*/ 235 h 2653"/>
                <a:gd name="T6" fmla="*/ 645 w 828"/>
                <a:gd name="T7" fmla="*/ 2401 h 2653"/>
                <a:gd name="T8" fmla="*/ 828 w 828"/>
                <a:gd name="T9" fmla="*/ 2653 h 2653"/>
                <a:gd name="T10" fmla="*/ 0 w 828"/>
                <a:gd name="T11" fmla="*/ 2653 h 2653"/>
                <a:gd name="T12" fmla="*/ 184 w 828"/>
                <a:gd name="T13" fmla="*/ 2401 h 2653"/>
                <a:gd name="T14" fmla="*/ 184 w 828"/>
                <a:gd name="T15" fmla="*/ 235 h 2653"/>
                <a:gd name="T16" fmla="*/ 0 w 828"/>
                <a:gd name="T17" fmla="*/ 0 h 2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2653">
                  <a:moveTo>
                    <a:pt x="0" y="0"/>
                  </a:moveTo>
                  <a:cubicBezTo>
                    <a:pt x="828" y="0"/>
                    <a:pt x="828" y="0"/>
                    <a:pt x="828" y="0"/>
                  </a:cubicBezTo>
                  <a:cubicBezTo>
                    <a:pt x="828" y="0"/>
                    <a:pt x="645" y="89"/>
                    <a:pt x="645" y="235"/>
                  </a:cubicBezTo>
                  <a:cubicBezTo>
                    <a:pt x="645" y="2401"/>
                    <a:pt x="645" y="2401"/>
                    <a:pt x="645" y="2401"/>
                  </a:cubicBezTo>
                  <a:cubicBezTo>
                    <a:pt x="645" y="2556"/>
                    <a:pt x="828" y="2653"/>
                    <a:pt x="828" y="2653"/>
                  </a:cubicBezTo>
                  <a:cubicBezTo>
                    <a:pt x="0" y="2653"/>
                    <a:pt x="0" y="2653"/>
                    <a:pt x="0" y="2653"/>
                  </a:cubicBezTo>
                  <a:cubicBezTo>
                    <a:pt x="0" y="2653"/>
                    <a:pt x="184" y="2557"/>
                    <a:pt x="184" y="2401"/>
                  </a:cubicBezTo>
                  <a:cubicBezTo>
                    <a:pt x="184" y="235"/>
                    <a:pt x="184" y="235"/>
                    <a:pt x="184" y="235"/>
                  </a:cubicBezTo>
                  <a:cubicBezTo>
                    <a:pt x="184" y="8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3" name="Freeform 38">
              <a:extLst>
                <a:ext uri="{FF2B5EF4-FFF2-40B4-BE49-F238E27FC236}">
                  <a16:creationId xmlns:a16="http://schemas.microsoft.com/office/drawing/2014/main" id="{FFB5199F-D603-4D99-98BF-79C0ED869130}"/>
                </a:ext>
              </a:extLst>
            </p:cNvPr>
            <p:cNvSpPr>
              <a:spLocks/>
            </p:cNvSpPr>
            <p:nvPr userDrawn="1"/>
          </p:nvSpPr>
          <p:spPr bwMode="gray">
            <a:xfrm>
              <a:off x="8459789" y="401514"/>
              <a:ext cx="150812" cy="201551"/>
            </a:xfrm>
            <a:custGeom>
              <a:avLst/>
              <a:gdLst>
                <a:gd name="T0" fmla="*/ 161 w 1984"/>
                <a:gd name="T1" fmla="*/ 0 h 2651"/>
                <a:gd name="T2" fmla="*/ 1984 w 1984"/>
                <a:gd name="T3" fmla="*/ 0 h 2651"/>
                <a:gd name="T4" fmla="*/ 1829 w 1984"/>
                <a:gd name="T5" fmla="*/ 482 h 2651"/>
                <a:gd name="T6" fmla="*/ 1607 w 1984"/>
                <a:gd name="T7" fmla="*/ 279 h 2651"/>
                <a:gd name="T8" fmla="*/ 1229 w 1984"/>
                <a:gd name="T9" fmla="*/ 279 h 2651"/>
                <a:gd name="T10" fmla="*/ 1229 w 1984"/>
                <a:gd name="T11" fmla="*/ 2401 h 2651"/>
                <a:gd name="T12" fmla="*/ 1407 w 1984"/>
                <a:gd name="T13" fmla="*/ 2651 h 2651"/>
                <a:gd name="T14" fmla="*/ 595 w 1984"/>
                <a:gd name="T15" fmla="*/ 2651 h 2651"/>
                <a:gd name="T16" fmla="*/ 771 w 1984"/>
                <a:gd name="T17" fmla="*/ 2401 h 2651"/>
                <a:gd name="T18" fmla="*/ 771 w 1984"/>
                <a:gd name="T19" fmla="*/ 279 h 2651"/>
                <a:gd name="T20" fmla="*/ 315 w 1984"/>
                <a:gd name="T21" fmla="*/ 279 h 2651"/>
                <a:gd name="T22" fmla="*/ 0 w 1984"/>
                <a:gd name="T23" fmla="*/ 522 h 2651"/>
                <a:gd name="T24" fmla="*/ 161 w 1984"/>
                <a:gd name="T25"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4" h="2651">
                  <a:moveTo>
                    <a:pt x="161" y="0"/>
                  </a:moveTo>
                  <a:cubicBezTo>
                    <a:pt x="1984" y="0"/>
                    <a:pt x="1984" y="0"/>
                    <a:pt x="1984" y="0"/>
                  </a:cubicBezTo>
                  <a:cubicBezTo>
                    <a:pt x="1829" y="482"/>
                    <a:pt x="1829" y="482"/>
                    <a:pt x="1829" y="482"/>
                  </a:cubicBezTo>
                  <a:cubicBezTo>
                    <a:pt x="1829" y="482"/>
                    <a:pt x="1783" y="279"/>
                    <a:pt x="1607" y="279"/>
                  </a:cubicBezTo>
                  <a:cubicBezTo>
                    <a:pt x="1229" y="279"/>
                    <a:pt x="1229" y="279"/>
                    <a:pt x="1229" y="279"/>
                  </a:cubicBezTo>
                  <a:cubicBezTo>
                    <a:pt x="1229" y="2401"/>
                    <a:pt x="1229" y="2401"/>
                    <a:pt x="1229" y="2401"/>
                  </a:cubicBezTo>
                  <a:cubicBezTo>
                    <a:pt x="1229" y="2535"/>
                    <a:pt x="1407" y="2651"/>
                    <a:pt x="1407" y="2651"/>
                  </a:cubicBezTo>
                  <a:cubicBezTo>
                    <a:pt x="595" y="2651"/>
                    <a:pt x="595" y="2651"/>
                    <a:pt x="595" y="2651"/>
                  </a:cubicBezTo>
                  <a:cubicBezTo>
                    <a:pt x="595" y="2651"/>
                    <a:pt x="771" y="2547"/>
                    <a:pt x="771" y="2401"/>
                  </a:cubicBezTo>
                  <a:cubicBezTo>
                    <a:pt x="771" y="279"/>
                    <a:pt x="771" y="279"/>
                    <a:pt x="771" y="279"/>
                  </a:cubicBezTo>
                  <a:cubicBezTo>
                    <a:pt x="315" y="279"/>
                    <a:pt x="315" y="279"/>
                    <a:pt x="315" y="279"/>
                  </a:cubicBezTo>
                  <a:cubicBezTo>
                    <a:pt x="185" y="280"/>
                    <a:pt x="0" y="522"/>
                    <a:pt x="0" y="522"/>
                  </a:cubicBezTo>
                  <a:lnTo>
                    <a:pt x="16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4" name="Freeform 39">
              <a:extLst>
                <a:ext uri="{FF2B5EF4-FFF2-40B4-BE49-F238E27FC236}">
                  <a16:creationId xmlns:a16="http://schemas.microsoft.com/office/drawing/2014/main" id="{7BF85E3E-59DE-4A1C-A9F5-48FC47043543}"/>
                </a:ext>
              </a:extLst>
            </p:cNvPr>
            <p:cNvSpPr>
              <a:spLocks/>
            </p:cNvSpPr>
            <p:nvPr userDrawn="1"/>
          </p:nvSpPr>
          <p:spPr bwMode="gray">
            <a:xfrm>
              <a:off x="8734426" y="401514"/>
              <a:ext cx="169862" cy="204725"/>
            </a:xfrm>
            <a:custGeom>
              <a:avLst/>
              <a:gdLst>
                <a:gd name="T0" fmla="*/ 1420 w 2219"/>
                <a:gd name="T1" fmla="*/ 0 h 2693"/>
                <a:gd name="T2" fmla="*/ 2219 w 2219"/>
                <a:gd name="T3" fmla="*/ 0 h 2693"/>
                <a:gd name="T4" fmla="*/ 2048 w 2219"/>
                <a:gd name="T5" fmla="*/ 234 h 2693"/>
                <a:gd name="T6" fmla="*/ 2048 w 2219"/>
                <a:gd name="T7" fmla="*/ 1840 h 2693"/>
                <a:gd name="T8" fmla="*/ 1131 w 2219"/>
                <a:gd name="T9" fmla="*/ 2693 h 2693"/>
                <a:gd name="T10" fmla="*/ 176 w 2219"/>
                <a:gd name="T11" fmla="*/ 1840 h 2693"/>
                <a:gd name="T12" fmla="*/ 176 w 2219"/>
                <a:gd name="T13" fmla="*/ 234 h 2693"/>
                <a:gd name="T14" fmla="*/ 0 w 2219"/>
                <a:gd name="T15" fmla="*/ 0 h 2693"/>
                <a:gd name="T16" fmla="*/ 821 w 2219"/>
                <a:gd name="T17" fmla="*/ 0 h 2693"/>
                <a:gd name="T18" fmla="*/ 638 w 2219"/>
                <a:gd name="T19" fmla="*/ 234 h 2693"/>
                <a:gd name="T20" fmla="*/ 638 w 2219"/>
                <a:gd name="T21" fmla="*/ 1840 h 2693"/>
                <a:gd name="T22" fmla="*/ 1131 w 2219"/>
                <a:gd name="T23" fmla="*/ 2406 h 2693"/>
                <a:gd name="T24" fmla="*/ 1601 w 2219"/>
                <a:gd name="T25" fmla="*/ 1840 h 2693"/>
                <a:gd name="T26" fmla="*/ 1601 w 2219"/>
                <a:gd name="T27" fmla="*/ 234 h 2693"/>
                <a:gd name="T28" fmla="*/ 1420 w 2219"/>
                <a:gd name="T29" fmla="*/ 0 h 2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19" h="2693">
                  <a:moveTo>
                    <a:pt x="1420" y="0"/>
                  </a:moveTo>
                  <a:cubicBezTo>
                    <a:pt x="2219" y="0"/>
                    <a:pt x="2219" y="0"/>
                    <a:pt x="2219" y="0"/>
                  </a:cubicBezTo>
                  <a:cubicBezTo>
                    <a:pt x="2219" y="0"/>
                    <a:pt x="2048" y="91"/>
                    <a:pt x="2048" y="234"/>
                  </a:cubicBezTo>
                  <a:cubicBezTo>
                    <a:pt x="2048" y="1840"/>
                    <a:pt x="2048" y="1840"/>
                    <a:pt x="2048" y="1840"/>
                  </a:cubicBezTo>
                  <a:cubicBezTo>
                    <a:pt x="2047" y="2492"/>
                    <a:pt x="1506" y="2693"/>
                    <a:pt x="1131" y="2693"/>
                  </a:cubicBezTo>
                  <a:cubicBezTo>
                    <a:pt x="759" y="2693"/>
                    <a:pt x="175" y="2490"/>
                    <a:pt x="176" y="1840"/>
                  </a:cubicBezTo>
                  <a:cubicBezTo>
                    <a:pt x="176" y="234"/>
                    <a:pt x="176" y="234"/>
                    <a:pt x="176" y="234"/>
                  </a:cubicBezTo>
                  <a:cubicBezTo>
                    <a:pt x="176" y="91"/>
                    <a:pt x="0" y="0"/>
                    <a:pt x="0" y="0"/>
                  </a:cubicBezTo>
                  <a:cubicBezTo>
                    <a:pt x="821" y="0"/>
                    <a:pt x="821" y="0"/>
                    <a:pt x="821" y="0"/>
                  </a:cubicBezTo>
                  <a:cubicBezTo>
                    <a:pt x="821" y="0"/>
                    <a:pt x="638" y="88"/>
                    <a:pt x="638" y="234"/>
                  </a:cubicBezTo>
                  <a:cubicBezTo>
                    <a:pt x="638" y="1840"/>
                    <a:pt x="638" y="1840"/>
                    <a:pt x="638" y="1840"/>
                  </a:cubicBezTo>
                  <a:cubicBezTo>
                    <a:pt x="638" y="2182"/>
                    <a:pt x="865" y="2406"/>
                    <a:pt x="1131" y="2406"/>
                  </a:cubicBezTo>
                  <a:cubicBezTo>
                    <a:pt x="1397" y="2406"/>
                    <a:pt x="1600" y="2173"/>
                    <a:pt x="1601" y="1840"/>
                  </a:cubicBezTo>
                  <a:cubicBezTo>
                    <a:pt x="1601" y="234"/>
                    <a:pt x="1601" y="234"/>
                    <a:pt x="1601" y="234"/>
                  </a:cubicBezTo>
                  <a:cubicBezTo>
                    <a:pt x="1601" y="91"/>
                    <a:pt x="1420" y="0"/>
                    <a:pt x="1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5" name="Freeform 40">
              <a:extLst>
                <a:ext uri="{FF2B5EF4-FFF2-40B4-BE49-F238E27FC236}">
                  <a16:creationId xmlns:a16="http://schemas.microsoft.com/office/drawing/2014/main" id="{E108AA92-74C6-4E89-A2EF-14C7B0C4D7F3}"/>
                </a:ext>
              </a:extLst>
            </p:cNvPr>
            <p:cNvSpPr>
              <a:spLocks/>
            </p:cNvSpPr>
            <p:nvPr userDrawn="1"/>
          </p:nvSpPr>
          <p:spPr bwMode="gray">
            <a:xfrm>
              <a:off x="8142289" y="401514"/>
              <a:ext cx="169862" cy="206312"/>
            </a:xfrm>
            <a:custGeom>
              <a:avLst/>
              <a:gdLst>
                <a:gd name="T0" fmla="*/ 1427 w 2240"/>
                <a:gd name="T1" fmla="*/ 0 h 2700"/>
                <a:gd name="T2" fmla="*/ 2240 w 2240"/>
                <a:gd name="T3" fmla="*/ 0 h 2700"/>
                <a:gd name="T4" fmla="*/ 2068 w 2240"/>
                <a:gd name="T5" fmla="*/ 237 h 2700"/>
                <a:gd name="T6" fmla="*/ 2067 w 2240"/>
                <a:gd name="T7" fmla="*/ 1838 h 2700"/>
                <a:gd name="T8" fmla="*/ 1122 w 2240"/>
                <a:gd name="T9" fmla="*/ 2700 h 2700"/>
                <a:gd name="T10" fmla="*/ 166 w 2240"/>
                <a:gd name="T11" fmla="*/ 1838 h 2700"/>
                <a:gd name="T12" fmla="*/ 166 w 2240"/>
                <a:gd name="T13" fmla="*/ 237 h 2700"/>
                <a:gd name="T14" fmla="*/ 0 w 2240"/>
                <a:gd name="T15" fmla="*/ 0 h 2700"/>
                <a:gd name="T16" fmla="*/ 821 w 2240"/>
                <a:gd name="T17" fmla="*/ 0 h 2700"/>
                <a:gd name="T18" fmla="*/ 631 w 2240"/>
                <a:gd name="T19" fmla="*/ 237 h 2700"/>
                <a:gd name="T20" fmla="*/ 630 w 2240"/>
                <a:gd name="T21" fmla="*/ 1838 h 2700"/>
                <a:gd name="T22" fmla="*/ 1122 w 2240"/>
                <a:gd name="T23" fmla="*/ 2413 h 2700"/>
                <a:gd name="T24" fmla="*/ 1602 w 2240"/>
                <a:gd name="T25" fmla="*/ 1838 h 2700"/>
                <a:gd name="T26" fmla="*/ 1603 w 2240"/>
                <a:gd name="T27" fmla="*/ 237 h 2700"/>
                <a:gd name="T28" fmla="*/ 1427 w 2240"/>
                <a:gd name="T29" fmla="*/ 0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0" h="2700">
                  <a:moveTo>
                    <a:pt x="1427" y="0"/>
                  </a:moveTo>
                  <a:cubicBezTo>
                    <a:pt x="2240" y="0"/>
                    <a:pt x="2240" y="0"/>
                    <a:pt x="2240" y="0"/>
                  </a:cubicBezTo>
                  <a:cubicBezTo>
                    <a:pt x="2240" y="0"/>
                    <a:pt x="2068" y="95"/>
                    <a:pt x="2068" y="237"/>
                  </a:cubicBezTo>
                  <a:cubicBezTo>
                    <a:pt x="2068" y="238"/>
                    <a:pt x="2067" y="1838"/>
                    <a:pt x="2067" y="1838"/>
                  </a:cubicBezTo>
                  <a:cubicBezTo>
                    <a:pt x="2067" y="2494"/>
                    <a:pt x="1501" y="2700"/>
                    <a:pt x="1122" y="2700"/>
                  </a:cubicBezTo>
                  <a:cubicBezTo>
                    <a:pt x="750" y="2700"/>
                    <a:pt x="166" y="2491"/>
                    <a:pt x="166" y="1838"/>
                  </a:cubicBezTo>
                  <a:cubicBezTo>
                    <a:pt x="166" y="237"/>
                    <a:pt x="166" y="237"/>
                    <a:pt x="166" y="237"/>
                  </a:cubicBezTo>
                  <a:cubicBezTo>
                    <a:pt x="166" y="94"/>
                    <a:pt x="0" y="0"/>
                    <a:pt x="0" y="0"/>
                  </a:cubicBezTo>
                  <a:cubicBezTo>
                    <a:pt x="821" y="0"/>
                    <a:pt x="821" y="0"/>
                    <a:pt x="821" y="0"/>
                  </a:cubicBezTo>
                  <a:cubicBezTo>
                    <a:pt x="821" y="0"/>
                    <a:pt x="631" y="94"/>
                    <a:pt x="631" y="237"/>
                  </a:cubicBezTo>
                  <a:cubicBezTo>
                    <a:pt x="630" y="1838"/>
                    <a:pt x="630" y="1838"/>
                    <a:pt x="630" y="1838"/>
                  </a:cubicBezTo>
                  <a:cubicBezTo>
                    <a:pt x="630" y="2178"/>
                    <a:pt x="856" y="2412"/>
                    <a:pt x="1122" y="2413"/>
                  </a:cubicBezTo>
                  <a:cubicBezTo>
                    <a:pt x="1388" y="2414"/>
                    <a:pt x="1602" y="2174"/>
                    <a:pt x="1602" y="1838"/>
                  </a:cubicBezTo>
                  <a:cubicBezTo>
                    <a:pt x="1603" y="237"/>
                    <a:pt x="1603" y="237"/>
                    <a:pt x="1603" y="237"/>
                  </a:cubicBezTo>
                  <a:cubicBezTo>
                    <a:pt x="1603" y="94"/>
                    <a:pt x="1427" y="0"/>
                    <a:pt x="142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6" name="Freeform 41">
              <a:extLst>
                <a:ext uri="{FF2B5EF4-FFF2-40B4-BE49-F238E27FC236}">
                  <a16:creationId xmlns:a16="http://schemas.microsoft.com/office/drawing/2014/main" id="{4A7819A2-BBC8-42A0-B3F4-F6090BDCA2A4}"/>
                </a:ext>
              </a:extLst>
            </p:cNvPr>
            <p:cNvSpPr>
              <a:spLocks/>
            </p:cNvSpPr>
            <p:nvPr userDrawn="1"/>
          </p:nvSpPr>
          <p:spPr bwMode="gray">
            <a:xfrm>
              <a:off x="8604251" y="396753"/>
              <a:ext cx="130175" cy="211073"/>
            </a:xfrm>
            <a:custGeom>
              <a:avLst/>
              <a:gdLst>
                <a:gd name="T0" fmla="*/ 1467 w 1707"/>
                <a:gd name="T1" fmla="*/ 479 h 2755"/>
                <a:gd name="T2" fmla="*/ 1019 w 1707"/>
                <a:gd name="T3" fmla="*/ 276 h 2755"/>
                <a:gd name="T4" fmla="*/ 504 w 1707"/>
                <a:gd name="T5" fmla="*/ 677 h 2755"/>
                <a:gd name="T6" fmla="*/ 995 w 1707"/>
                <a:gd name="T7" fmla="*/ 1174 h 2755"/>
                <a:gd name="T8" fmla="*/ 1705 w 1707"/>
                <a:gd name="T9" fmla="*/ 1974 h 2755"/>
                <a:gd name="T10" fmla="*/ 651 w 1707"/>
                <a:gd name="T11" fmla="*/ 2755 h 2755"/>
                <a:gd name="T12" fmla="*/ 155 w 1707"/>
                <a:gd name="T13" fmla="*/ 2686 h 2755"/>
                <a:gd name="T14" fmla="*/ 0 w 1707"/>
                <a:gd name="T15" fmla="*/ 2177 h 2755"/>
                <a:gd name="T16" fmla="*/ 658 w 1707"/>
                <a:gd name="T17" fmla="*/ 2466 h 2755"/>
                <a:gd name="T18" fmla="*/ 1252 w 1707"/>
                <a:gd name="T19" fmla="*/ 2030 h 2755"/>
                <a:gd name="T20" fmla="*/ 46 w 1707"/>
                <a:gd name="T21" fmla="*/ 731 h 2755"/>
                <a:gd name="T22" fmla="*/ 973 w 1707"/>
                <a:gd name="T23" fmla="*/ 0 h 2755"/>
                <a:gd name="T24" fmla="*/ 1467 w 1707"/>
                <a:gd name="T25" fmla="*/ 69 h 2755"/>
                <a:gd name="T26" fmla="*/ 1467 w 1707"/>
                <a:gd name="T27" fmla="*/ 479 h 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7" h="2755">
                  <a:moveTo>
                    <a:pt x="1467" y="479"/>
                  </a:moveTo>
                  <a:cubicBezTo>
                    <a:pt x="1467" y="479"/>
                    <a:pt x="1352" y="277"/>
                    <a:pt x="1019" y="276"/>
                  </a:cubicBezTo>
                  <a:cubicBezTo>
                    <a:pt x="686" y="275"/>
                    <a:pt x="505" y="450"/>
                    <a:pt x="504" y="677"/>
                  </a:cubicBezTo>
                  <a:cubicBezTo>
                    <a:pt x="503" y="934"/>
                    <a:pt x="696" y="1031"/>
                    <a:pt x="995" y="1174"/>
                  </a:cubicBezTo>
                  <a:cubicBezTo>
                    <a:pt x="1279" y="1311"/>
                    <a:pt x="1707" y="1499"/>
                    <a:pt x="1705" y="1974"/>
                  </a:cubicBezTo>
                  <a:cubicBezTo>
                    <a:pt x="1704" y="2399"/>
                    <a:pt x="1327" y="2755"/>
                    <a:pt x="651" y="2755"/>
                  </a:cubicBezTo>
                  <a:cubicBezTo>
                    <a:pt x="442" y="2754"/>
                    <a:pt x="155" y="2686"/>
                    <a:pt x="155" y="2686"/>
                  </a:cubicBezTo>
                  <a:cubicBezTo>
                    <a:pt x="0" y="2177"/>
                    <a:pt x="0" y="2177"/>
                    <a:pt x="0" y="2177"/>
                  </a:cubicBezTo>
                  <a:cubicBezTo>
                    <a:pt x="143" y="2316"/>
                    <a:pt x="397" y="2466"/>
                    <a:pt x="658" y="2466"/>
                  </a:cubicBezTo>
                  <a:cubicBezTo>
                    <a:pt x="929" y="2466"/>
                    <a:pt x="1252" y="2298"/>
                    <a:pt x="1252" y="2030"/>
                  </a:cubicBezTo>
                  <a:cubicBezTo>
                    <a:pt x="1252" y="1512"/>
                    <a:pt x="46" y="1598"/>
                    <a:pt x="46" y="731"/>
                  </a:cubicBezTo>
                  <a:cubicBezTo>
                    <a:pt x="46" y="433"/>
                    <a:pt x="254" y="0"/>
                    <a:pt x="973" y="0"/>
                  </a:cubicBezTo>
                  <a:cubicBezTo>
                    <a:pt x="1207" y="0"/>
                    <a:pt x="1467" y="69"/>
                    <a:pt x="1467" y="69"/>
                  </a:cubicBezTo>
                  <a:lnTo>
                    <a:pt x="1467" y="4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grpSp>
      <p:sp>
        <p:nvSpPr>
          <p:cNvPr id="6" name="Slide Number Placeholder 5"/>
          <p:cNvSpPr>
            <a:spLocks noGrp="1"/>
          </p:cNvSpPr>
          <p:nvPr>
            <p:ph type="sldNum" sz="quarter" idx="4"/>
          </p:nvPr>
        </p:nvSpPr>
        <p:spPr>
          <a:xfrm>
            <a:off x="4302000" y="4877481"/>
            <a:ext cx="540000" cy="123111"/>
          </a:xfrm>
          <a:prstGeom prst="rect">
            <a:avLst/>
          </a:prstGeom>
        </p:spPr>
        <p:txBody>
          <a:bodyPr vert="horz" lIns="0" tIns="0" rIns="0" bIns="0" rtlCol="0" anchor="ctr">
            <a:spAutoFit/>
          </a:bodyPr>
          <a:lstStyle>
            <a:lvl1pPr algn="ctr">
              <a:defRPr sz="800">
                <a:solidFill>
                  <a:schemeClr val="tx1"/>
                </a:solidFill>
                <a:latin typeface="+mn-lt"/>
              </a:defRPr>
            </a:lvl1pPr>
          </a:lstStyle>
          <a:p>
            <a:fld id="{4D029D89-7B63-4C94-AD4D-2E4D6BB83637}" type="slidenum">
              <a:rPr kumimoji="1" lang="ja-JP" altLang="en-US" smtClean="0"/>
              <a:pPr/>
              <a:t>‹#›</a:t>
            </a:fld>
            <a:endParaRPr kumimoji="1" lang="ja-JP" altLang="en-US"/>
          </a:p>
        </p:txBody>
      </p:sp>
      <p:sp>
        <p:nvSpPr>
          <p:cNvPr id="16" name="TextBox 17">
            <a:extLst>
              <a:ext uri="{FF2B5EF4-FFF2-40B4-BE49-F238E27FC236}">
                <a16:creationId xmlns:a16="http://schemas.microsoft.com/office/drawing/2014/main" id="{4E3EC126-56B1-4F4A-9386-FAD6F656AFB4}"/>
              </a:ext>
            </a:extLst>
          </p:cNvPr>
          <p:cNvSpPr txBox="1"/>
          <p:nvPr userDrawn="1"/>
        </p:nvSpPr>
        <p:spPr>
          <a:xfrm>
            <a:off x="7984067" y="4891390"/>
            <a:ext cx="935568" cy="107722"/>
          </a:xfrm>
          <a:prstGeom prst="rect">
            <a:avLst/>
          </a:prstGeom>
          <a:noFill/>
        </p:spPr>
        <p:txBody>
          <a:bodyPr wrap="square" lIns="0" tIns="0" rIns="0" bIns="0" rtlCol="0" anchor="b" anchorCtr="0">
            <a:spAutoFit/>
          </a:bodyPr>
          <a:lstStyle/>
          <a:p>
            <a:pPr marL="0" algn="r" defTabSz="457200" rtl="0" eaLnBrk="1" latinLnBrk="0" hangingPunct="1"/>
            <a:r>
              <a:rPr kumimoji="1" lang="en-GB" sz="700" kern="1200" dirty="0">
                <a:solidFill>
                  <a:schemeClr val="tx1"/>
                </a:solidFill>
                <a:latin typeface="+mn-lt"/>
                <a:ea typeface="+mn-ea"/>
                <a:cs typeface="+mn-cs"/>
              </a:rPr>
              <a:t>© FUJITSU 2021</a:t>
            </a:r>
          </a:p>
        </p:txBody>
      </p:sp>
      <p:sp>
        <p:nvSpPr>
          <p:cNvPr id="19" name="Rounded Rectangle 21">
            <a:extLst>
              <a:ext uri="{FF2B5EF4-FFF2-40B4-BE49-F238E27FC236}">
                <a16:creationId xmlns:a16="http://schemas.microsoft.com/office/drawing/2014/main" id="{D0D0F980-AAEC-4568-A999-41C6A4282CCA}"/>
              </a:ext>
            </a:extLst>
          </p:cNvPr>
          <p:cNvSpPr/>
          <p:nvPr userDrawn="1"/>
        </p:nvSpPr>
        <p:spPr bwMode="black">
          <a:xfrm>
            <a:off x="231775" y="4911725"/>
            <a:ext cx="1595438" cy="141161"/>
          </a:xfrm>
          <a:prstGeom prst="roundRect">
            <a:avLst>
              <a:gd name="adj" fmla="val 50000"/>
            </a:avLst>
          </a:prstGeom>
          <a:noFill/>
          <a:ln w="6350"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1218673" rtl="0" eaLnBrk="1" fontAlgn="ctr" latinLnBrk="0" hangingPunct="1">
              <a:lnSpc>
                <a:spcPct val="100000"/>
              </a:lnSpc>
              <a:spcBef>
                <a:spcPct val="0"/>
              </a:spcBef>
              <a:spcAft>
                <a:spcPct val="0"/>
              </a:spcAft>
              <a:buClrTx/>
              <a:buSzTx/>
              <a:buFontTx/>
              <a:buNone/>
              <a:tabLst/>
              <a:defRPr/>
            </a:pPr>
            <a:r>
              <a:rPr kumimoji="1" lang="en-GB" altLang="ja-JP" sz="700" b="0" i="0" u="none" strike="noStrike" kern="1200" cap="none" spc="0" normalizeH="0" baseline="0" noProof="0" dirty="0">
                <a:ln>
                  <a:noFill/>
                </a:ln>
                <a:solidFill>
                  <a:srgbClr val="000000"/>
                </a:solidFill>
                <a:effectLst/>
                <a:uLnTx/>
                <a:uFillTx/>
                <a:latin typeface="Arial"/>
                <a:ea typeface="+mn-ea"/>
                <a:cs typeface="+mn-cs"/>
              </a:rPr>
              <a:t>Fujitsu Restricted - Internal Use Only</a:t>
            </a:r>
            <a:endParaRPr kumimoji="1" lang="en-US" altLang="ja-JP" sz="70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218600280"/>
      </p:ext>
    </p:extLst>
  </p:cSld>
  <p:clrMap bg1="lt1" tx1="dk1" bg2="lt2" tx2="dk2" accent1="accent1" accent2="accent2" accent3="accent3" accent4="accent4" accent5="accent5" accent6="accent6" hlink="hlink" folHlink="folHlink"/>
  <p:sldLayoutIdLst>
    <p:sldLayoutId id="2147483754" r:id="rId1"/>
    <p:sldLayoutId id="2147483755" r:id="rId2"/>
    <p:sldLayoutId id="2147483756" r:id="rId3"/>
    <p:sldLayoutId id="2147483778" r:id="rId4"/>
    <p:sldLayoutId id="2147483757" r:id="rId5"/>
    <p:sldLayoutId id="2147483758" r:id="rId6"/>
    <p:sldLayoutId id="2147483759" r:id="rId7"/>
    <p:sldLayoutId id="2147483760" r:id="rId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685800" rtl="0" eaLnBrk="1" latinLnBrk="0" hangingPunct="1">
        <a:lnSpc>
          <a:spcPct val="90000"/>
        </a:lnSpc>
        <a:spcBef>
          <a:spcPct val="0"/>
        </a:spcBef>
        <a:buNone/>
        <a:defRPr kumimoji="1" sz="2800" b="1" kern="1200">
          <a:solidFill>
            <a:schemeClr val="bg1"/>
          </a:solidFill>
          <a:latin typeface="+mj-lt"/>
          <a:ea typeface="+mj-ea"/>
          <a:cs typeface="+mj-cs"/>
        </a:defRPr>
      </a:lvl1pPr>
    </p:titleStyle>
    <p:bodyStyle>
      <a:lvl1pPr marL="252413" indent="-252413" algn="l" defTabSz="685800" rtl="0" eaLnBrk="1" latinLnBrk="0" hangingPunct="1">
        <a:lnSpc>
          <a:spcPct val="90000"/>
        </a:lnSpc>
        <a:spcBef>
          <a:spcPts val="0"/>
        </a:spcBef>
        <a:spcAft>
          <a:spcPts val="600"/>
        </a:spcAft>
        <a:buClr>
          <a:srgbClr val="EA0000"/>
        </a:buClr>
        <a:buSzPct val="120000"/>
        <a:buFont typeface="Arial" panose="020B0604020202020204" pitchFamily="34" charset="0"/>
        <a:buChar char="●"/>
        <a:defRPr kumimoji="1" lang="en-US" sz="2400" kern="1200" dirty="0" smtClean="0">
          <a:solidFill>
            <a:schemeClr val="tx1"/>
          </a:solidFill>
          <a:latin typeface="+mn-lt"/>
          <a:ea typeface="+mn-ea"/>
          <a:cs typeface="+mn-cs"/>
        </a:defRPr>
      </a:lvl1pPr>
      <a:lvl2pPr marL="533400" indent="-225425" algn="l" defTabSz="685800" rtl="0" eaLnBrk="1" latinLnBrk="0" hangingPunct="1">
        <a:lnSpc>
          <a:spcPct val="90000"/>
        </a:lnSpc>
        <a:spcBef>
          <a:spcPts val="0"/>
        </a:spcBef>
        <a:spcAft>
          <a:spcPts val="600"/>
        </a:spcAft>
        <a:buClr>
          <a:srgbClr val="FF8000"/>
        </a:buClr>
        <a:buSzPct val="120000"/>
        <a:buFont typeface="Corbel" panose="020B0503020204020204" pitchFamily="34" charset="0"/>
        <a:buChar char="○"/>
        <a:defRPr kumimoji="1" lang="en-US" sz="2000" kern="1200" dirty="0" smtClean="0">
          <a:solidFill>
            <a:schemeClr val="tx1"/>
          </a:solidFill>
          <a:latin typeface="+mn-lt"/>
          <a:ea typeface="+mn-ea"/>
          <a:cs typeface="+mn-cs"/>
        </a:defRPr>
      </a:lvl2pPr>
      <a:lvl3pPr marL="868363" indent="-198438" algn="l" defTabSz="685800" rtl="0" eaLnBrk="1" latinLnBrk="0" hangingPunct="1">
        <a:lnSpc>
          <a:spcPct val="90000"/>
        </a:lnSpc>
        <a:spcBef>
          <a:spcPts val="0"/>
        </a:spcBef>
        <a:spcAft>
          <a:spcPts val="600"/>
        </a:spcAft>
        <a:buClr>
          <a:schemeClr val="tx1">
            <a:lumMod val="50000"/>
            <a:lumOff val="50000"/>
          </a:schemeClr>
        </a:buClr>
        <a:buSzPct val="120000"/>
        <a:buFont typeface="Corbel" panose="020B0503020204020204" pitchFamily="34" charset="0"/>
        <a:buChar char="○"/>
        <a:defRPr kumimoji="1" lang="en-US" sz="1800" kern="1200" dirty="0" smtClean="0">
          <a:solidFill>
            <a:schemeClr val="tx1"/>
          </a:solidFill>
          <a:latin typeface="+mn-lt"/>
          <a:ea typeface="+mn-ea"/>
          <a:cs typeface="+mn-cs"/>
        </a:defRPr>
      </a:lvl3pPr>
      <a:lvl4pPr marL="1203325" indent="-193675" algn="l" defTabSz="685800" rtl="0" eaLnBrk="1" latinLnBrk="0" hangingPunct="1">
        <a:lnSpc>
          <a:spcPct val="90000"/>
        </a:lnSpc>
        <a:spcBef>
          <a:spcPts val="0"/>
        </a:spcBef>
        <a:spcAft>
          <a:spcPts val="600"/>
        </a:spcAft>
        <a:buClr>
          <a:schemeClr val="bg1">
            <a:lumMod val="50000"/>
          </a:schemeClr>
        </a:buClr>
        <a:buSzPct val="120000"/>
        <a:buFont typeface="Arial" panose="020B0604020202020204" pitchFamily="34" charset="0"/>
        <a:buChar char="●"/>
        <a:defRPr kumimoji="1" lang="en-US" sz="1600" kern="1200" dirty="0" smtClean="0">
          <a:solidFill>
            <a:schemeClr val="tx1"/>
          </a:solidFill>
          <a:latin typeface="+mn-lt"/>
          <a:ea typeface="+mn-ea"/>
          <a:cs typeface="+mn-cs"/>
        </a:defRPr>
      </a:lvl4pPr>
      <a:lvl5pPr marL="1543050" indent="-171450" algn="l" defTabSz="685800" rtl="0" eaLnBrk="1" latinLnBrk="0" hangingPunct="1">
        <a:lnSpc>
          <a:spcPct val="90000"/>
        </a:lnSpc>
        <a:spcBef>
          <a:spcPts val="375"/>
        </a:spcBef>
        <a:buClr>
          <a:schemeClr val="bg1">
            <a:lumMod val="50000"/>
          </a:schemeClr>
        </a:buClr>
        <a:buFontTx/>
        <a:buBlip>
          <a:blip r:embed="rId11"/>
        </a:buBlip>
        <a:defRPr kumimoji="1" sz="16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Clr>
          <a:schemeClr val="bg1">
            <a:lumMod val="50000"/>
          </a:schemeClr>
        </a:buClr>
        <a:buFontTx/>
        <a:buBlip>
          <a:blip r:embed="rId11"/>
        </a:buBlip>
        <a:defRPr kumimoji="1" sz="16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Clr>
          <a:schemeClr val="bg1">
            <a:lumMod val="50000"/>
          </a:schemeClr>
        </a:buClr>
        <a:buFont typeface="Arial" panose="020B0604020202020204" pitchFamily="34" charset="0"/>
        <a:buChar char="–"/>
        <a:defRPr kumimoji="1" sz="16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Clr>
          <a:schemeClr val="bg1">
            <a:lumMod val="50000"/>
          </a:schemeClr>
        </a:buClr>
        <a:buFont typeface="Arial" panose="020B0604020202020204" pitchFamily="34" charset="0"/>
        <a:buChar char="–"/>
        <a:defRPr kumimoji="1" sz="16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Clr>
          <a:schemeClr val="bg1">
            <a:lumMod val="50000"/>
          </a:schemeClr>
        </a:buClr>
        <a:buFont typeface="Arial" panose="020B0604020202020204" pitchFamily="34" charset="0"/>
        <a:buChar char="–"/>
        <a:defRPr kumimoji="1" sz="160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80">
          <p15:clr>
            <a:srgbClr val="F26B43"/>
          </p15:clr>
        </p15:guide>
        <p15:guide id="2" pos="146">
          <p15:clr>
            <a:srgbClr val="F26B43"/>
          </p15:clr>
        </p15:guide>
        <p15:guide id="4" pos="5612">
          <p15:clr>
            <a:srgbClr val="F26B43"/>
          </p15:clr>
        </p15:guide>
        <p15:guide id="5" orient="horz" pos="3094">
          <p15:clr>
            <a:srgbClr val="F26B43"/>
          </p15:clr>
        </p15:guide>
        <p15:guide id="6" orient="horz" pos="145">
          <p15:clr>
            <a:srgbClr val="F26B43"/>
          </p15:clr>
        </p15:guide>
        <p15:guide id="7" orient="horz" pos="599">
          <p15:clr>
            <a:srgbClr val="F26B43"/>
          </p15:clr>
        </p15:guide>
        <p15:guide id="8" orient="horz" pos="2987">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507EC13B-FC75-45F1-BFAF-86CB7BA66134}"/>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t="77137" b="9012"/>
          <a:stretch/>
        </p:blipFill>
        <p:spPr>
          <a:xfrm>
            <a:off x="0" y="0"/>
            <a:ext cx="9144000" cy="712477"/>
          </a:xfrm>
          <a:prstGeom prst="rect">
            <a:avLst/>
          </a:prstGeom>
        </p:spPr>
      </p:pic>
      <p:sp>
        <p:nvSpPr>
          <p:cNvPr id="18" name="正方形/長方形 3">
            <a:extLst>
              <a:ext uri="{FF2B5EF4-FFF2-40B4-BE49-F238E27FC236}">
                <a16:creationId xmlns:a16="http://schemas.microsoft.com/office/drawing/2014/main" id="{B6933AFD-DA06-4C1B-AE72-7CDDC3F694EB}"/>
              </a:ext>
            </a:extLst>
          </p:cNvPr>
          <p:cNvSpPr/>
          <p:nvPr userDrawn="1"/>
        </p:nvSpPr>
        <p:spPr bwMode="gray">
          <a:xfrm>
            <a:off x="513080" y="-2055"/>
            <a:ext cx="8630919" cy="714532"/>
          </a:xfrm>
          <a:prstGeom prst="rect">
            <a:avLst/>
          </a:prstGeom>
          <a:gradFill flip="none" rotWithShape="1">
            <a:gsLst>
              <a:gs pos="40000">
                <a:srgbClr val="008224">
                  <a:alpha val="62000"/>
                </a:srgbClr>
              </a:gs>
              <a:gs pos="78000">
                <a:srgbClr val="008224">
                  <a:alpha val="0"/>
                </a:srgbClr>
              </a:gs>
            </a:gsLst>
            <a:lin ang="15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ja-JP" dirty="0">
              <a:solidFill>
                <a:schemeClr val="tx1"/>
              </a:solidFill>
            </a:endParaRPr>
          </a:p>
        </p:txBody>
      </p:sp>
      <p:sp>
        <p:nvSpPr>
          <p:cNvPr id="2" name="Title Placeholder 1"/>
          <p:cNvSpPr>
            <a:spLocks noGrp="1"/>
          </p:cNvSpPr>
          <p:nvPr>
            <p:ph type="title"/>
          </p:nvPr>
        </p:nvSpPr>
        <p:spPr>
          <a:xfrm>
            <a:off x="230825" y="166200"/>
            <a:ext cx="7740000" cy="387798"/>
          </a:xfrm>
          <a:prstGeom prst="rect">
            <a:avLst/>
          </a:prstGeom>
        </p:spPr>
        <p:txBody>
          <a:bodyPr vert="horz" lIns="0" tIns="0" rIns="0" bIns="0" rtlCol="0" anchor="ctr">
            <a:spAutoFit/>
          </a:bodyPr>
          <a:lstStyle/>
          <a:p>
            <a:r>
              <a:rPr lang="en-US" altLang="ja-JP" dirty="0"/>
              <a:t>Master title</a:t>
            </a:r>
            <a:endParaRPr lang="en-US" dirty="0"/>
          </a:p>
        </p:txBody>
      </p:sp>
      <p:grpSp>
        <p:nvGrpSpPr>
          <p:cNvPr id="28" name="Group 27" descr="Fujitsu">
            <a:extLst>
              <a:ext uri="{FF2B5EF4-FFF2-40B4-BE49-F238E27FC236}">
                <a16:creationId xmlns:a16="http://schemas.microsoft.com/office/drawing/2014/main" id="{E731D7CE-6321-4316-88D9-DA362D2E6CE1}"/>
              </a:ext>
            </a:extLst>
          </p:cNvPr>
          <p:cNvGrpSpPr/>
          <p:nvPr userDrawn="1"/>
        </p:nvGrpSpPr>
        <p:grpSpPr>
          <a:xfrm>
            <a:off x="8169274" y="180891"/>
            <a:ext cx="741363" cy="361336"/>
            <a:chOff x="8012114" y="249161"/>
            <a:chExt cx="892174" cy="434841"/>
          </a:xfrm>
        </p:grpSpPr>
        <p:sp>
          <p:nvSpPr>
            <p:cNvPr id="29" name="Freeform 34">
              <a:extLst>
                <a:ext uri="{FF2B5EF4-FFF2-40B4-BE49-F238E27FC236}">
                  <a16:creationId xmlns:a16="http://schemas.microsoft.com/office/drawing/2014/main" id="{31D6D802-1B88-4F13-A715-C2629E13FD1A}"/>
                </a:ext>
              </a:extLst>
            </p:cNvPr>
            <p:cNvSpPr>
              <a:spLocks/>
            </p:cNvSpPr>
            <p:nvPr userDrawn="1"/>
          </p:nvSpPr>
          <p:spPr bwMode="gray">
            <a:xfrm>
              <a:off x="8307389" y="249161"/>
              <a:ext cx="179387" cy="139657"/>
            </a:xfrm>
            <a:custGeom>
              <a:avLst/>
              <a:gdLst>
                <a:gd name="T0" fmla="*/ 961 w 2365"/>
                <a:gd name="T1" fmla="*/ 764 h 1825"/>
                <a:gd name="T2" fmla="*/ 599 w 2365"/>
                <a:gd name="T3" fmla="*/ 642 h 1825"/>
                <a:gd name="T4" fmla="*/ 1 w 2365"/>
                <a:gd name="T5" fmla="*/ 1235 h 1825"/>
                <a:gd name="T6" fmla="*/ 599 w 2365"/>
                <a:gd name="T7" fmla="*/ 1825 h 1825"/>
                <a:gd name="T8" fmla="*/ 1053 w 2365"/>
                <a:gd name="T9" fmla="*/ 1619 h 1825"/>
                <a:gd name="T10" fmla="*/ 1053 w 2365"/>
                <a:gd name="T11" fmla="*/ 1293 h 1825"/>
                <a:gd name="T12" fmla="*/ 771 w 2365"/>
                <a:gd name="T13" fmla="*/ 1568 h 1825"/>
                <a:gd name="T14" fmla="*/ 599 w 2365"/>
                <a:gd name="T15" fmla="*/ 1604 h 1825"/>
                <a:gd name="T16" fmla="*/ 225 w 2365"/>
                <a:gd name="T17" fmla="*/ 1235 h 1825"/>
                <a:gd name="T18" fmla="*/ 599 w 2365"/>
                <a:gd name="T19" fmla="*/ 863 h 1825"/>
                <a:gd name="T20" fmla="*/ 861 w 2365"/>
                <a:gd name="T21" fmla="*/ 972 h 1825"/>
                <a:gd name="T22" fmla="*/ 1093 w 2365"/>
                <a:gd name="T23" fmla="*/ 1239 h 1825"/>
                <a:gd name="T24" fmla="*/ 1630 w 2365"/>
                <a:gd name="T25" fmla="*/ 1473 h 1825"/>
                <a:gd name="T26" fmla="*/ 2365 w 2365"/>
                <a:gd name="T27" fmla="*/ 741 h 1825"/>
                <a:gd name="T28" fmla="*/ 1630 w 2365"/>
                <a:gd name="T29" fmla="*/ 0 h 1825"/>
                <a:gd name="T30" fmla="*/ 1053 w 2365"/>
                <a:gd name="T31" fmla="*/ 295 h 1825"/>
                <a:gd name="T32" fmla="*/ 1053 w 2365"/>
                <a:gd name="T33" fmla="*/ 735 h 1825"/>
                <a:gd name="T34" fmla="*/ 1630 w 2365"/>
                <a:gd name="T35" fmla="*/ 232 h 1825"/>
                <a:gd name="T36" fmla="*/ 2134 w 2365"/>
                <a:gd name="T37" fmla="*/ 741 h 1825"/>
                <a:gd name="T38" fmla="*/ 1630 w 2365"/>
                <a:gd name="T39" fmla="*/ 1245 h 1825"/>
                <a:gd name="T40" fmla="*/ 1303 w 2365"/>
                <a:gd name="T41" fmla="*/ 1125 h 1825"/>
                <a:gd name="T42" fmla="*/ 961 w 2365"/>
                <a:gd name="T43" fmla="*/ 764 h 1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65" h="1825">
                  <a:moveTo>
                    <a:pt x="961" y="764"/>
                  </a:moveTo>
                  <a:cubicBezTo>
                    <a:pt x="875" y="688"/>
                    <a:pt x="736" y="643"/>
                    <a:pt x="599" y="642"/>
                  </a:cubicBezTo>
                  <a:cubicBezTo>
                    <a:pt x="270" y="641"/>
                    <a:pt x="2" y="900"/>
                    <a:pt x="1" y="1235"/>
                  </a:cubicBezTo>
                  <a:cubicBezTo>
                    <a:pt x="0" y="1563"/>
                    <a:pt x="270" y="1824"/>
                    <a:pt x="599" y="1825"/>
                  </a:cubicBezTo>
                  <a:cubicBezTo>
                    <a:pt x="783" y="1825"/>
                    <a:pt x="943" y="1751"/>
                    <a:pt x="1053" y="1619"/>
                  </a:cubicBezTo>
                  <a:cubicBezTo>
                    <a:pt x="1053" y="1293"/>
                    <a:pt x="1053" y="1293"/>
                    <a:pt x="1053" y="1293"/>
                  </a:cubicBezTo>
                  <a:cubicBezTo>
                    <a:pt x="994" y="1394"/>
                    <a:pt x="877" y="1524"/>
                    <a:pt x="771" y="1568"/>
                  </a:cubicBezTo>
                  <a:cubicBezTo>
                    <a:pt x="717" y="1590"/>
                    <a:pt x="662" y="1604"/>
                    <a:pt x="599" y="1604"/>
                  </a:cubicBezTo>
                  <a:cubicBezTo>
                    <a:pt x="394" y="1604"/>
                    <a:pt x="225" y="1445"/>
                    <a:pt x="225" y="1235"/>
                  </a:cubicBezTo>
                  <a:cubicBezTo>
                    <a:pt x="225" y="1041"/>
                    <a:pt x="380" y="862"/>
                    <a:pt x="599" y="863"/>
                  </a:cubicBezTo>
                  <a:cubicBezTo>
                    <a:pt x="701" y="863"/>
                    <a:pt x="793" y="905"/>
                    <a:pt x="861" y="972"/>
                  </a:cubicBezTo>
                  <a:cubicBezTo>
                    <a:pt x="931" y="1040"/>
                    <a:pt x="1041" y="1183"/>
                    <a:pt x="1093" y="1239"/>
                  </a:cubicBezTo>
                  <a:cubicBezTo>
                    <a:pt x="1227" y="1383"/>
                    <a:pt x="1419" y="1473"/>
                    <a:pt x="1630" y="1473"/>
                  </a:cubicBezTo>
                  <a:cubicBezTo>
                    <a:pt x="2036" y="1474"/>
                    <a:pt x="2365" y="1146"/>
                    <a:pt x="2365" y="741"/>
                  </a:cubicBezTo>
                  <a:cubicBezTo>
                    <a:pt x="2365" y="336"/>
                    <a:pt x="2035" y="0"/>
                    <a:pt x="1630" y="0"/>
                  </a:cubicBezTo>
                  <a:cubicBezTo>
                    <a:pt x="1395" y="0"/>
                    <a:pt x="1187" y="122"/>
                    <a:pt x="1053" y="295"/>
                  </a:cubicBezTo>
                  <a:cubicBezTo>
                    <a:pt x="1053" y="735"/>
                    <a:pt x="1053" y="735"/>
                    <a:pt x="1053" y="735"/>
                  </a:cubicBezTo>
                  <a:cubicBezTo>
                    <a:pt x="1155" y="455"/>
                    <a:pt x="1340" y="232"/>
                    <a:pt x="1630" y="232"/>
                  </a:cubicBezTo>
                  <a:cubicBezTo>
                    <a:pt x="1909" y="232"/>
                    <a:pt x="2135" y="463"/>
                    <a:pt x="2134" y="741"/>
                  </a:cubicBezTo>
                  <a:cubicBezTo>
                    <a:pt x="2134" y="1020"/>
                    <a:pt x="1909" y="1246"/>
                    <a:pt x="1630" y="1245"/>
                  </a:cubicBezTo>
                  <a:cubicBezTo>
                    <a:pt x="1506" y="1244"/>
                    <a:pt x="1391" y="1199"/>
                    <a:pt x="1303" y="1125"/>
                  </a:cubicBezTo>
                  <a:cubicBezTo>
                    <a:pt x="1194" y="1040"/>
                    <a:pt x="1074" y="860"/>
                    <a:pt x="961" y="76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0" name="Freeform 35">
              <a:extLst>
                <a:ext uri="{FF2B5EF4-FFF2-40B4-BE49-F238E27FC236}">
                  <a16:creationId xmlns:a16="http://schemas.microsoft.com/office/drawing/2014/main" id="{19482789-23D8-4206-B790-DCC088D72F96}"/>
                </a:ext>
              </a:extLst>
            </p:cNvPr>
            <p:cNvSpPr>
              <a:spLocks/>
            </p:cNvSpPr>
            <p:nvPr userDrawn="1"/>
          </p:nvSpPr>
          <p:spPr bwMode="gray">
            <a:xfrm>
              <a:off x="8012114" y="401514"/>
              <a:ext cx="123825" cy="201551"/>
            </a:xfrm>
            <a:custGeom>
              <a:avLst/>
              <a:gdLst>
                <a:gd name="T0" fmla="*/ 0 w 1624"/>
                <a:gd name="T1" fmla="*/ 0 h 2651"/>
                <a:gd name="T2" fmla="*/ 1624 w 1624"/>
                <a:gd name="T3" fmla="*/ 0 h 2651"/>
                <a:gd name="T4" fmla="*/ 1624 w 1624"/>
                <a:gd name="T5" fmla="*/ 452 h 2651"/>
                <a:gd name="T6" fmla="*/ 1365 w 1624"/>
                <a:gd name="T7" fmla="*/ 273 h 2651"/>
                <a:gd name="T8" fmla="*/ 613 w 1624"/>
                <a:gd name="T9" fmla="*/ 273 h 2651"/>
                <a:gd name="T10" fmla="*/ 613 w 1624"/>
                <a:gd name="T11" fmla="*/ 1053 h 2651"/>
                <a:gd name="T12" fmla="*/ 1428 w 1624"/>
                <a:gd name="T13" fmla="*/ 1053 h 2651"/>
                <a:gd name="T14" fmla="*/ 1428 w 1624"/>
                <a:gd name="T15" fmla="*/ 1467 h 2651"/>
                <a:gd name="T16" fmla="*/ 1205 w 1624"/>
                <a:gd name="T17" fmla="*/ 1335 h 2651"/>
                <a:gd name="T18" fmla="*/ 613 w 1624"/>
                <a:gd name="T19" fmla="*/ 1335 h 2651"/>
                <a:gd name="T20" fmla="*/ 613 w 1624"/>
                <a:gd name="T21" fmla="*/ 2401 h 2651"/>
                <a:gd name="T22" fmla="*/ 784 w 1624"/>
                <a:gd name="T23" fmla="*/ 2651 h 2651"/>
                <a:gd name="T24" fmla="*/ 11 w 1624"/>
                <a:gd name="T25" fmla="*/ 2651 h 2651"/>
                <a:gd name="T26" fmla="*/ 173 w 1624"/>
                <a:gd name="T27" fmla="*/ 2401 h 2651"/>
                <a:gd name="T28" fmla="*/ 173 w 1624"/>
                <a:gd name="T29" fmla="*/ 278 h 2651"/>
                <a:gd name="T30" fmla="*/ 0 w 1624"/>
                <a:gd name="T31"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24" h="2651">
                  <a:moveTo>
                    <a:pt x="0" y="0"/>
                  </a:moveTo>
                  <a:cubicBezTo>
                    <a:pt x="1624" y="0"/>
                    <a:pt x="1624" y="0"/>
                    <a:pt x="1624" y="0"/>
                  </a:cubicBezTo>
                  <a:cubicBezTo>
                    <a:pt x="1624" y="452"/>
                    <a:pt x="1624" y="452"/>
                    <a:pt x="1624" y="452"/>
                  </a:cubicBezTo>
                  <a:cubicBezTo>
                    <a:pt x="1624" y="452"/>
                    <a:pt x="1540" y="274"/>
                    <a:pt x="1365" y="273"/>
                  </a:cubicBezTo>
                  <a:cubicBezTo>
                    <a:pt x="613" y="273"/>
                    <a:pt x="613" y="273"/>
                    <a:pt x="613" y="273"/>
                  </a:cubicBezTo>
                  <a:cubicBezTo>
                    <a:pt x="613" y="1053"/>
                    <a:pt x="613" y="1053"/>
                    <a:pt x="613" y="1053"/>
                  </a:cubicBezTo>
                  <a:cubicBezTo>
                    <a:pt x="1428" y="1053"/>
                    <a:pt x="1428" y="1053"/>
                    <a:pt x="1428" y="1053"/>
                  </a:cubicBezTo>
                  <a:cubicBezTo>
                    <a:pt x="1428" y="1467"/>
                    <a:pt x="1428" y="1467"/>
                    <a:pt x="1428" y="1467"/>
                  </a:cubicBezTo>
                  <a:cubicBezTo>
                    <a:pt x="1428" y="1467"/>
                    <a:pt x="1402" y="1335"/>
                    <a:pt x="1205" y="1335"/>
                  </a:cubicBezTo>
                  <a:cubicBezTo>
                    <a:pt x="613" y="1335"/>
                    <a:pt x="613" y="1335"/>
                    <a:pt x="613" y="1335"/>
                  </a:cubicBezTo>
                  <a:cubicBezTo>
                    <a:pt x="613" y="2401"/>
                    <a:pt x="613" y="2401"/>
                    <a:pt x="613" y="2401"/>
                  </a:cubicBezTo>
                  <a:cubicBezTo>
                    <a:pt x="613" y="2558"/>
                    <a:pt x="784" y="2651"/>
                    <a:pt x="784" y="2651"/>
                  </a:cubicBezTo>
                  <a:cubicBezTo>
                    <a:pt x="11" y="2651"/>
                    <a:pt x="11" y="2651"/>
                    <a:pt x="11" y="2651"/>
                  </a:cubicBezTo>
                  <a:cubicBezTo>
                    <a:pt x="11" y="2651"/>
                    <a:pt x="173" y="2569"/>
                    <a:pt x="173" y="2401"/>
                  </a:cubicBezTo>
                  <a:cubicBezTo>
                    <a:pt x="173" y="278"/>
                    <a:pt x="173" y="278"/>
                    <a:pt x="173" y="278"/>
                  </a:cubicBezTo>
                  <a:cubicBezTo>
                    <a:pt x="173" y="9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1" name="Freeform 36">
              <a:extLst>
                <a:ext uri="{FF2B5EF4-FFF2-40B4-BE49-F238E27FC236}">
                  <a16:creationId xmlns:a16="http://schemas.microsoft.com/office/drawing/2014/main" id="{480FC312-367A-4511-9E90-2BC3838314CE}"/>
                </a:ext>
              </a:extLst>
            </p:cNvPr>
            <p:cNvSpPr>
              <a:spLocks/>
            </p:cNvSpPr>
            <p:nvPr userDrawn="1"/>
          </p:nvSpPr>
          <p:spPr bwMode="gray">
            <a:xfrm>
              <a:off x="8305801" y="401514"/>
              <a:ext cx="80962" cy="282488"/>
            </a:xfrm>
            <a:custGeom>
              <a:avLst/>
              <a:gdLst>
                <a:gd name="T0" fmla="*/ 246 w 1072"/>
                <a:gd name="T1" fmla="*/ 0 h 3696"/>
                <a:gd name="T2" fmla="*/ 1072 w 1072"/>
                <a:gd name="T3" fmla="*/ 0 h 3696"/>
                <a:gd name="T4" fmla="*/ 887 w 1072"/>
                <a:gd name="T5" fmla="*/ 230 h 3696"/>
                <a:gd name="T6" fmla="*/ 887 w 1072"/>
                <a:gd name="T7" fmla="*/ 2717 h 3696"/>
                <a:gd name="T8" fmla="*/ 0 w 1072"/>
                <a:gd name="T9" fmla="*/ 3693 h 3696"/>
                <a:gd name="T10" fmla="*/ 423 w 1072"/>
                <a:gd name="T11" fmla="*/ 2717 h 3696"/>
                <a:gd name="T12" fmla="*/ 423 w 1072"/>
                <a:gd name="T13" fmla="*/ 230 h 3696"/>
                <a:gd name="T14" fmla="*/ 246 w 1072"/>
                <a:gd name="T15" fmla="*/ 0 h 36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2" h="3696">
                  <a:moveTo>
                    <a:pt x="246" y="0"/>
                  </a:moveTo>
                  <a:cubicBezTo>
                    <a:pt x="1072" y="0"/>
                    <a:pt x="1072" y="0"/>
                    <a:pt x="1072" y="0"/>
                  </a:cubicBezTo>
                  <a:cubicBezTo>
                    <a:pt x="1072" y="0"/>
                    <a:pt x="887" y="87"/>
                    <a:pt x="887" y="230"/>
                  </a:cubicBezTo>
                  <a:cubicBezTo>
                    <a:pt x="887" y="2717"/>
                    <a:pt x="887" y="2717"/>
                    <a:pt x="887" y="2717"/>
                  </a:cubicBezTo>
                  <a:cubicBezTo>
                    <a:pt x="887" y="3558"/>
                    <a:pt x="44" y="3696"/>
                    <a:pt x="0" y="3693"/>
                  </a:cubicBezTo>
                  <a:cubicBezTo>
                    <a:pt x="72" y="3647"/>
                    <a:pt x="422" y="3349"/>
                    <a:pt x="423" y="2717"/>
                  </a:cubicBezTo>
                  <a:cubicBezTo>
                    <a:pt x="423" y="230"/>
                    <a:pt x="423" y="230"/>
                    <a:pt x="423" y="230"/>
                  </a:cubicBezTo>
                  <a:cubicBezTo>
                    <a:pt x="424" y="96"/>
                    <a:pt x="246" y="0"/>
                    <a:pt x="24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2" name="Freeform 37">
              <a:extLst>
                <a:ext uri="{FF2B5EF4-FFF2-40B4-BE49-F238E27FC236}">
                  <a16:creationId xmlns:a16="http://schemas.microsoft.com/office/drawing/2014/main" id="{B9000C99-83C3-43B9-86D8-69F00D2D2BE0}"/>
                </a:ext>
              </a:extLst>
            </p:cNvPr>
            <p:cNvSpPr>
              <a:spLocks/>
            </p:cNvSpPr>
            <p:nvPr userDrawn="1"/>
          </p:nvSpPr>
          <p:spPr bwMode="gray">
            <a:xfrm>
              <a:off x="8396289" y="401514"/>
              <a:ext cx="63500" cy="201551"/>
            </a:xfrm>
            <a:custGeom>
              <a:avLst/>
              <a:gdLst>
                <a:gd name="T0" fmla="*/ 0 w 828"/>
                <a:gd name="T1" fmla="*/ 0 h 2653"/>
                <a:gd name="T2" fmla="*/ 828 w 828"/>
                <a:gd name="T3" fmla="*/ 0 h 2653"/>
                <a:gd name="T4" fmla="*/ 645 w 828"/>
                <a:gd name="T5" fmla="*/ 235 h 2653"/>
                <a:gd name="T6" fmla="*/ 645 w 828"/>
                <a:gd name="T7" fmla="*/ 2401 h 2653"/>
                <a:gd name="T8" fmla="*/ 828 w 828"/>
                <a:gd name="T9" fmla="*/ 2653 h 2653"/>
                <a:gd name="T10" fmla="*/ 0 w 828"/>
                <a:gd name="T11" fmla="*/ 2653 h 2653"/>
                <a:gd name="T12" fmla="*/ 184 w 828"/>
                <a:gd name="T13" fmla="*/ 2401 h 2653"/>
                <a:gd name="T14" fmla="*/ 184 w 828"/>
                <a:gd name="T15" fmla="*/ 235 h 2653"/>
                <a:gd name="T16" fmla="*/ 0 w 828"/>
                <a:gd name="T17" fmla="*/ 0 h 2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2653">
                  <a:moveTo>
                    <a:pt x="0" y="0"/>
                  </a:moveTo>
                  <a:cubicBezTo>
                    <a:pt x="828" y="0"/>
                    <a:pt x="828" y="0"/>
                    <a:pt x="828" y="0"/>
                  </a:cubicBezTo>
                  <a:cubicBezTo>
                    <a:pt x="828" y="0"/>
                    <a:pt x="645" y="89"/>
                    <a:pt x="645" y="235"/>
                  </a:cubicBezTo>
                  <a:cubicBezTo>
                    <a:pt x="645" y="2401"/>
                    <a:pt x="645" y="2401"/>
                    <a:pt x="645" y="2401"/>
                  </a:cubicBezTo>
                  <a:cubicBezTo>
                    <a:pt x="645" y="2556"/>
                    <a:pt x="828" y="2653"/>
                    <a:pt x="828" y="2653"/>
                  </a:cubicBezTo>
                  <a:cubicBezTo>
                    <a:pt x="0" y="2653"/>
                    <a:pt x="0" y="2653"/>
                    <a:pt x="0" y="2653"/>
                  </a:cubicBezTo>
                  <a:cubicBezTo>
                    <a:pt x="0" y="2653"/>
                    <a:pt x="184" y="2557"/>
                    <a:pt x="184" y="2401"/>
                  </a:cubicBezTo>
                  <a:cubicBezTo>
                    <a:pt x="184" y="235"/>
                    <a:pt x="184" y="235"/>
                    <a:pt x="184" y="235"/>
                  </a:cubicBezTo>
                  <a:cubicBezTo>
                    <a:pt x="184" y="8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3" name="Freeform 38">
              <a:extLst>
                <a:ext uri="{FF2B5EF4-FFF2-40B4-BE49-F238E27FC236}">
                  <a16:creationId xmlns:a16="http://schemas.microsoft.com/office/drawing/2014/main" id="{FFB5199F-D603-4D99-98BF-79C0ED869130}"/>
                </a:ext>
              </a:extLst>
            </p:cNvPr>
            <p:cNvSpPr>
              <a:spLocks/>
            </p:cNvSpPr>
            <p:nvPr userDrawn="1"/>
          </p:nvSpPr>
          <p:spPr bwMode="gray">
            <a:xfrm>
              <a:off x="8459789" y="401514"/>
              <a:ext cx="150812" cy="201551"/>
            </a:xfrm>
            <a:custGeom>
              <a:avLst/>
              <a:gdLst>
                <a:gd name="T0" fmla="*/ 161 w 1984"/>
                <a:gd name="T1" fmla="*/ 0 h 2651"/>
                <a:gd name="T2" fmla="*/ 1984 w 1984"/>
                <a:gd name="T3" fmla="*/ 0 h 2651"/>
                <a:gd name="T4" fmla="*/ 1829 w 1984"/>
                <a:gd name="T5" fmla="*/ 482 h 2651"/>
                <a:gd name="T6" fmla="*/ 1607 w 1984"/>
                <a:gd name="T7" fmla="*/ 279 h 2651"/>
                <a:gd name="T8" fmla="*/ 1229 w 1984"/>
                <a:gd name="T9" fmla="*/ 279 h 2651"/>
                <a:gd name="T10" fmla="*/ 1229 w 1984"/>
                <a:gd name="T11" fmla="*/ 2401 h 2651"/>
                <a:gd name="T12" fmla="*/ 1407 w 1984"/>
                <a:gd name="T13" fmla="*/ 2651 h 2651"/>
                <a:gd name="T14" fmla="*/ 595 w 1984"/>
                <a:gd name="T15" fmla="*/ 2651 h 2651"/>
                <a:gd name="T16" fmla="*/ 771 w 1984"/>
                <a:gd name="T17" fmla="*/ 2401 h 2651"/>
                <a:gd name="T18" fmla="*/ 771 w 1984"/>
                <a:gd name="T19" fmla="*/ 279 h 2651"/>
                <a:gd name="T20" fmla="*/ 315 w 1984"/>
                <a:gd name="T21" fmla="*/ 279 h 2651"/>
                <a:gd name="T22" fmla="*/ 0 w 1984"/>
                <a:gd name="T23" fmla="*/ 522 h 2651"/>
                <a:gd name="T24" fmla="*/ 161 w 1984"/>
                <a:gd name="T25"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4" h="2651">
                  <a:moveTo>
                    <a:pt x="161" y="0"/>
                  </a:moveTo>
                  <a:cubicBezTo>
                    <a:pt x="1984" y="0"/>
                    <a:pt x="1984" y="0"/>
                    <a:pt x="1984" y="0"/>
                  </a:cubicBezTo>
                  <a:cubicBezTo>
                    <a:pt x="1829" y="482"/>
                    <a:pt x="1829" y="482"/>
                    <a:pt x="1829" y="482"/>
                  </a:cubicBezTo>
                  <a:cubicBezTo>
                    <a:pt x="1829" y="482"/>
                    <a:pt x="1783" y="279"/>
                    <a:pt x="1607" y="279"/>
                  </a:cubicBezTo>
                  <a:cubicBezTo>
                    <a:pt x="1229" y="279"/>
                    <a:pt x="1229" y="279"/>
                    <a:pt x="1229" y="279"/>
                  </a:cubicBezTo>
                  <a:cubicBezTo>
                    <a:pt x="1229" y="2401"/>
                    <a:pt x="1229" y="2401"/>
                    <a:pt x="1229" y="2401"/>
                  </a:cubicBezTo>
                  <a:cubicBezTo>
                    <a:pt x="1229" y="2535"/>
                    <a:pt x="1407" y="2651"/>
                    <a:pt x="1407" y="2651"/>
                  </a:cubicBezTo>
                  <a:cubicBezTo>
                    <a:pt x="595" y="2651"/>
                    <a:pt x="595" y="2651"/>
                    <a:pt x="595" y="2651"/>
                  </a:cubicBezTo>
                  <a:cubicBezTo>
                    <a:pt x="595" y="2651"/>
                    <a:pt x="771" y="2547"/>
                    <a:pt x="771" y="2401"/>
                  </a:cubicBezTo>
                  <a:cubicBezTo>
                    <a:pt x="771" y="279"/>
                    <a:pt x="771" y="279"/>
                    <a:pt x="771" y="279"/>
                  </a:cubicBezTo>
                  <a:cubicBezTo>
                    <a:pt x="315" y="279"/>
                    <a:pt x="315" y="279"/>
                    <a:pt x="315" y="279"/>
                  </a:cubicBezTo>
                  <a:cubicBezTo>
                    <a:pt x="185" y="280"/>
                    <a:pt x="0" y="522"/>
                    <a:pt x="0" y="522"/>
                  </a:cubicBezTo>
                  <a:lnTo>
                    <a:pt x="16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4" name="Freeform 39">
              <a:extLst>
                <a:ext uri="{FF2B5EF4-FFF2-40B4-BE49-F238E27FC236}">
                  <a16:creationId xmlns:a16="http://schemas.microsoft.com/office/drawing/2014/main" id="{7BF85E3E-59DE-4A1C-A9F5-48FC47043543}"/>
                </a:ext>
              </a:extLst>
            </p:cNvPr>
            <p:cNvSpPr>
              <a:spLocks/>
            </p:cNvSpPr>
            <p:nvPr userDrawn="1"/>
          </p:nvSpPr>
          <p:spPr bwMode="gray">
            <a:xfrm>
              <a:off x="8734426" y="401514"/>
              <a:ext cx="169862" cy="204725"/>
            </a:xfrm>
            <a:custGeom>
              <a:avLst/>
              <a:gdLst>
                <a:gd name="T0" fmla="*/ 1420 w 2219"/>
                <a:gd name="T1" fmla="*/ 0 h 2693"/>
                <a:gd name="T2" fmla="*/ 2219 w 2219"/>
                <a:gd name="T3" fmla="*/ 0 h 2693"/>
                <a:gd name="T4" fmla="*/ 2048 w 2219"/>
                <a:gd name="T5" fmla="*/ 234 h 2693"/>
                <a:gd name="T6" fmla="*/ 2048 w 2219"/>
                <a:gd name="T7" fmla="*/ 1840 h 2693"/>
                <a:gd name="T8" fmla="*/ 1131 w 2219"/>
                <a:gd name="T9" fmla="*/ 2693 h 2693"/>
                <a:gd name="T10" fmla="*/ 176 w 2219"/>
                <a:gd name="T11" fmla="*/ 1840 h 2693"/>
                <a:gd name="T12" fmla="*/ 176 w 2219"/>
                <a:gd name="T13" fmla="*/ 234 h 2693"/>
                <a:gd name="T14" fmla="*/ 0 w 2219"/>
                <a:gd name="T15" fmla="*/ 0 h 2693"/>
                <a:gd name="T16" fmla="*/ 821 w 2219"/>
                <a:gd name="T17" fmla="*/ 0 h 2693"/>
                <a:gd name="T18" fmla="*/ 638 w 2219"/>
                <a:gd name="T19" fmla="*/ 234 h 2693"/>
                <a:gd name="T20" fmla="*/ 638 w 2219"/>
                <a:gd name="T21" fmla="*/ 1840 h 2693"/>
                <a:gd name="T22" fmla="*/ 1131 w 2219"/>
                <a:gd name="T23" fmla="*/ 2406 h 2693"/>
                <a:gd name="T24" fmla="*/ 1601 w 2219"/>
                <a:gd name="T25" fmla="*/ 1840 h 2693"/>
                <a:gd name="T26" fmla="*/ 1601 w 2219"/>
                <a:gd name="T27" fmla="*/ 234 h 2693"/>
                <a:gd name="T28" fmla="*/ 1420 w 2219"/>
                <a:gd name="T29" fmla="*/ 0 h 2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19" h="2693">
                  <a:moveTo>
                    <a:pt x="1420" y="0"/>
                  </a:moveTo>
                  <a:cubicBezTo>
                    <a:pt x="2219" y="0"/>
                    <a:pt x="2219" y="0"/>
                    <a:pt x="2219" y="0"/>
                  </a:cubicBezTo>
                  <a:cubicBezTo>
                    <a:pt x="2219" y="0"/>
                    <a:pt x="2048" y="91"/>
                    <a:pt x="2048" y="234"/>
                  </a:cubicBezTo>
                  <a:cubicBezTo>
                    <a:pt x="2048" y="1840"/>
                    <a:pt x="2048" y="1840"/>
                    <a:pt x="2048" y="1840"/>
                  </a:cubicBezTo>
                  <a:cubicBezTo>
                    <a:pt x="2047" y="2492"/>
                    <a:pt x="1506" y="2693"/>
                    <a:pt x="1131" y="2693"/>
                  </a:cubicBezTo>
                  <a:cubicBezTo>
                    <a:pt x="759" y="2693"/>
                    <a:pt x="175" y="2490"/>
                    <a:pt x="176" y="1840"/>
                  </a:cubicBezTo>
                  <a:cubicBezTo>
                    <a:pt x="176" y="234"/>
                    <a:pt x="176" y="234"/>
                    <a:pt x="176" y="234"/>
                  </a:cubicBezTo>
                  <a:cubicBezTo>
                    <a:pt x="176" y="91"/>
                    <a:pt x="0" y="0"/>
                    <a:pt x="0" y="0"/>
                  </a:cubicBezTo>
                  <a:cubicBezTo>
                    <a:pt x="821" y="0"/>
                    <a:pt x="821" y="0"/>
                    <a:pt x="821" y="0"/>
                  </a:cubicBezTo>
                  <a:cubicBezTo>
                    <a:pt x="821" y="0"/>
                    <a:pt x="638" y="88"/>
                    <a:pt x="638" y="234"/>
                  </a:cubicBezTo>
                  <a:cubicBezTo>
                    <a:pt x="638" y="1840"/>
                    <a:pt x="638" y="1840"/>
                    <a:pt x="638" y="1840"/>
                  </a:cubicBezTo>
                  <a:cubicBezTo>
                    <a:pt x="638" y="2182"/>
                    <a:pt x="865" y="2406"/>
                    <a:pt x="1131" y="2406"/>
                  </a:cubicBezTo>
                  <a:cubicBezTo>
                    <a:pt x="1397" y="2406"/>
                    <a:pt x="1600" y="2173"/>
                    <a:pt x="1601" y="1840"/>
                  </a:cubicBezTo>
                  <a:cubicBezTo>
                    <a:pt x="1601" y="234"/>
                    <a:pt x="1601" y="234"/>
                    <a:pt x="1601" y="234"/>
                  </a:cubicBezTo>
                  <a:cubicBezTo>
                    <a:pt x="1601" y="91"/>
                    <a:pt x="1420" y="0"/>
                    <a:pt x="1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5" name="Freeform 40">
              <a:extLst>
                <a:ext uri="{FF2B5EF4-FFF2-40B4-BE49-F238E27FC236}">
                  <a16:creationId xmlns:a16="http://schemas.microsoft.com/office/drawing/2014/main" id="{E108AA92-74C6-4E89-A2EF-14C7B0C4D7F3}"/>
                </a:ext>
              </a:extLst>
            </p:cNvPr>
            <p:cNvSpPr>
              <a:spLocks/>
            </p:cNvSpPr>
            <p:nvPr userDrawn="1"/>
          </p:nvSpPr>
          <p:spPr bwMode="gray">
            <a:xfrm>
              <a:off x="8142289" y="401514"/>
              <a:ext cx="169862" cy="206312"/>
            </a:xfrm>
            <a:custGeom>
              <a:avLst/>
              <a:gdLst>
                <a:gd name="T0" fmla="*/ 1427 w 2240"/>
                <a:gd name="T1" fmla="*/ 0 h 2700"/>
                <a:gd name="T2" fmla="*/ 2240 w 2240"/>
                <a:gd name="T3" fmla="*/ 0 h 2700"/>
                <a:gd name="T4" fmla="*/ 2068 w 2240"/>
                <a:gd name="T5" fmla="*/ 237 h 2700"/>
                <a:gd name="T6" fmla="*/ 2067 w 2240"/>
                <a:gd name="T7" fmla="*/ 1838 h 2700"/>
                <a:gd name="T8" fmla="*/ 1122 w 2240"/>
                <a:gd name="T9" fmla="*/ 2700 h 2700"/>
                <a:gd name="T10" fmla="*/ 166 w 2240"/>
                <a:gd name="T11" fmla="*/ 1838 h 2700"/>
                <a:gd name="T12" fmla="*/ 166 w 2240"/>
                <a:gd name="T13" fmla="*/ 237 h 2700"/>
                <a:gd name="T14" fmla="*/ 0 w 2240"/>
                <a:gd name="T15" fmla="*/ 0 h 2700"/>
                <a:gd name="T16" fmla="*/ 821 w 2240"/>
                <a:gd name="T17" fmla="*/ 0 h 2700"/>
                <a:gd name="T18" fmla="*/ 631 w 2240"/>
                <a:gd name="T19" fmla="*/ 237 h 2700"/>
                <a:gd name="T20" fmla="*/ 630 w 2240"/>
                <a:gd name="T21" fmla="*/ 1838 h 2700"/>
                <a:gd name="T22" fmla="*/ 1122 w 2240"/>
                <a:gd name="T23" fmla="*/ 2413 h 2700"/>
                <a:gd name="T24" fmla="*/ 1602 w 2240"/>
                <a:gd name="T25" fmla="*/ 1838 h 2700"/>
                <a:gd name="T26" fmla="*/ 1603 w 2240"/>
                <a:gd name="T27" fmla="*/ 237 h 2700"/>
                <a:gd name="T28" fmla="*/ 1427 w 2240"/>
                <a:gd name="T29" fmla="*/ 0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0" h="2700">
                  <a:moveTo>
                    <a:pt x="1427" y="0"/>
                  </a:moveTo>
                  <a:cubicBezTo>
                    <a:pt x="2240" y="0"/>
                    <a:pt x="2240" y="0"/>
                    <a:pt x="2240" y="0"/>
                  </a:cubicBezTo>
                  <a:cubicBezTo>
                    <a:pt x="2240" y="0"/>
                    <a:pt x="2068" y="95"/>
                    <a:pt x="2068" y="237"/>
                  </a:cubicBezTo>
                  <a:cubicBezTo>
                    <a:pt x="2068" y="238"/>
                    <a:pt x="2067" y="1838"/>
                    <a:pt x="2067" y="1838"/>
                  </a:cubicBezTo>
                  <a:cubicBezTo>
                    <a:pt x="2067" y="2494"/>
                    <a:pt x="1501" y="2700"/>
                    <a:pt x="1122" y="2700"/>
                  </a:cubicBezTo>
                  <a:cubicBezTo>
                    <a:pt x="750" y="2700"/>
                    <a:pt x="166" y="2491"/>
                    <a:pt x="166" y="1838"/>
                  </a:cubicBezTo>
                  <a:cubicBezTo>
                    <a:pt x="166" y="237"/>
                    <a:pt x="166" y="237"/>
                    <a:pt x="166" y="237"/>
                  </a:cubicBezTo>
                  <a:cubicBezTo>
                    <a:pt x="166" y="94"/>
                    <a:pt x="0" y="0"/>
                    <a:pt x="0" y="0"/>
                  </a:cubicBezTo>
                  <a:cubicBezTo>
                    <a:pt x="821" y="0"/>
                    <a:pt x="821" y="0"/>
                    <a:pt x="821" y="0"/>
                  </a:cubicBezTo>
                  <a:cubicBezTo>
                    <a:pt x="821" y="0"/>
                    <a:pt x="631" y="94"/>
                    <a:pt x="631" y="237"/>
                  </a:cubicBezTo>
                  <a:cubicBezTo>
                    <a:pt x="630" y="1838"/>
                    <a:pt x="630" y="1838"/>
                    <a:pt x="630" y="1838"/>
                  </a:cubicBezTo>
                  <a:cubicBezTo>
                    <a:pt x="630" y="2178"/>
                    <a:pt x="856" y="2412"/>
                    <a:pt x="1122" y="2413"/>
                  </a:cubicBezTo>
                  <a:cubicBezTo>
                    <a:pt x="1388" y="2414"/>
                    <a:pt x="1602" y="2174"/>
                    <a:pt x="1602" y="1838"/>
                  </a:cubicBezTo>
                  <a:cubicBezTo>
                    <a:pt x="1603" y="237"/>
                    <a:pt x="1603" y="237"/>
                    <a:pt x="1603" y="237"/>
                  </a:cubicBezTo>
                  <a:cubicBezTo>
                    <a:pt x="1603" y="94"/>
                    <a:pt x="1427" y="0"/>
                    <a:pt x="142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6" name="Freeform 41">
              <a:extLst>
                <a:ext uri="{FF2B5EF4-FFF2-40B4-BE49-F238E27FC236}">
                  <a16:creationId xmlns:a16="http://schemas.microsoft.com/office/drawing/2014/main" id="{4A7819A2-BBC8-42A0-B3F4-F6090BDCA2A4}"/>
                </a:ext>
              </a:extLst>
            </p:cNvPr>
            <p:cNvSpPr>
              <a:spLocks/>
            </p:cNvSpPr>
            <p:nvPr userDrawn="1"/>
          </p:nvSpPr>
          <p:spPr bwMode="gray">
            <a:xfrm>
              <a:off x="8604251" y="396753"/>
              <a:ext cx="130175" cy="211073"/>
            </a:xfrm>
            <a:custGeom>
              <a:avLst/>
              <a:gdLst>
                <a:gd name="T0" fmla="*/ 1467 w 1707"/>
                <a:gd name="T1" fmla="*/ 479 h 2755"/>
                <a:gd name="T2" fmla="*/ 1019 w 1707"/>
                <a:gd name="T3" fmla="*/ 276 h 2755"/>
                <a:gd name="T4" fmla="*/ 504 w 1707"/>
                <a:gd name="T5" fmla="*/ 677 h 2755"/>
                <a:gd name="T6" fmla="*/ 995 w 1707"/>
                <a:gd name="T7" fmla="*/ 1174 h 2755"/>
                <a:gd name="T8" fmla="*/ 1705 w 1707"/>
                <a:gd name="T9" fmla="*/ 1974 h 2755"/>
                <a:gd name="T10" fmla="*/ 651 w 1707"/>
                <a:gd name="T11" fmla="*/ 2755 h 2755"/>
                <a:gd name="T12" fmla="*/ 155 w 1707"/>
                <a:gd name="T13" fmla="*/ 2686 h 2755"/>
                <a:gd name="T14" fmla="*/ 0 w 1707"/>
                <a:gd name="T15" fmla="*/ 2177 h 2755"/>
                <a:gd name="T16" fmla="*/ 658 w 1707"/>
                <a:gd name="T17" fmla="*/ 2466 h 2755"/>
                <a:gd name="T18" fmla="*/ 1252 w 1707"/>
                <a:gd name="T19" fmla="*/ 2030 h 2755"/>
                <a:gd name="T20" fmla="*/ 46 w 1707"/>
                <a:gd name="T21" fmla="*/ 731 h 2755"/>
                <a:gd name="T22" fmla="*/ 973 w 1707"/>
                <a:gd name="T23" fmla="*/ 0 h 2755"/>
                <a:gd name="T24" fmla="*/ 1467 w 1707"/>
                <a:gd name="T25" fmla="*/ 69 h 2755"/>
                <a:gd name="T26" fmla="*/ 1467 w 1707"/>
                <a:gd name="T27" fmla="*/ 479 h 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7" h="2755">
                  <a:moveTo>
                    <a:pt x="1467" y="479"/>
                  </a:moveTo>
                  <a:cubicBezTo>
                    <a:pt x="1467" y="479"/>
                    <a:pt x="1352" y="277"/>
                    <a:pt x="1019" y="276"/>
                  </a:cubicBezTo>
                  <a:cubicBezTo>
                    <a:pt x="686" y="275"/>
                    <a:pt x="505" y="450"/>
                    <a:pt x="504" y="677"/>
                  </a:cubicBezTo>
                  <a:cubicBezTo>
                    <a:pt x="503" y="934"/>
                    <a:pt x="696" y="1031"/>
                    <a:pt x="995" y="1174"/>
                  </a:cubicBezTo>
                  <a:cubicBezTo>
                    <a:pt x="1279" y="1311"/>
                    <a:pt x="1707" y="1499"/>
                    <a:pt x="1705" y="1974"/>
                  </a:cubicBezTo>
                  <a:cubicBezTo>
                    <a:pt x="1704" y="2399"/>
                    <a:pt x="1327" y="2755"/>
                    <a:pt x="651" y="2755"/>
                  </a:cubicBezTo>
                  <a:cubicBezTo>
                    <a:pt x="442" y="2754"/>
                    <a:pt x="155" y="2686"/>
                    <a:pt x="155" y="2686"/>
                  </a:cubicBezTo>
                  <a:cubicBezTo>
                    <a:pt x="0" y="2177"/>
                    <a:pt x="0" y="2177"/>
                    <a:pt x="0" y="2177"/>
                  </a:cubicBezTo>
                  <a:cubicBezTo>
                    <a:pt x="143" y="2316"/>
                    <a:pt x="397" y="2466"/>
                    <a:pt x="658" y="2466"/>
                  </a:cubicBezTo>
                  <a:cubicBezTo>
                    <a:pt x="929" y="2466"/>
                    <a:pt x="1252" y="2298"/>
                    <a:pt x="1252" y="2030"/>
                  </a:cubicBezTo>
                  <a:cubicBezTo>
                    <a:pt x="1252" y="1512"/>
                    <a:pt x="46" y="1598"/>
                    <a:pt x="46" y="731"/>
                  </a:cubicBezTo>
                  <a:cubicBezTo>
                    <a:pt x="46" y="433"/>
                    <a:pt x="254" y="0"/>
                    <a:pt x="973" y="0"/>
                  </a:cubicBezTo>
                  <a:cubicBezTo>
                    <a:pt x="1207" y="0"/>
                    <a:pt x="1467" y="69"/>
                    <a:pt x="1467" y="69"/>
                  </a:cubicBezTo>
                  <a:lnTo>
                    <a:pt x="1467" y="4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grpSp>
      <p:sp>
        <p:nvSpPr>
          <p:cNvPr id="6" name="Slide Number Placeholder 5"/>
          <p:cNvSpPr>
            <a:spLocks noGrp="1"/>
          </p:cNvSpPr>
          <p:nvPr>
            <p:ph type="sldNum" sz="quarter" idx="4"/>
          </p:nvPr>
        </p:nvSpPr>
        <p:spPr>
          <a:xfrm>
            <a:off x="4302000" y="4877481"/>
            <a:ext cx="540000" cy="123111"/>
          </a:xfrm>
          <a:prstGeom prst="rect">
            <a:avLst/>
          </a:prstGeom>
        </p:spPr>
        <p:txBody>
          <a:bodyPr vert="horz" lIns="0" tIns="0" rIns="0" bIns="0" rtlCol="0" anchor="ctr">
            <a:spAutoFit/>
          </a:bodyPr>
          <a:lstStyle>
            <a:lvl1pPr algn="ctr">
              <a:defRPr sz="800">
                <a:solidFill>
                  <a:schemeClr val="tx1"/>
                </a:solidFill>
                <a:latin typeface="+mn-lt"/>
              </a:defRPr>
            </a:lvl1pPr>
          </a:lstStyle>
          <a:p>
            <a:fld id="{4D029D89-7B63-4C94-AD4D-2E4D6BB83637}" type="slidenum">
              <a:rPr kumimoji="1" lang="ja-JP" altLang="en-US" smtClean="0"/>
              <a:pPr/>
              <a:t>‹#›</a:t>
            </a:fld>
            <a:endParaRPr kumimoji="1" lang="ja-JP" altLang="en-US"/>
          </a:p>
        </p:txBody>
      </p:sp>
      <p:sp>
        <p:nvSpPr>
          <p:cNvPr id="16" name="TextBox 17">
            <a:extLst>
              <a:ext uri="{FF2B5EF4-FFF2-40B4-BE49-F238E27FC236}">
                <a16:creationId xmlns:a16="http://schemas.microsoft.com/office/drawing/2014/main" id="{4E3EC126-56B1-4F4A-9386-FAD6F656AFB4}"/>
              </a:ext>
            </a:extLst>
          </p:cNvPr>
          <p:cNvSpPr txBox="1"/>
          <p:nvPr userDrawn="1"/>
        </p:nvSpPr>
        <p:spPr>
          <a:xfrm>
            <a:off x="7984067" y="4891390"/>
            <a:ext cx="935568" cy="107722"/>
          </a:xfrm>
          <a:prstGeom prst="rect">
            <a:avLst/>
          </a:prstGeom>
          <a:noFill/>
        </p:spPr>
        <p:txBody>
          <a:bodyPr wrap="square" lIns="0" tIns="0" rIns="0" bIns="0" rtlCol="0" anchor="b" anchorCtr="0">
            <a:spAutoFit/>
          </a:bodyPr>
          <a:lstStyle/>
          <a:p>
            <a:pPr marL="0" algn="r" defTabSz="457200" rtl="0" eaLnBrk="1" latinLnBrk="0" hangingPunct="1"/>
            <a:r>
              <a:rPr kumimoji="1" lang="en-GB" sz="700" kern="1200" dirty="0">
                <a:solidFill>
                  <a:schemeClr val="tx1"/>
                </a:solidFill>
                <a:latin typeface="+mn-lt"/>
                <a:ea typeface="+mn-ea"/>
                <a:cs typeface="+mn-cs"/>
              </a:rPr>
              <a:t>© FUJITSU 2021</a:t>
            </a:r>
          </a:p>
        </p:txBody>
      </p:sp>
      <p:sp>
        <p:nvSpPr>
          <p:cNvPr id="19" name="Rounded Rectangle 21">
            <a:extLst>
              <a:ext uri="{FF2B5EF4-FFF2-40B4-BE49-F238E27FC236}">
                <a16:creationId xmlns:a16="http://schemas.microsoft.com/office/drawing/2014/main" id="{D0D0F980-AAEC-4568-A999-41C6A4282CCA}"/>
              </a:ext>
            </a:extLst>
          </p:cNvPr>
          <p:cNvSpPr/>
          <p:nvPr userDrawn="1"/>
        </p:nvSpPr>
        <p:spPr bwMode="black">
          <a:xfrm>
            <a:off x="231775" y="4911725"/>
            <a:ext cx="1595438" cy="141161"/>
          </a:xfrm>
          <a:prstGeom prst="roundRect">
            <a:avLst>
              <a:gd name="adj" fmla="val 50000"/>
            </a:avLst>
          </a:prstGeom>
          <a:noFill/>
          <a:ln w="6350"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1218673" rtl="0" eaLnBrk="1" fontAlgn="ctr" latinLnBrk="0" hangingPunct="1">
              <a:lnSpc>
                <a:spcPct val="100000"/>
              </a:lnSpc>
              <a:spcBef>
                <a:spcPct val="0"/>
              </a:spcBef>
              <a:spcAft>
                <a:spcPct val="0"/>
              </a:spcAft>
              <a:buClrTx/>
              <a:buSzTx/>
              <a:buFontTx/>
              <a:buNone/>
              <a:tabLst/>
              <a:defRPr/>
            </a:pPr>
            <a:r>
              <a:rPr kumimoji="1" lang="en-GB" altLang="ja-JP" sz="700" b="0" i="0" u="none" strike="noStrike" kern="1200" cap="none" spc="0" normalizeH="0" baseline="0" noProof="0" dirty="0">
                <a:ln>
                  <a:noFill/>
                </a:ln>
                <a:solidFill>
                  <a:srgbClr val="000000"/>
                </a:solidFill>
                <a:effectLst/>
                <a:uLnTx/>
                <a:uFillTx/>
                <a:latin typeface="Arial"/>
                <a:ea typeface="+mn-ea"/>
                <a:cs typeface="+mn-cs"/>
              </a:rPr>
              <a:t>Fujitsu Restricted - Internal Use Only</a:t>
            </a:r>
            <a:endParaRPr kumimoji="1" lang="en-US" altLang="ja-JP" sz="70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836283617"/>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79" r:id="rId4"/>
    <p:sldLayoutId id="2147483765" r:id="rId5"/>
    <p:sldLayoutId id="2147483766" r:id="rId6"/>
    <p:sldLayoutId id="2147483767" r:id="rId7"/>
    <p:sldLayoutId id="2147483768" r:id="rId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685800" rtl="0" eaLnBrk="1" latinLnBrk="0" hangingPunct="1">
        <a:lnSpc>
          <a:spcPct val="90000"/>
        </a:lnSpc>
        <a:spcBef>
          <a:spcPct val="0"/>
        </a:spcBef>
        <a:buNone/>
        <a:defRPr kumimoji="1" sz="2800" b="1" kern="1200">
          <a:solidFill>
            <a:schemeClr val="bg1"/>
          </a:solidFill>
          <a:latin typeface="+mj-lt"/>
          <a:ea typeface="+mj-ea"/>
          <a:cs typeface="+mj-cs"/>
        </a:defRPr>
      </a:lvl1pPr>
    </p:titleStyle>
    <p:bodyStyle>
      <a:lvl1pPr marL="252413" indent="-252413" algn="l" defTabSz="685800" rtl="0" eaLnBrk="1" latinLnBrk="0" hangingPunct="1">
        <a:lnSpc>
          <a:spcPct val="90000"/>
        </a:lnSpc>
        <a:spcBef>
          <a:spcPts val="0"/>
        </a:spcBef>
        <a:spcAft>
          <a:spcPts val="600"/>
        </a:spcAft>
        <a:buClr>
          <a:srgbClr val="EA0000"/>
        </a:buClr>
        <a:buSzPct val="120000"/>
        <a:buFont typeface="Arial" panose="020B0604020202020204" pitchFamily="34" charset="0"/>
        <a:buChar char="●"/>
        <a:defRPr kumimoji="1" lang="en-US" sz="2400" kern="1200" dirty="0" smtClean="0">
          <a:solidFill>
            <a:schemeClr val="tx1"/>
          </a:solidFill>
          <a:latin typeface="+mn-lt"/>
          <a:ea typeface="+mn-ea"/>
          <a:cs typeface="+mn-cs"/>
        </a:defRPr>
      </a:lvl1pPr>
      <a:lvl2pPr marL="533400" indent="-225425" algn="l" defTabSz="685800" rtl="0" eaLnBrk="1" latinLnBrk="0" hangingPunct="1">
        <a:lnSpc>
          <a:spcPct val="90000"/>
        </a:lnSpc>
        <a:spcBef>
          <a:spcPts val="0"/>
        </a:spcBef>
        <a:spcAft>
          <a:spcPts val="600"/>
        </a:spcAft>
        <a:buClr>
          <a:srgbClr val="FF8000"/>
        </a:buClr>
        <a:buSzPct val="120000"/>
        <a:buFont typeface="Corbel" panose="020B0503020204020204" pitchFamily="34" charset="0"/>
        <a:buChar char="○"/>
        <a:defRPr kumimoji="1" lang="en-US" sz="2000" kern="1200" dirty="0" smtClean="0">
          <a:solidFill>
            <a:schemeClr val="tx1"/>
          </a:solidFill>
          <a:latin typeface="+mn-lt"/>
          <a:ea typeface="+mn-ea"/>
          <a:cs typeface="+mn-cs"/>
        </a:defRPr>
      </a:lvl2pPr>
      <a:lvl3pPr marL="868363" indent="-198438" algn="l" defTabSz="685800" rtl="0" eaLnBrk="1" latinLnBrk="0" hangingPunct="1">
        <a:lnSpc>
          <a:spcPct val="90000"/>
        </a:lnSpc>
        <a:spcBef>
          <a:spcPts val="0"/>
        </a:spcBef>
        <a:spcAft>
          <a:spcPts val="600"/>
        </a:spcAft>
        <a:buClr>
          <a:schemeClr val="tx1">
            <a:lumMod val="50000"/>
            <a:lumOff val="50000"/>
          </a:schemeClr>
        </a:buClr>
        <a:buSzPct val="120000"/>
        <a:buFont typeface="Corbel" panose="020B0503020204020204" pitchFamily="34" charset="0"/>
        <a:buChar char="○"/>
        <a:defRPr kumimoji="1" lang="en-US" sz="1800" kern="1200" dirty="0" smtClean="0">
          <a:solidFill>
            <a:schemeClr val="tx1"/>
          </a:solidFill>
          <a:latin typeface="+mn-lt"/>
          <a:ea typeface="+mn-ea"/>
          <a:cs typeface="+mn-cs"/>
        </a:defRPr>
      </a:lvl3pPr>
      <a:lvl4pPr marL="1203325" indent="-193675" algn="l" defTabSz="685800" rtl="0" eaLnBrk="1" latinLnBrk="0" hangingPunct="1">
        <a:lnSpc>
          <a:spcPct val="90000"/>
        </a:lnSpc>
        <a:spcBef>
          <a:spcPts val="0"/>
        </a:spcBef>
        <a:spcAft>
          <a:spcPts val="600"/>
        </a:spcAft>
        <a:buClr>
          <a:schemeClr val="bg1">
            <a:lumMod val="50000"/>
          </a:schemeClr>
        </a:buClr>
        <a:buSzPct val="120000"/>
        <a:buFont typeface="Arial" panose="020B0604020202020204" pitchFamily="34" charset="0"/>
        <a:buChar char="●"/>
        <a:defRPr kumimoji="1" lang="en-US" sz="1600" kern="1200" dirty="0" smtClean="0">
          <a:solidFill>
            <a:schemeClr val="tx1"/>
          </a:solidFill>
          <a:latin typeface="+mn-lt"/>
          <a:ea typeface="+mn-ea"/>
          <a:cs typeface="+mn-cs"/>
        </a:defRPr>
      </a:lvl4pPr>
      <a:lvl5pPr marL="1543050" indent="-171450" algn="l" defTabSz="685800" rtl="0" eaLnBrk="1" latinLnBrk="0" hangingPunct="1">
        <a:lnSpc>
          <a:spcPct val="90000"/>
        </a:lnSpc>
        <a:spcBef>
          <a:spcPts val="375"/>
        </a:spcBef>
        <a:buClr>
          <a:schemeClr val="bg1">
            <a:lumMod val="50000"/>
          </a:schemeClr>
        </a:buClr>
        <a:buFontTx/>
        <a:buBlip>
          <a:blip r:embed="rId11"/>
        </a:buBlip>
        <a:defRPr kumimoji="1" sz="16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Clr>
          <a:schemeClr val="bg1">
            <a:lumMod val="50000"/>
          </a:schemeClr>
        </a:buClr>
        <a:buFontTx/>
        <a:buBlip>
          <a:blip r:embed="rId11"/>
        </a:buBlip>
        <a:defRPr kumimoji="1" sz="16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Clr>
          <a:schemeClr val="bg1">
            <a:lumMod val="50000"/>
          </a:schemeClr>
        </a:buClr>
        <a:buFont typeface="Arial" panose="020B0604020202020204" pitchFamily="34" charset="0"/>
        <a:buChar char="–"/>
        <a:defRPr kumimoji="1" sz="16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Clr>
          <a:schemeClr val="bg1">
            <a:lumMod val="50000"/>
          </a:schemeClr>
        </a:buClr>
        <a:buFont typeface="Arial" panose="020B0604020202020204" pitchFamily="34" charset="0"/>
        <a:buChar char="–"/>
        <a:defRPr kumimoji="1" sz="16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Clr>
          <a:schemeClr val="bg1">
            <a:lumMod val="50000"/>
          </a:schemeClr>
        </a:buClr>
        <a:buFont typeface="Arial" panose="020B0604020202020204" pitchFamily="34" charset="0"/>
        <a:buChar char="–"/>
        <a:defRPr kumimoji="1" sz="160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80">
          <p15:clr>
            <a:srgbClr val="F26B43"/>
          </p15:clr>
        </p15:guide>
        <p15:guide id="2" pos="146">
          <p15:clr>
            <a:srgbClr val="F26B43"/>
          </p15:clr>
        </p15:guide>
        <p15:guide id="4" pos="5612">
          <p15:clr>
            <a:srgbClr val="F26B43"/>
          </p15:clr>
        </p15:guide>
        <p15:guide id="5" orient="horz" pos="3094">
          <p15:clr>
            <a:srgbClr val="F26B43"/>
          </p15:clr>
        </p15:guide>
        <p15:guide id="6" orient="horz" pos="145">
          <p15:clr>
            <a:srgbClr val="F26B43"/>
          </p15:clr>
        </p15:guide>
        <p15:guide id="7" orient="horz" pos="599">
          <p15:clr>
            <a:srgbClr val="F26B43"/>
          </p15:clr>
        </p15:guide>
        <p15:guide id="8" orient="horz" pos="2987">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7" name="図 8">
            <a:extLst>
              <a:ext uri="{FF2B5EF4-FFF2-40B4-BE49-F238E27FC236}">
                <a16:creationId xmlns:a16="http://schemas.microsoft.com/office/drawing/2014/main" id="{1AE713BA-30D8-4872-9170-7FDFA8FDA783}"/>
              </a:ext>
              <a:ext uri="{C183D7F6-B498-43B3-948B-1728B52AA6E4}">
                <adec:decorative xmlns:adec="http://schemas.microsoft.com/office/drawing/2017/decorative" val="1"/>
              </a:ext>
            </a:extLst>
          </p:cNvPr>
          <p:cNvPicPr>
            <a:picLocks noChangeAspect="1"/>
          </p:cNvPicPr>
          <p:nvPr userDrawn="1"/>
        </p:nvPicPr>
        <p:blipFill>
          <a:blip r:embed="rId10">
            <a:extLst>
              <a:ext uri="{28A0092B-C50C-407E-A947-70E740481C1C}">
                <a14:useLocalDpi xmlns:a14="http://schemas.microsoft.com/office/drawing/2010/main" val="0"/>
              </a:ext>
            </a:extLst>
          </a:blip>
          <a:srcRect t="92" b="92"/>
          <a:stretch/>
        </p:blipFill>
        <p:spPr bwMode="gray">
          <a:xfrm>
            <a:off x="1143" y="-3923"/>
            <a:ext cx="9142857" cy="716400"/>
          </a:xfrm>
          <a:prstGeom prst="rect">
            <a:avLst/>
          </a:prstGeom>
        </p:spPr>
      </p:pic>
      <p:sp>
        <p:nvSpPr>
          <p:cNvPr id="2" name="Title Placeholder 1"/>
          <p:cNvSpPr>
            <a:spLocks noGrp="1"/>
          </p:cNvSpPr>
          <p:nvPr>
            <p:ph type="title"/>
          </p:nvPr>
        </p:nvSpPr>
        <p:spPr>
          <a:xfrm>
            <a:off x="230825" y="166200"/>
            <a:ext cx="7740000" cy="387798"/>
          </a:xfrm>
          <a:prstGeom prst="rect">
            <a:avLst/>
          </a:prstGeom>
        </p:spPr>
        <p:txBody>
          <a:bodyPr vert="horz" lIns="0" tIns="0" rIns="0" bIns="0" rtlCol="0" anchor="ctr">
            <a:spAutoFit/>
          </a:bodyPr>
          <a:lstStyle/>
          <a:p>
            <a:r>
              <a:rPr lang="en-US" altLang="ja-JP" dirty="0"/>
              <a:t>Master title</a:t>
            </a:r>
            <a:endParaRPr lang="en-US" dirty="0"/>
          </a:p>
        </p:txBody>
      </p:sp>
      <p:sp>
        <p:nvSpPr>
          <p:cNvPr id="6" name="Slide Number Placeholder 5"/>
          <p:cNvSpPr>
            <a:spLocks noGrp="1"/>
          </p:cNvSpPr>
          <p:nvPr>
            <p:ph type="sldNum" sz="quarter" idx="4"/>
          </p:nvPr>
        </p:nvSpPr>
        <p:spPr>
          <a:xfrm>
            <a:off x="4302000" y="4877481"/>
            <a:ext cx="540000" cy="123111"/>
          </a:xfrm>
          <a:prstGeom prst="rect">
            <a:avLst/>
          </a:prstGeom>
        </p:spPr>
        <p:txBody>
          <a:bodyPr vert="horz" lIns="0" tIns="0" rIns="0" bIns="0" rtlCol="0" anchor="ctr">
            <a:spAutoFit/>
          </a:bodyPr>
          <a:lstStyle>
            <a:lvl1pPr algn="ctr">
              <a:defRPr sz="800">
                <a:solidFill>
                  <a:schemeClr val="tx1"/>
                </a:solidFill>
                <a:latin typeface="+mn-lt"/>
              </a:defRPr>
            </a:lvl1pPr>
          </a:lstStyle>
          <a:p>
            <a:fld id="{4D029D89-7B63-4C94-AD4D-2E4D6BB83637}" type="slidenum">
              <a:rPr kumimoji="1" lang="ja-JP" altLang="en-US" smtClean="0"/>
              <a:pPr/>
              <a:t>‹#›</a:t>
            </a:fld>
            <a:endParaRPr kumimoji="1" lang="ja-JP" altLang="en-US"/>
          </a:p>
        </p:txBody>
      </p:sp>
      <p:sp>
        <p:nvSpPr>
          <p:cNvPr id="16" name="TextBox 17">
            <a:extLst>
              <a:ext uri="{FF2B5EF4-FFF2-40B4-BE49-F238E27FC236}">
                <a16:creationId xmlns:a16="http://schemas.microsoft.com/office/drawing/2014/main" id="{4E3EC126-56B1-4F4A-9386-FAD6F656AFB4}"/>
              </a:ext>
            </a:extLst>
          </p:cNvPr>
          <p:cNvSpPr txBox="1"/>
          <p:nvPr userDrawn="1"/>
        </p:nvSpPr>
        <p:spPr>
          <a:xfrm>
            <a:off x="7984067" y="4891390"/>
            <a:ext cx="935568" cy="107722"/>
          </a:xfrm>
          <a:prstGeom prst="rect">
            <a:avLst/>
          </a:prstGeom>
          <a:noFill/>
        </p:spPr>
        <p:txBody>
          <a:bodyPr wrap="square" lIns="0" tIns="0" rIns="0" bIns="0" rtlCol="0" anchor="b" anchorCtr="0">
            <a:spAutoFit/>
          </a:bodyPr>
          <a:lstStyle/>
          <a:p>
            <a:pPr marL="0" algn="r" defTabSz="457200" rtl="0" eaLnBrk="1" latinLnBrk="0" hangingPunct="1"/>
            <a:r>
              <a:rPr kumimoji="1" lang="en-GB" sz="700" kern="1200" dirty="0">
                <a:solidFill>
                  <a:schemeClr val="tx1"/>
                </a:solidFill>
                <a:latin typeface="+mn-lt"/>
                <a:ea typeface="+mn-ea"/>
                <a:cs typeface="+mn-cs"/>
              </a:rPr>
              <a:t>© FUJITSU 2021</a:t>
            </a:r>
          </a:p>
        </p:txBody>
      </p:sp>
      <p:sp>
        <p:nvSpPr>
          <p:cNvPr id="19" name="Rounded Rectangle 21">
            <a:extLst>
              <a:ext uri="{FF2B5EF4-FFF2-40B4-BE49-F238E27FC236}">
                <a16:creationId xmlns:a16="http://schemas.microsoft.com/office/drawing/2014/main" id="{D0D0F980-AAEC-4568-A999-41C6A4282CCA}"/>
              </a:ext>
            </a:extLst>
          </p:cNvPr>
          <p:cNvSpPr/>
          <p:nvPr userDrawn="1"/>
        </p:nvSpPr>
        <p:spPr bwMode="black">
          <a:xfrm>
            <a:off x="231775" y="4911725"/>
            <a:ext cx="1595438" cy="141161"/>
          </a:xfrm>
          <a:prstGeom prst="roundRect">
            <a:avLst>
              <a:gd name="adj" fmla="val 50000"/>
            </a:avLst>
          </a:prstGeom>
          <a:noFill/>
          <a:ln w="6350"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1218673" rtl="0" eaLnBrk="1" fontAlgn="ctr" latinLnBrk="0" hangingPunct="1">
              <a:lnSpc>
                <a:spcPct val="100000"/>
              </a:lnSpc>
              <a:spcBef>
                <a:spcPct val="0"/>
              </a:spcBef>
              <a:spcAft>
                <a:spcPct val="0"/>
              </a:spcAft>
              <a:buClrTx/>
              <a:buSzTx/>
              <a:buFontTx/>
              <a:buNone/>
              <a:tabLst/>
              <a:defRPr/>
            </a:pPr>
            <a:r>
              <a:rPr kumimoji="1" lang="en-GB" altLang="ja-JP" sz="700" b="0" i="0" u="none" strike="noStrike" kern="1200" cap="none" spc="0" normalizeH="0" baseline="0" noProof="0" dirty="0">
                <a:ln>
                  <a:noFill/>
                </a:ln>
                <a:solidFill>
                  <a:srgbClr val="000000"/>
                </a:solidFill>
                <a:effectLst/>
                <a:uLnTx/>
                <a:uFillTx/>
                <a:latin typeface="Arial"/>
                <a:ea typeface="+mn-ea"/>
                <a:cs typeface="+mn-cs"/>
              </a:rPr>
              <a:t>Fujitsu Restricted - Internal Use Only</a:t>
            </a:r>
            <a:endParaRPr kumimoji="1" lang="en-US" altLang="ja-JP" sz="700" b="0" i="0" u="none" strike="noStrike" kern="1200" cap="none" spc="0" normalizeH="0" baseline="0" noProof="0" dirty="0">
              <a:ln>
                <a:noFill/>
              </a:ln>
              <a:solidFill>
                <a:srgbClr val="000000"/>
              </a:solidFill>
              <a:effectLst/>
              <a:uLnTx/>
              <a:uFillTx/>
              <a:latin typeface="Arial"/>
              <a:ea typeface="+mn-ea"/>
              <a:cs typeface="+mn-cs"/>
            </a:endParaRPr>
          </a:p>
        </p:txBody>
      </p:sp>
      <p:pic>
        <p:nvPicPr>
          <p:cNvPr id="18" name="図 10" descr="Fujitsu">
            <a:extLst>
              <a:ext uri="{FF2B5EF4-FFF2-40B4-BE49-F238E27FC236}">
                <a16:creationId xmlns:a16="http://schemas.microsoft.com/office/drawing/2014/main" id="{0B0BC0E5-22A2-4C77-9661-98FEED3C1D7F}"/>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bwMode="gray">
          <a:xfrm>
            <a:off x="8169274" y="180891"/>
            <a:ext cx="739862" cy="360000"/>
          </a:xfrm>
          <a:prstGeom prst="rect">
            <a:avLst/>
          </a:prstGeom>
        </p:spPr>
      </p:pic>
    </p:spTree>
    <p:extLst>
      <p:ext uri="{BB962C8B-B14F-4D97-AF65-F5344CB8AC3E}">
        <p14:creationId xmlns:p14="http://schemas.microsoft.com/office/powerpoint/2010/main" val="1655057208"/>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81" r:id="rId4"/>
    <p:sldLayoutId id="2147483773" r:id="rId5"/>
    <p:sldLayoutId id="2147483774" r:id="rId6"/>
    <p:sldLayoutId id="2147483775" r:id="rId7"/>
    <p:sldLayoutId id="2147483776" r:id="rId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685800" rtl="0" eaLnBrk="1" latinLnBrk="0" hangingPunct="1">
        <a:lnSpc>
          <a:spcPct val="90000"/>
        </a:lnSpc>
        <a:spcBef>
          <a:spcPct val="0"/>
        </a:spcBef>
        <a:buNone/>
        <a:defRPr kumimoji="1" sz="2800" b="1" kern="1200">
          <a:solidFill>
            <a:schemeClr val="tx1"/>
          </a:solidFill>
          <a:latin typeface="+mj-lt"/>
          <a:ea typeface="+mj-ea"/>
          <a:cs typeface="+mj-cs"/>
        </a:defRPr>
      </a:lvl1pPr>
    </p:titleStyle>
    <p:bodyStyle>
      <a:lvl1pPr marL="252413" indent="-252413" algn="l" defTabSz="685800" rtl="0" eaLnBrk="1" latinLnBrk="0" hangingPunct="1">
        <a:lnSpc>
          <a:spcPct val="90000"/>
        </a:lnSpc>
        <a:spcBef>
          <a:spcPts val="0"/>
        </a:spcBef>
        <a:spcAft>
          <a:spcPts val="600"/>
        </a:spcAft>
        <a:buClr>
          <a:srgbClr val="EA0000"/>
        </a:buClr>
        <a:buSzPct val="120000"/>
        <a:buFont typeface="Arial" panose="020B0604020202020204" pitchFamily="34" charset="0"/>
        <a:buChar char="●"/>
        <a:defRPr kumimoji="1" lang="en-US" sz="2400" kern="1200" dirty="0" smtClean="0">
          <a:solidFill>
            <a:schemeClr val="tx1"/>
          </a:solidFill>
          <a:latin typeface="+mn-lt"/>
          <a:ea typeface="+mn-ea"/>
          <a:cs typeface="+mn-cs"/>
        </a:defRPr>
      </a:lvl1pPr>
      <a:lvl2pPr marL="533400" indent="-225425" algn="l" defTabSz="685800" rtl="0" eaLnBrk="1" latinLnBrk="0" hangingPunct="1">
        <a:lnSpc>
          <a:spcPct val="90000"/>
        </a:lnSpc>
        <a:spcBef>
          <a:spcPts val="0"/>
        </a:spcBef>
        <a:spcAft>
          <a:spcPts val="600"/>
        </a:spcAft>
        <a:buClr>
          <a:srgbClr val="FF8000"/>
        </a:buClr>
        <a:buSzPct val="120000"/>
        <a:buFont typeface="Corbel" panose="020B0503020204020204" pitchFamily="34" charset="0"/>
        <a:buChar char="○"/>
        <a:defRPr kumimoji="1" lang="en-US" sz="2000" kern="1200" dirty="0" smtClean="0">
          <a:solidFill>
            <a:schemeClr val="tx1"/>
          </a:solidFill>
          <a:latin typeface="+mn-lt"/>
          <a:ea typeface="+mn-ea"/>
          <a:cs typeface="+mn-cs"/>
        </a:defRPr>
      </a:lvl2pPr>
      <a:lvl3pPr marL="868363" indent="-198438" algn="l" defTabSz="685800" rtl="0" eaLnBrk="1" latinLnBrk="0" hangingPunct="1">
        <a:lnSpc>
          <a:spcPct val="90000"/>
        </a:lnSpc>
        <a:spcBef>
          <a:spcPts val="0"/>
        </a:spcBef>
        <a:spcAft>
          <a:spcPts val="600"/>
        </a:spcAft>
        <a:buClr>
          <a:schemeClr val="tx1">
            <a:lumMod val="50000"/>
            <a:lumOff val="50000"/>
          </a:schemeClr>
        </a:buClr>
        <a:buSzPct val="120000"/>
        <a:buFont typeface="Corbel" panose="020B0503020204020204" pitchFamily="34" charset="0"/>
        <a:buChar char="○"/>
        <a:defRPr kumimoji="1" lang="en-US" sz="1800" kern="1200" dirty="0" smtClean="0">
          <a:solidFill>
            <a:schemeClr val="tx1"/>
          </a:solidFill>
          <a:latin typeface="+mn-lt"/>
          <a:ea typeface="+mn-ea"/>
          <a:cs typeface="+mn-cs"/>
        </a:defRPr>
      </a:lvl3pPr>
      <a:lvl4pPr marL="1203325" indent="-193675" algn="l" defTabSz="685800" rtl="0" eaLnBrk="1" latinLnBrk="0" hangingPunct="1">
        <a:lnSpc>
          <a:spcPct val="90000"/>
        </a:lnSpc>
        <a:spcBef>
          <a:spcPts val="0"/>
        </a:spcBef>
        <a:spcAft>
          <a:spcPts val="600"/>
        </a:spcAft>
        <a:buClr>
          <a:schemeClr val="bg1">
            <a:lumMod val="50000"/>
          </a:schemeClr>
        </a:buClr>
        <a:buSzPct val="120000"/>
        <a:buFont typeface="Arial" panose="020B0604020202020204" pitchFamily="34" charset="0"/>
        <a:buChar char="●"/>
        <a:defRPr kumimoji="1" lang="en-US" sz="1600" kern="1200" dirty="0" smtClean="0">
          <a:solidFill>
            <a:schemeClr val="tx1"/>
          </a:solidFill>
          <a:latin typeface="+mn-lt"/>
          <a:ea typeface="+mn-ea"/>
          <a:cs typeface="+mn-cs"/>
        </a:defRPr>
      </a:lvl4pPr>
      <a:lvl5pPr marL="1543050" indent="-171450" algn="l" defTabSz="685800" rtl="0" eaLnBrk="1" latinLnBrk="0" hangingPunct="1">
        <a:lnSpc>
          <a:spcPct val="90000"/>
        </a:lnSpc>
        <a:spcBef>
          <a:spcPts val="375"/>
        </a:spcBef>
        <a:buClr>
          <a:schemeClr val="bg1">
            <a:lumMod val="50000"/>
          </a:schemeClr>
        </a:buClr>
        <a:buFontTx/>
        <a:buBlip>
          <a:blip r:embed="rId12"/>
        </a:buBlip>
        <a:defRPr kumimoji="1" sz="16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Clr>
          <a:schemeClr val="bg1">
            <a:lumMod val="50000"/>
          </a:schemeClr>
        </a:buClr>
        <a:buFontTx/>
        <a:buBlip>
          <a:blip r:embed="rId12"/>
        </a:buBlip>
        <a:defRPr kumimoji="1" sz="16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Clr>
          <a:schemeClr val="bg1">
            <a:lumMod val="50000"/>
          </a:schemeClr>
        </a:buClr>
        <a:buFont typeface="Arial" panose="020B0604020202020204" pitchFamily="34" charset="0"/>
        <a:buChar char="–"/>
        <a:defRPr kumimoji="1" sz="16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Clr>
          <a:schemeClr val="bg1">
            <a:lumMod val="50000"/>
          </a:schemeClr>
        </a:buClr>
        <a:buFont typeface="Arial" panose="020B0604020202020204" pitchFamily="34" charset="0"/>
        <a:buChar char="–"/>
        <a:defRPr kumimoji="1" sz="16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Clr>
          <a:schemeClr val="bg1">
            <a:lumMod val="50000"/>
          </a:schemeClr>
        </a:buClr>
        <a:buFont typeface="Arial" panose="020B0604020202020204" pitchFamily="34" charset="0"/>
        <a:buChar char="–"/>
        <a:defRPr kumimoji="1" sz="160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80">
          <p15:clr>
            <a:srgbClr val="F26B43"/>
          </p15:clr>
        </p15:guide>
        <p15:guide id="2" pos="146">
          <p15:clr>
            <a:srgbClr val="F26B43"/>
          </p15:clr>
        </p15:guide>
        <p15:guide id="4" pos="5612">
          <p15:clr>
            <a:srgbClr val="F26B43"/>
          </p15:clr>
        </p15:guide>
        <p15:guide id="5" orient="horz" pos="3094">
          <p15:clr>
            <a:srgbClr val="F26B43"/>
          </p15:clr>
        </p15:guide>
        <p15:guide id="6" orient="horz" pos="145">
          <p15:clr>
            <a:srgbClr val="F26B43"/>
          </p15:clr>
        </p15:guide>
        <p15:guide id="7" orient="horz" pos="599">
          <p15:clr>
            <a:srgbClr val="F26B43"/>
          </p15:clr>
        </p15:guide>
        <p15:guide id="8" orient="horz" pos="2987">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30825" y="166200"/>
            <a:ext cx="7740000" cy="387798"/>
          </a:xfrm>
          <a:prstGeom prst="rect">
            <a:avLst/>
          </a:prstGeom>
        </p:spPr>
        <p:txBody>
          <a:bodyPr vert="horz" lIns="0" tIns="0" rIns="0" bIns="0" rtlCol="0" anchor="ctr">
            <a:spAutoFit/>
          </a:bodyPr>
          <a:lstStyle/>
          <a:p>
            <a:r>
              <a:rPr lang="en-US" altLang="ja-JP" dirty="0"/>
              <a:t>Master title</a:t>
            </a:r>
            <a:endParaRPr lang="en-US" dirty="0"/>
          </a:p>
        </p:txBody>
      </p:sp>
      <p:sp>
        <p:nvSpPr>
          <p:cNvPr id="6" name="Slide Number Placeholder 5"/>
          <p:cNvSpPr>
            <a:spLocks noGrp="1"/>
          </p:cNvSpPr>
          <p:nvPr>
            <p:ph type="sldNum" sz="quarter" idx="4"/>
          </p:nvPr>
        </p:nvSpPr>
        <p:spPr>
          <a:xfrm>
            <a:off x="4302000" y="4877481"/>
            <a:ext cx="540000" cy="123111"/>
          </a:xfrm>
          <a:prstGeom prst="rect">
            <a:avLst/>
          </a:prstGeom>
        </p:spPr>
        <p:txBody>
          <a:bodyPr vert="horz" lIns="0" tIns="0" rIns="0" bIns="0" rtlCol="0" anchor="ctr">
            <a:spAutoFit/>
          </a:bodyPr>
          <a:lstStyle>
            <a:lvl1pPr algn="ctr">
              <a:defRPr sz="800">
                <a:solidFill>
                  <a:schemeClr val="tx1"/>
                </a:solidFill>
                <a:latin typeface="+mn-lt"/>
              </a:defRPr>
            </a:lvl1pPr>
          </a:lstStyle>
          <a:p>
            <a:fld id="{4D029D89-7B63-4C94-AD4D-2E4D6BB83637}" type="slidenum">
              <a:rPr kumimoji="1" lang="ja-JP" altLang="en-US" smtClean="0"/>
              <a:pPr/>
              <a:t>‹#›</a:t>
            </a:fld>
            <a:endParaRPr kumimoji="1" lang="ja-JP" altLang="en-US"/>
          </a:p>
        </p:txBody>
      </p:sp>
      <p:grpSp>
        <p:nvGrpSpPr>
          <p:cNvPr id="15" name="Group 14" descr="Fujitsu">
            <a:extLst>
              <a:ext uri="{FF2B5EF4-FFF2-40B4-BE49-F238E27FC236}">
                <a16:creationId xmlns:a16="http://schemas.microsoft.com/office/drawing/2014/main" id="{7753282E-AE55-4E68-8BC5-9644513EEBC9}"/>
              </a:ext>
            </a:extLst>
          </p:cNvPr>
          <p:cNvGrpSpPr/>
          <p:nvPr userDrawn="1"/>
        </p:nvGrpSpPr>
        <p:grpSpPr>
          <a:xfrm>
            <a:off x="8169274" y="180891"/>
            <a:ext cx="741363" cy="361336"/>
            <a:chOff x="8012114" y="249161"/>
            <a:chExt cx="892174" cy="434841"/>
          </a:xfrm>
          <a:solidFill>
            <a:srgbClr val="FF0000"/>
          </a:solidFill>
        </p:grpSpPr>
        <p:sp>
          <p:nvSpPr>
            <p:cNvPr id="17" name="Freeform 34">
              <a:extLst>
                <a:ext uri="{FF2B5EF4-FFF2-40B4-BE49-F238E27FC236}">
                  <a16:creationId xmlns:a16="http://schemas.microsoft.com/office/drawing/2014/main" id="{A0F724A2-32D6-4BBD-907D-8B65A860E8ED}"/>
                </a:ext>
              </a:extLst>
            </p:cNvPr>
            <p:cNvSpPr>
              <a:spLocks/>
            </p:cNvSpPr>
            <p:nvPr userDrawn="1"/>
          </p:nvSpPr>
          <p:spPr bwMode="gray">
            <a:xfrm>
              <a:off x="8307389" y="249161"/>
              <a:ext cx="179387" cy="139657"/>
            </a:xfrm>
            <a:custGeom>
              <a:avLst/>
              <a:gdLst>
                <a:gd name="T0" fmla="*/ 961 w 2365"/>
                <a:gd name="T1" fmla="*/ 764 h 1825"/>
                <a:gd name="T2" fmla="*/ 599 w 2365"/>
                <a:gd name="T3" fmla="*/ 642 h 1825"/>
                <a:gd name="T4" fmla="*/ 1 w 2365"/>
                <a:gd name="T5" fmla="*/ 1235 h 1825"/>
                <a:gd name="T6" fmla="*/ 599 w 2365"/>
                <a:gd name="T7" fmla="*/ 1825 h 1825"/>
                <a:gd name="T8" fmla="*/ 1053 w 2365"/>
                <a:gd name="T9" fmla="*/ 1619 h 1825"/>
                <a:gd name="T10" fmla="*/ 1053 w 2365"/>
                <a:gd name="T11" fmla="*/ 1293 h 1825"/>
                <a:gd name="T12" fmla="*/ 771 w 2365"/>
                <a:gd name="T13" fmla="*/ 1568 h 1825"/>
                <a:gd name="T14" fmla="*/ 599 w 2365"/>
                <a:gd name="T15" fmla="*/ 1604 h 1825"/>
                <a:gd name="T16" fmla="*/ 225 w 2365"/>
                <a:gd name="T17" fmla="*/ 1235 h 1825"/>
                <a:gd name="T18" fmla="*/ 599 w 2365"/>
                <a:gd name="T19" fmla="*/ 863 h 1825"/>
                <a:gd name="T20" fmla="*/ 861 w 2365"/>
                <a:gd name="T21" fmla="*/ 972 h 1825"/>
                <a:gd name="T22" fmla="*/ 1093 w 2365"/>
                <a:gd name="T23" fmla="*/ 1239 h 1825"/>
                <a:gd name="T24" fmla="*/ 1630 w 2365"/>
                <a:gd name="T25" fmla="*/ 1473 h 1825"/>
                <a:gd name="T26" fmla="*/ 2365 w 2365"/>
                <a:gd name="T27" fmla="*/ 741 h 1825"/>
                <a:gd name="T28" fmla="*/ 1630 w 2365"/>
                <a:gd name="T29" fmla="*/ 0 h 1825"/>
                <a:gd name="T30" fmla="*/ 1053 w 2365"/>
                <a:gd name="T31" fmla="*/ 295 h 1825"/>
                <a:gd name="T32" fmla="*/ 1053 w 2365"/>
                <a:gd name="T33" fmla="*/ 735 h 1825"/>
                <a:gd name="T34" fmla="*/ 1630 w 2365"/>
                <a:gd name="T35" fmla="*/ 232 h 1825"/>
                <a:gd name="T36" fmla="*/ 2134 w 2365"/>
                <a:gd name="T37" fmla="*/ 741 h 1825"/>
                <a:gd name="T38" fmla="*/ 1630 w 2365"/>
                <a:gd name="T39" fmla="*/ 1245 h 1825"/>
                <a:gd name="T40" fmla="*/ 1303 w 2365"/>
                <a:gd name="T41" fmla="*/ 1125 h 1825"/>
                <a:gd name="T42" fmla="*/ 961 w 2365"/>
                <a:gd name="T43" fmla="*/ 764 h 1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65" h="1825">
                  <a:moveTo>
                    <a:pt x="961" y="764"/>
                  </a:moveTo>
                  <a:cubicBezTo>
                    <a:pt x="875" y="688"/>
                    <a:pt x="736" y="643"/>
                    <a:pt x="599" y="642"/>
                  </a:cubicBezTo>
                  <a:cubicBezTo>
                    <a:pt x="270" y="641"/>
                    <a:pt x="2" y="900"/>
                    <a:pt x="1" y="1235"/>
                  </a:cubicBezTo>
                  <a:cubicBezTo>
                    <a:pt x="0" y="1563"/>
                    <a:pt x="270" y="1824"/>
                    <a:pt x="599" y="1825"/>
                  </a:cubicBezTo>
                  <a:cubicBezTo>
                    <a:pt x="783" y="1825"/>
                    <a:pt x="943" y="1751"/>
                    <a:pt x="1053" y="1619"/>
                  </a:cubicBezTo>
                  <a:cubicBezTo>
                    <a:pt x="1053" y="1293"/>
                    <a:pt x="1053" y="1293"/>
                    <a:pt x="1053" y="1293"/>
                  </a:cubicBezTo>
                  <a:cubicBezTo>
                    <a:pt x="994" y="1394"/>
                    <a:pt x="877" y="1524"/>
                    <a:pt x="771" y="1568"/>
                  </a:cubicBezTo>
                  <a:cubicBezTo>
                    <a:pt x="717" y="1590"/>
                    <a:pt x="662" y="1604"/>
                    <a:pt x="599" y="1604"/>
                  </a:cubicBezTo>
                  <a:cubicBezTo>
                    <a:pt x="394" y="1604"/>
                    <a:pt x="225" y="1445"/>
                    <a:pt x="225" y="1235"/>
                  </a:cubicBezTo>
                  <a:cubicBezTo>
                    <a:pt x="225" y="1041"/>
                    <a:pt x="380" y="862"/>
                    <a:pt x="599" y="863"/>
                  </a:cubicBezTo>
                  <a:cubicBezTo>
                    <a:pt x="701" y="863"/>
                    <a:pt x="793" y="905"/>
                    <a:pt x="861" y="972"/>
                  </a:cubicBezTo>
                  <a:cubicBezTo>
                    <a:pt x="931" y="1040"/>
                    <a:pt x="1041" y="1183"/>
                    <a:pt x="1093" y="1239"/>
                  </a:cubicBezTo>
                  <a:cubicBezTo>
                    <a:pt x="1227" y="1383"/>
                    <a:pt x="1419" y="1473"/>
                    <a:pt x="1630" y="1473"/>
                  </a:cubicBezTo>
                  <a:cubicBezTo>
                    <a:pt x="2036" y="1474"/>
                    <a:pt x="2365" y="1146"/>
                    <a:pt x="2365" y="741"/>
                  </a:cubicBezTo>
                  <a:cubicBezTo>
                    <a:pt x="2365" y="336"/>
                    <a:pt x="2035" y="0"/>
                    <a:pt x="1630" y="0"/>
                  </a:cubicBezTo>
                  <a:cubicBezTo>
                    <a:pt x="1395" y="0"/>
                    <a:pt x="1187" y="122"/>
                    <a:pt x="1053" y="295"/>
                  </a:cubicBezTo>
                  <a:cubicBezTo>
                    <a:pt x="1053" y="735"/>
                    <a:pt x="1053" y="735"/>
                    <a:pt x="1053" y="735"/>
                  </a:cubicBezTo>
                  <a:cubicBezTo>
                    <a:pt x="1155" y="455"/>
                    <a:pt x="1340" y="232"/>
                    <a:pt x="1630" y="232"/>
                  </a:cubicBezTo>
                  <a:cubicBezTo>
                    <a:pt x="1909" y="232"/>
                    <a:pt x="2135" y="463"/>
                    <a:pt x="2134" y="741"/>
                  </a:cubicBezTo>
                  <a:cubicBezTo>
                    <a:pt x="2134" y="1020"/>
                    <a:pt x="1909" y="1246"/>
                    <a:pt x="1630" y="1245"/>
                  </a:cubicBezTo>
                  <a:cubicBezTo>
                    <a:pt x="1506" y="1244"/>
                    <a:pt x="1391" y="1199"/>
                    <a:pt x="1303" y="1125"/>
                  </a:cubicBezTo>
                  <a:cubicBezTo>
                    <a:pt x="1194" y="1040"/>
                    <a:pt x="1074" y="860"/>
                    <a:pt x="961" y="76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8" name="Freeform 35">
              <a:extLst>
                <a:ext uri="{FF2B5EF4-FFF2-40B4-BE49-F238E27FC236}">
                  <a16:creationId xmlns:a16="http://schemas.microsoft.com/office/drawing/2014/main" id="{E30318DE-352B-4F24-B00A-FBAE6BEBE1E1}"/>
                </a:ext>
              </a:extLst>
            </p:cNvPr>
            <p:cNvSpPr>
              <a:spLocks/>
            </p:cNvSpPr>
            <p:nvPr userDrawn="1"/>
          </p:nvSpPr>
          <p:spPr bwMode="gray">
            <a:xfrm>
              <a:off x="8012114" y="401514"/>
              <a:ext cx="123825" cy="201551"/>
            </a:xfrm>
            <a:custGeom>
              <a:avLst/>
              <a:gdLst>
                <a:gd name="T0" fmla="*/ 0 w 1624"/>
                <a:gd name="T1" fmla="*/ 0 h 2651"/>
                <a:gd name="T2" fmla="*/ 1624 w 1624"/>
                <a:gd name="T3" fmla="*/ 0 h 2651"/>
                <a:gd name="T4" fmla="*/ 1624 w 1624"/>
                <a:gd name="T5" fmla="*/ 452 h 2651"/>
                <a:gd name="T6" fmla="*/ 1365 w 1624"/>
                <a:gd name="T7" fmla="*/ 273 h 2651"/>
                <a:gd name="T8" fmla="*/ 613 w 1624"/>
                <a:gd name="T9" fmla="*/ 273 h 2651"/>
                <a:gd name="T10" fmla="*/ 613 w 1624"/>
                <a:gd name="T11" fmla="*/ 1053 h 2651"/>
                <a:gd name="T12" fmla="*/ 1428 w 1624"/>
                <a:gd name="T13" fmla="*/ 1053 h 2651"/>
                <a:gd name="T14" fmla="*/ 1428 w 1624"/>
                <a:gd name="T15" fmla="*/ 1467 h 2651"/>
                <a:gd name="T16" fmla="*/ 1205 w 1624"/>
                <a:gd name="T17" fmla="*/ 1335 h 2651"/>
                <a:gd name="T18" fmla="*/ 613 w 1624"/>
                <a:gd name="T19" fmla="*/ 1335 h 2651"/>
                <a:gd name="T20" fmla="*/ 613 w 1624"/>
                <a:gd name="T21" fmla="*/ 2401 h 2651"/>
                <a:gd name="T22" fmla="*/ 784 w 1624"/>
                <a:gd name="T23" fmla="*/ 2651 h 2651"/>
                <a:gd name="T24" fmla="*/ 11 w 1624"/>
                <a:gd name="T25" fmla="*/ 2651 h 2651"/>
                <a:gd name="T26" fmla="*/ 173 w 1624"/>
                <a:gd name="T27" fmla="*/ 2401 h 2651"/>
                <a:gd name="T28" fmla="*/ 173 w 1624"/>
                <a:gd name="T29" fmla="*/ 278 h 2651"/>
                <a:gd name="T30" fmla="*/ 0 w 1624"/>
                <a:gd name="T31"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24" h="2651">
                  <a:moveTo>
                    <a:pt x="0" y="0"/>
                  </a:moveTo>
                  <a:cubicBezTo>
                    <a:pt x="1624" y="0"/>
                    <a:pt x="1624" y="0"/>
                    <a:pt x="1624" y="0"/>
                  </a:cubicBezTo>
                  <a:cubicBezTo>
                    <a:pt x="1624" y="452"/>
                    <a:pt x="1624" y="452"/>
                    <a:pt x="1624" y="452"/>
                  </a:cubicBezTo>
                  <a:cubicBezTo>
                    <a:pt x="1624" y="452"/>
                    <a:pt x="1540" y="274"/>
                    <a:pt x="1365" y="273"/>
                  </a:cubicBezTo>
                  <a:cubicBezTo>
                    <a:pt x="613" y="273"/>
                    <a:pt x="613" y="273"/>
                    <a:pt x="613" y="273"/>
                  </a:cubicBezTo>
                  <a:cubicBezTo>
                    <a:pt x="613" y="1053"/>
                    <a:pt x="613" y="1053"/>
                    <a:pt x="613" y="1053"/>
                  </a:cubicBezTo>
                  <a:cubicBezTo>
                    <a:pt x="1428" y="1053"/>
                    <a:pt x="1428" y="1053"/>
                    <a:pt x="1428" y="1053"/>
                  </a:cubicBezTo>
                  <a:cubicBezTo>
                    <a:pt x="1428" y="1467"/>
                    <a:pt x="1428" y="1467"/>
                    <a:pt x="1428" y="1467"/>
                  </a:cubicBezTo>
                  <a:cubicBezTo>
                    <a:pt x="1428" y="1467"/>
                    <a:pt x="1402" y="1335"/>
                    <a:pt x="1205" y="1335"/>
                  </a:cubicBezTo>
                  <a:cubicBezTo>
                    <a:pt x="613" y="1335"/>
                    <a:pt x="613" y="1335"/>
                    <a:pt x="613" y="1335"/>
                  </a:cubicBezTo>
                  <a:cubicBezTo>
                    <a:pt x="613" y="2401"/>
                    <a:pt x="613" y="2401"/>
                    <a:pt x="613" y="2401"/>
                  </a:cubicBezTo>
                  <a:cubicBezTo>
                    <a:pt x="613" y="2558"/>
                    <a:pt x="784" y="2651"/>
                    <a:pt x="784" y="2651"/>
                  </a:cubicBezTo>
                  <a:cubicBezTo>
                    <a:pt x="11" y="2651"/>
                    <a:pt x="11" y="2651"/>
                    <a:pt x="11" y="2651"/>
                  </a:cubicBezTo>
                  <a:cubicBezTo>
                    <a:pt x="11" y="2651"/>
                    <a:pt x="173" y="2569"/>
                    <a:pt x="173" y="2401"/>
                  </a:cubicBezTo>
                  <a:cubicBezTo>
                    <a:pt x="173" y="278"/>
                    <a:pt x="173" y="278"/>
                    <a:pt x="173" y="278"/>
                  </a:cubicBezTo>
                  <a:cubicBezTo>
                    <a:pt x="173" y="99"/>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9" name="Freeform 36">
              <a:extLst>
                <a:ext uri="{FF2B5EF4-FFF2-40B4-BE49-F238E27FC236}">
                  <a16:creationId xmlns:a16="http://schemas.microsoft.com/office/drawing/2014/main" id="{89D2278C-142F-4C83-A0D4-CDBAA0E691F3}"/>
                </a:ext>
              </a:extLst>
            </p:cNvPr>
            <p:cNvSpPr>
              <a:spLocks/>
            </p:cNvSpPr>
            <p:nvPr userDrawn="1"/>
          </p:nvSpPr>
          <p:spPr bwMode="gray">
            <a:xfrm>
              <a:off x="8305801" y="401514"/>
              <a:ext cx="80962" cy="282488"/>
            </a:xfrm>
            <a:custGeom>
              <a:avLst/>
              <a:gdLst>
                <a:gd name="T0" fmla="*/ 246 w 1072"/>
                <a:gd name="T1" fmla="*/ 0 h 3696"/>
                <a:gd name="T2" fmla="*/ 1072 w 1072"/>
                <a:gd name="T3" fmla="*/ 0 h 3696"/>
                <a:gd name="T4" fmla="*/ 887 w 1072"/>
                <a:gd name="T5" fmla="*/ 230 h 3696"/>
                <a:gd name="T6" fmla="*/ 887 w 1072"/>
                <a:gd name="T7" fmla="*/ 2717 h 3696"/>
                <a:gd name="T8" fmla="*/ 0 w 1072"/>
                <a:gd name="T9" fmla="*/ 3693 h 3696"/>
                <a:gd name="T10" fmla="*/ 423 w 1072"/>
                <a:gd name="T11" fmla="*/ 2717 h 3696"/>
                <a:gd name="T12" fmla="*/ 423 w 1072"/>
                <a:gd name="T13" fmla="*/ 230 h 3696"/>
                <a:gd name="T14" fmla="*/ 246 w 1072"/>
                <a:gd name="T15" fmla="*/ 0 h 36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2" h="3696">
                  <a:moveTo>
                    <a:pt x="246" y="0"/>
                  </a:moveTo>
                  <a:cubicBezTo>
                    <a:pt x="1072" y="0"/>
                    <a:pt x="1072" y="0"/>
                    <a:pt x="1072" y="0"/>
                  </a:cubicBezTo>
                  <a:cubicBezTo>
                    <a:pt x="1072" y="0"/>
                    <a:pt x="887" y="87"/>
                    <a:pt x="887" y="230"/>
                  </a:cubicBezTo>
                  <a:cubicBezTo>
                    <a:pt x="887" y="2717"/>
                    <a:pt x="887" y="2717"/>
                    <a:pt x="887" y="2717"/>
                  </a:cubicBezTo>
                  <a:cubicBezTo>
                    <a:pt x="887" y="3558"/>
                    <a:pt x="44" y="3696"/>
                    <a:pt x="0" y="3693"/>
                  </a:cubicBezTo>
                  <a:cubicBezTo>
                    <a:pt x="72" y="3647"/>
                    <a:pt x="422" y="3349"/>
                    <a:pt x="423" y="2717"/>
                  </a:cubicBezTo>
                  <a:cubicBezTo>
                    <a:pt x="423" y="230"/>
                    <a:pt x="423" y="230"/>
                    <a:pt x="423" y="230"/>
                  </a:cubicBezTo>
                  <a:cubicBezTo>
                    <a:pt x="424" y="96"/>
                    <a:pt x="246" y="0"/>
                    <a:pt x="24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0" name="Freeform 37">
              <a:extLst>
                <a:ext uri="{FF2B5EF4-FFF2-40B4-BE49-F238E27FC236}">
                  <a16:creationId xmlns:a16="http://schemas.microsoft.com/office/drawing/2014/main" id="{2ADA4DDD-2252-4CF9-9903-6FFEF5BB2305}"/>
                </a:ext>
              </a:extLst>
            </p:cNvPr>
            <p:cNvSpPr>
              <a:spLocks/>
            </p:cNvSpPr>
            <p:nvPr userDrawn="1"/>
          </p:nvSpPr>
          <p:spPr bwMode="gray">
            <a:xfrm>
              <a:off x="8396289" y="401514"/>
              <a:ext cx="63500" cy="201551"/>
            </a:xfrm>
            <a:custGeom>
              <a:avLst/>
              <a:gdLst>
                <a:gd name="T0" fmla="*/ 0 w 828"/>
                <a:gd name="T1" fmla="*/ 0 h 2653"/>
                <a:gd name="T2" fmla="*/ 828 w 828"/>
                <a:gd name="T3" fmla="*/ 0 h 2653"/>
                <a:gd name="T4" fmla="*/ 645 w 828"/>
                <a:gd name="T5" fmla="*/ 235 h 2653"/>
                <a:gd name="T6" fmla="*/ 645 w 828"/>
                <a:gd name="T7" fmla="*/ 2401 h 2653"/>
                <a:gd name="T8" fmla="*/ 828 w 828"/>
                <a:gd name="T9" fmla="*/ 2653 h 2653"/>
                <a:gd name="T10" fmla="*/ 0 w 828"/>
                <a:gd name="T11" fmla="*/ 2653 h 2653"/>
                <a:gd name="T12" fmla="*/ 184 w 828"/>
                <a:gd name="T13" fmla="*/ 2401 h 2653"/>
                <a:gd name="T14" fmla="*/ 184 w 828"/>
                <a:gd name="T15" fmla="*/ 235 h 2653"/>
                <a:gd name="T16" fmla="*/ 0 w 828"/>
                <a:gd name="T17" fmla="*/ 0 h 2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2653">
                  <a:moveTo>
                    <a:pt x="0" y="0"/>
                  </a:moveTo>
                  <a:cubicBezTo>
                    <a:pt x="828" y="0"/>
                    <a:pt x="828" y="0"/>
                    <a:pt x="828" y="0"/>
                  </a:cubicBezTo>
                  <a:cubicBezTo>
                    <a:pt x="828" y="0"/>
                    <a:pt x="645" y="89"/>
                    <a:pt x="645" y="235"/>
                  </a:cubicBezTo>
                  <a:cubicBezTo>
                    <a:pt x="645" y="2401"/>
                    <a:pt x="645" y="2401"/>
                    <a:pt x="645" y="2401"/>
                  </a:cubicBezTo>
                  <a:cubicBezTo>
                    <a:pt x="645" y="2556"/>
                    <a:pt x="828" y="2653"/>
                    <a:pt x="828" y="2653"/>
                  </a:cubicBezTo>
                  <a:cubicBezTo>
                    <a:pt x="0" y="2653"/>
                    <a:pt x="0" y="2653"/>
                    <a:pt x="0" y="2653"/>
                  </a:cubicBezTo>
                  <a:cubicBezTo>
                    <a:pt x="0" y="2653"/>
                    <a:pt x="184" y="2557"/>
                    <a:pt x="184" y="2401"/>
                  </a:cubicBezTo>
                  <a:cubicBezTo>
                    <a:pt x="184" y="235"/>
                    <a:pt x="184" y="235"/>
                    <a:pt x="184" y="235"/>
                  </a:cubicBezTo>
                  <a:cubicBezTo>
                    <a:pt x="184" y="89"/>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1" name="Freeform 38">
              <a:extLst>
                <a:ext uri="{FF2B5EF4-FFF2-40B4-BE49-F238E27FC236}">
                  <a16:creationId xmlns:a16="http://schemas.microsoft.com/office/drawing/2014/main" id="{1512D43F-FF93-45D6-98A9-A62657BC6F62}"/>
                </a:ext>
              </a:extLst>
            </p:cNvPr>
            <p:cNvSpPr>
              <a:spLocks/>
            </p:cNvSpPr>
            <p:nvPr userDrawn="1"/>
          </p:nvSpPr>
          <p:spPr bwMode="gray">
            <a:xfrm>
              <a:off x="8459789" y="401514"/>
              <a:ext cx="150812" cy="201551"/>
            </a:xfrm>
            <a:custGeom>
              <a:avLst/>
              <a:gdLst>
                <a:gd name="T0" fmla="*/ 161 w 1984"/>
                <a:gd name="T1" fmla="*/ 0 h 2651"/>
                <a:gd name="T2" fmla="*/ 1984 w 1984"/>
                <a:gd name="T3" fmla="*/ 0 h 2651"/>
                <a:gd name="T4" fmla="*/ 1829 w 1984"/>
                <a:gd name="T5" fmla="*/ 482 h 2651"/>
                <a:gd name="T6" fmla="*/ 1607 w 1984"/>
                <a:gd name="T7" fmla="*/ 279 h 2651"/>
                <a:gd name="T8" fmla="*/ 1229 w 1984"/>
                <a:gd name="T9" fmla="*/ 279 h 2651"/>
                <a:gd name="T10" fmla="*/ 1229 w 1984"/>
                <a:gd name="T11" fmla="*/ 2401 h 2651"/>
                <a:gd name="T12" fmla="*/ 1407 w 1984"/>
                <a:gd name="T13" fmla="*/ 2651 h 2651"/>
                <a:gd name="T14" fmla="*/ 595 w 1984"/>
                <a:gd name="T15" fmla="*/ 2651 h 2651"/>
                <a:gd name="T16" fmla="*/ 771 w 1984"/>
                <a:gd name="T17" fmla="*/ 2401 h 2651"/>
                <a:gd name="T18" fmla="*/ 771 w 1984"/>
                <a:gd name="T19" fmla="*/ 279 h 2651"/>
                <a:gd name="T20" fmla="*/ 315 w 1984"/>
                <a:gd name="T21" fmla="*/ 279 h 2651"/>
                <a:gd name="T22" fmla="*/ 0 w 1984"/>
                <a:gd name="T23" fmla="*/ 522 h 2651"/>
                <a:gd name="T24" fmla="*/ 161 w 1984"/>
                <a:gd name="T25"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4" h="2651">
                  <a:moveTo>
                    <a:pt x="161" y="0"/>
                  </a:moveTo>
                  <a:cubicBezTo>
                    <a:pt x="1984" y="0"/>
                    <a:pt x="1984" y="0"/>
                    <a:pt x="1984" y="0"/>
                  </a:cubicBezTo>
                  <a:cubicBezTo>
                    <a:pt x="1829" y="482"/>
                    <a:pt x="1829" y="482"/>
                    <a:pt x="1829" y="482"/>
                  </a:cubicBezTo>
                  <a:cubicBezTo>
                    <a:pt x="1829" y="482"/>
                    <a:pt x="1783" y="279"/>
                    <a:pt x="1607" y="279"/>
                  </a:cubicBezTo>
                  <a:cubicBezTo>
                    <a:pt x="1229" y="279"/>
                    <a:pt x="1229" y="279"/>
                    <a:pt x="1229" y="279"/>
                  </a:cubicBezTo>
                  <a:cubicBezTo>
                    <a:pt x="1229" y="2401"/>
                    <a:pt x="1229" y="2401"/>
                    <a:pt x="1229" y="2401"/>
                  </a:cubicBezTo>
                  <a:cubicBezTo>
                    <a:pt x="1229" y="2535"/>
                    <a:pt x="1407" y="2651"/>
                    <a:pt x="1407" y="2651"/>
                  </a:cubicBezTo>
                  <a:cubicBezTo>
                    <a:pt x="595" y="2651"/>
                    <a:pt x="595" y="2651"/>
                    <a:pt x="595" y="2651"/>
                  </a:cubicBezTo>
                  <a:cubicBezTo>
                    <a:pt x="595" y="2651"/>
                    <a:pt x="771" y="2547"/>
                    <a:pt x="771" y="2401"/>
                  </a:cubicBezTo>
                  <a:cubicBezTo>
                    <a:pt x="771" y="279"/>
                    <a:pt x="771" y="279"/>
                    <a:pt x="771" y="279"/>
                  </a:cubicBezTo>
                  <a:cubicBezTo>
                    <a:pt x="315" y="279"/>
                    <a:pt x="315" y="279"/>
                    <a:pt x="315" y="279"/>
                  </a:cubicBezTo>
                  <a:cubicBezTo>
                    <a:pt x="185" y="280"/>
                    <a:pt x="0" y="522"/>
                    <a:pt x="0" y="522"/>
                  </a:cubicBezTo>
                  <a:lnTo>
                    <a:pt x="16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2" name="Freeform 39">
              <a:extLst>
                <a:ext uri="{FF2B5EF4-FFF2-40B4-BE49-F238E27FC236}">
                  <a16:creationId xmlns:a16="http://schemas.microsoft.com/office/drawing/2014/main" id="{8BBA6B77-1AF9-4193-9656-144BC66A383B}"/>
                </a:ext>
              </a:extLst>
            </p:cNvPr>
            <p:cNvSpPr>
              <a:spLocks/>
            </p:cNvSpPr>
            <p:nvPr userDrawn="1"/>
          </p:nvSpPr>
          <p:spPr bwMode="gray">
            <a:xfrm>
              <a:off x="8734426" y="401514"/>
              <a:ext cx="169862" cy="204725"/>
            </a:xfrm>
            <a:custGeom>
              <a:avLst/>
              <a:gdLst>
                <a:gd name="T0" fmla="*/ 1420 w 2219"/>
                <a:gd name="T1" fmla="*/ 0 h 2693"/>
                <a:gd name="T2" fmla="*/ 2219 w 2219"/>
                <a:gd name="T3" fmla="*/ 0 h 2693"/>
                <a:gd name="T4" fmla="*/ 2048 w 2219"/>
                <a:gd name="T5" fmla="*/ 234 h 2693"/>
                <a:gd name="T6" fmla="*/ 2048 w 2219"/>
                <a:gd name="T7" fmla="*/ 1840 h 2693"/>
                <a:gd name="T8" fmla="*/ 1131 w 2219"/>
                <a:gd name="T9" fmla="*/ 2693 h 2693"/>
                <a:gd name="T10" fmla="*/ 176 w 2219"/>
                <a:gd name="T11" fmla="*/ 1840 h 2693"/>
                <a:gd name="T12" fmla="*/ 176 w 2219"/>
                <a:gd name="T13" fmla="*/ 234 h 2693"/>
                <a:gd name="T14" fmla="*/ 0 w 2219"/>
                <a:gd name="T15" fmla="*/ 0 h 2693"/>
                <a:gd name="T16" fmla="*/ 821 w 2219"/>
                <a:gd name="T17" fmla="*/ 0 h 2693"/>
                <a:gd name="T18" fmla="*/ 638 w 2219"/>
                <a:gd name="T19" fmla="*/ 234 h 2693"/>
                <a:gd name="T20" fmla="*/ 638 w 2219"/>
                <a:gd name="T21" fmla="*/ 1840 h 2693"/>
                <a:gd name="T22" fmla="*/ 1131 w 2219"/>
                <a:gd name="T23" fmla="*/ 2406 h 2693"/>
                <a:gd name="T24" fmla="*/ 1601 w 2219"/>
                <a:gd name="T25" fmla="*/ 1840 h 2693"/>
                <a:gd name="T26" fmla="*/ 1601 w 2219"/>
                <a:gd name="T27" fmla="*/ 234 h 2693"/>
                <a:gd name="T28" fmla="*/ 1420 w 2219"/>
                <a:gd name="T29" fmla="*/ 0 h 2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19" h="2693">
                  <a:moveTo>
                    <a:pt x="1420" y="0"/>
                  </a:moveTo>
                  <a:cubicBezTo>
                    <a:pt x="2219" y="0"/>
                    <a:pt x="2219" y="0"/>
                    <a:pt x="2219" y="0"/>
                  </a:cubicBezTo>
                  <a:cubicBezTo>
                    <a:pt x="2219" y="0"/>
                    <a:pt x="2048" y="91"/>
                    <a:pt x="2048" y="234"/>
                  </a:cubicBezTo>
                  <a:cubicBezTo>
                    <a:pt x="2048" y="1840"/>
                    <a:pt x="2048" y="1840"/>
                    <a:pt x="2048" y="1840"/>
                  </a:cubicBezTo>
                  <a:cubicBezTo>
                    <a:pt x="2047" y="2492"/>
                    <a:pt x="1506" y="2693"/>
                    <a:pt x="1131" y="2693"/>
                  </a:cubicBezTo>
                  <a:cubicBezTo>
                    <a:pt x="759" y="2693"/>
                    <a:pt x="175" y="2490"/>
                    <a:pt x="176" y="1840"/>
                  </a:cubicBezTo>
                  <a:cubicBezTo>
                    <a:pt x="176" y="234"/>
                    <a:pt x="176" y="234"/>
                    <a:pt x="176" y="234"/>
                  </a:cubicBezTo>
                  <a:cubicBezTo>
                    <a:pt x="176" y="91"/>
                    <a:pt x="0" y="0"/>
                    <a:pt x="0" y="0"/>
                  </a:cubicBezTo>
                  <a:cubicBezTo>
                    <a:pt x="821" y="0"/>
                    <a:pt x="821" y="0"/>
                    <a:pt x="821" y="0"/>
                  </a:cubicBezTo>
                  <a:cubicBezTo>
                    <a:pt x="821" y="0"/>
                    <a:pt x="638" y="88"/>
                    <a:pt x="638" y="234"/>
                  </a:cubicBezTo>
                  <a:cubicBezTo>
                    <a:pt x="638" y="1840"/>
                    <a:pt x="638" y="1840"/>
                    <a:pt x="638" y="1840"/>
                  </a:cubicBezTo>
                  <a:cubicBezTo>
                    <a:pt x="638" y="2182"/>
                    <a:pt x="865" y="2406"/>
                    <a:pt x="1131" y="2406"/>
                  </a:cubicBezTo>
                  <a:cubicBezTo>
                    <a:pt x="1397" y="2406"/>
                    <a:pt x="1600" y="2173"/>
                    <a:pt x="1601" y="1840"/>
                  </a:cubicBezTo>
                  <a:cubicBezTo>
                    <a:pt x="1601" y="234"/>
                    <a:pt x="1601" y="234"/>
                    <a:pt x="1601" y="234"/>
                  </a:cubicBezTo>
                  <a:cubicBezTo>
                    <a:pt x="1601" y="91"/>
                    <a:pt x="1420" y="0"/>
                    <a:pt x="14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3" name="Freeform 40">
              <a:extLst>
                <a:ext uri="{FF2B5EF4-FFF2-40B4-BE49-F238E27FC236}">
                  <a16:creationId xmlns:a16="http://schemas.microsoft.com/office/drawing/2014/main" id="{8A1678F8-F796-45F6-86B5-3796E3956A12}"/>
                </a:ext>
              </a:extLst>
            </p:cNvPr>
            <p:cNvSpPr>
              <a:spLocks/>
            </p:cNvSpPr>
            <p:nvPr userDrawn="1"/>
          </p:nvSpPr>
          <p:spPr bwMode="gray">
            <a:xfrm>
              <a:off x="8142289" y="401514"/>
              <a:ext cx="169862" cy="206312"/>
            </a:xfrm>
            <a:custGeom>
              <a:avLst/>
              <a:gdLst>
                <a:gd name="T0" fmla="*/ 1427 w 2240"/>
                <a:gd name="T1" fmla="*/ 0 h 2700"/>
                <a:gd name="T2" fmla="*/ 2240 w 2240"/>
                <a:gd name="T3" fmla="*/ 0 h 2700"/>
                <a:gd name="T4" fmla="*/ 2068 w 2240"/>
                <a:gd name="T5" fmla="*/ 237 h 2700"/>
                <a:gd name="T6" fmla="*/ 2067 w 2240"/>
                <a:gd name="T7" fmla="*/ 1838 h 2700"/>
                <a:gd name="T8" fmla="*/ 1122 w 2240"/>
                <a:gd name="T9" fmla="*/ 2700 h 2700"/>
                <a:gd name="T10" fmla="*/ 166 w 2240"/>
                <a:gd name="T11" fmla="*/ 1838 h 2700"/>
                <a:gd name="T12" fmla="*/ 166 w 2240"/>
                <a:gd name="T13" fmla="*/ 237 h 2700"/>
                <a:gd name="T14" fmla="*/ 0 w 2240"/>
                <a:gd name="T15" fmla="*/ 0 h 2700"/>
                <a:gd name="T16" fmla="*/ 821 w 2240"/>
                <a:gd name="T17" fmla="*/ 0 h 2700"/>
                <a:gd name="T18" fmla="*/ 631 w 2240"/>
                <a:gd name="T19" fmla="*/ 237 h 2700"/>
                <a:gd name="T20" fmla="*/ 630 w 2240"/>
                <a:gd name="T21" fmla="*/ 1838 h 2700"/>
                <a:gd name="T22" fmla="*/ 1122 w 2240"/>
                <a:gd name="T23" fmla="*/ 2413 h 2700"/>
                <a:gd name="T24" fmla="*/ 1602 w 2240"/>
                <a:gd name="T25" fmla="*/ 1838 h 2700"/>
                <a:gd name="T26" fmla="*/ 1603 w 2240"/>
                <a:gd name="T27" fmla="*/ 237 h 2700"/>
                <a:gd name="T28" fmla="*/ 1427 w 2240"/>
                <a:gd name="T29" fmla="*/ 0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0" h="2700">
                  <a:moveTo>
                    <a:pt x="1427" y="0"/>
                  </a:moveTo>
                  <a:cubicBezTo>
                    <a:pt x="2240" y="0"/>
                    <a:pt x="2240" y="0"/>
                    <a:pt x="2240" y="0"/>
                  </a:cubicBezTo>
                  <a:cubicBezTo>
                    <a:pt x="2240" y="0"/>
                    <a:pt x="2068" y="95"/>
                    <a:pt x="2068" y="237"/>
                  </a:cubicBezTo>
                  <a:cubicBezTo>
                    <a:pt x="2068" y="238"/>
                    <a:pt x="2067" y="1838"/>
                    <a:pt x="2067" y="1838"/>
                  </a:cubicBezTo>
                  <a:cubicBezTo>
                    <a:pt x="2067" y="2494"/>
                    <a:pt x="1501" y="2700"/>
                    <a:pt x="1122" y="2700"/>
                  </a:cubicBezTo>
                  <a:cubicBezTo>
                    <a:pt x="750" y="2700"/>
                    <a:pt x="166" y="2491"/>
                    <a:pt x="166" y="1838"/>
                  </a:cubicBezTo>
                  <a:cubicBezTo>
                    <a:pt x="166" y="237"/>
                    <a:pt x="166" y="237"/>
                    <a:pt x="166" y="237"/>
                  </a:cubicBezTo>
                  <a:cubicBezTo>
                    <a:pt x="166" y="94"/>
                    <a:pt x="0" y="0"/>
                    <a:pt x="0" y="0"/>
                  </a:cubicBezTo>
                  <a:cubicBezTo>
                    <a:pt x="821" y="0"/>
                    <a:pt x="821" y="0"/>
                    <a:pt x="821" y="0"/>
                  </a:cubicBezTo>
                  <a:cubicBezTo>
                    <a:pt x="821" y="0"/>
                    <a:pt x="631" y="94"/>
                    <a:pt x="631" y="237"/>
                  </a:cubicBezTo>
                  <a:cubicBezTo>
                    <a:pt x="630" y="1838"/>
                    <a:pt x="630" y="1838"/>
                    <a:pt x="630" y="1838"/>
                  </a:cubicBezTo>
                  <a:cubicBezTo>
                    <a:pt x="630" y="2178"/>
                    <a:pt x="856" y="2412"/>
                    <a:pt x="1122" y="2413"/>
                  </a:cubicBezTo>
                  <a:cubicBezTo>
                    <a:pt x="1388" y="2414"/>
                    <a:pt x="1602" y="2174"/>
                    <a:pt x="1602" y="1838"/>
                  </a:cubicBezTo>
                  <a:cubicBezTo>
                    <a:pt x="1603" y="237"/>
                    <a:pt x="1603" y="237"/>
                    <a:pt x="1603" y="237"/>
                  </a:cubicBezTo>
                  <a:cubicBezTo>
                    <a:pt x="1603" y="94"/>
                    <a:pt x="1427" y="0"/>
                    <a:pt x="142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4" name="Freeform 41">
              <a:extLst>
                <a:ext uri="{FF2B5EF4-FFF2-40B4-BE49-F238E27FC236}">
                  <a16:creationId xmlns:a16="http://schemas.microsoft.com/office/drawing/2014/main" id="{686680D2-4C1A-42BA-9A0D-833B2C408ACA}"/>
                </a:ext>
              </a:extLst>
            </p:cNvPr>
            <p:cNvSpPr>
              <a:spLocks/>
            </p:cNvSpPr>
            <p:nvPr userDrawn="1"/>
          </p:nvSpPr>
          <p:spPr bwMode="gray">
            <a:xfrm>
              <a:off x="8604251" y="396753"/>
              <a:ext cx="130175" cy="211073"/>
            </a:xfrm>
            <a:custGeom>
              <a:avLst/>
              <a:gdLst>
                <a:gd name="T0" fmla="*/ 1467 w 1707"/>
                <a:gd name="T1" fmla="*/ 479 h 2755"/>
                <a:gd name="T2" fmla="*/ 1019 w 1707"/>
                <a:gd name="T3" fmla="*/ 276 h 2755"/>
                <a:gd name="T4" fmla="*/ 504 w 1707"/>
                <a:gd name="T5" fmla="*/ 677 h 2755"/>
                <a:gd name="T6" fmla="*/ 995 w 1707"/>
                <a:gd name="T7" fmla="*/ 1174 h 2755"/>
                <a:gd name="T8" fmla="*/ 1705 w 1707"/>
                <a:gd name="T9" fmla="*/ 1974 h 2755"/>
                <a:gd name="T10" fmla="*/ 651 w 1707"/>
                <a:gd name="T11" fmla="*/ 2755 h 2755"/>
                <a:gd name="T12" fmla="*/ 155 w 1707"/>
                <a:gd name="T13" fmla="*/ 2686 h 2755"/>
                <a:gd name="T14" fmla="*/ 0 w 1707"/>
                <a:gd name="T15" fmla="*/ 2177 h 2755"/>
                <a:gd name="T16" fmla="*/ 658 w 1707"/>
                <a:gd name="T17" fmla="*/ 2466 h 2755"/>
                <a:gd name="T18" fmla="*/ 1252 w 1707"/>
                <a:gd name="T19" fmla="*/ 2030 h 2755"/>
                <a:gd name="T20" fmla="*/ 46 w 1707"/>
                <a:gd name="T21" fmla="*/ 731 h 2755"/>
                <a:gd name="T22" fmla="*/ 973 w 1707"/>
                <a:gd name="T23" fmla="*/ 0 h 2755"/>
                <a:gd name="T24" fmla="*/ 1467 w 1707"/>
                <a:gd name="T25" fmla="*/ 69 h 2755"/>
                <a:gd name="T26" fmla="*/ 1467 w 1707"/>
                <a:gd name="T27" fmla="*/ 479 h 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7" h="2755">
                  <a:moveTo>
                    <a:pt x="1467" y="479"/>
                  </a:moveTo>
                  <a:cubicBezTo>
                    <a:pt x="1467" y="479"/>
                    <a:pt x="1352" y="277"/>
                    <a:pt x="1019" y="276"/>
                  </a:cubicBezTo>
                  <a:cubicBezTo>
                    <a:pt x="686" y="275"/>
                    <a:pt x="505" y="450"/>
                    <a:pt x="504" y="677"/>
                  </a:cubicBezTo>
                  <a:cubicBezTo>
                    <a:pt x="503" y="934"/>
                    <a:pt x="696" y="1031"/>
                    <a:pt x="995" y="1174"/>
                  </a:cubicBezTo>
                  <a:cubicBezTo>
                    <a:pt x="1279" y="1311"/>
                    <a:pt x="1707" y="1499"/>
                    <a:pt x="1705" y="1974"/>
                  </a:cubicBezTo>
                  <a:cubicBezTo>
                    <a:pt x="1704" y="2399"/>
                    <a:pt x="1327" y="2755"/>
                    <a:pt x="651" y="2755"/>
                  </a:cubicBezTo>
                  <a:cubicBezTo>
                    <a:pt x="442" y="2754"/>
                    <a:pt x="155" y="2686"/>
                    <a:pt x="155" y="2686"/>
                  </a:cubicBezTo>
                  <a:cubicBezTo>
                    <a:pt x="0" y="2177"/>
                    <a:pt x="0" y="2177"/>
                    <a:pt x="0" y="2177"/>
                  </a:cubicBezTo>
                  <a:cubicBezTo>
                    <a:pt x="143" y="2316"/>
                    <a:pt x="397" y="2466"/>
                    <a:pt x="658" y="2466"/>
                  </a:cubicBezTo>
                  <a:cubicBezTo>
                    <a:pt x="929" y="2466"/>
                    <a:pt x="1252" y="2298"/>
                    <a:pt x="1252" y="2030"/>
                  </a:cubicBezTo>
                  <a:cubicBezTo>
                    <a:pt x="1252" y="1512"/>
                    <a:pt x="46" y="1598"/>
                    <a:pt x="46" y="731"/>
                  </a:cubicBezTo>
                  <a:cubicBezTo>
                    <a:pt x="46" y="433"/>
                    <a:pt x="254" y="0"/>
                    <a:pt x="973" y="0"/>
                  </a:cubicBezTo>
                  <a:cubicBezTo>
                    <a:pt x="1207" y="0"/>
                    <a:pt x="1467" y="69"/>
                    <a:pt x="1467" y="69"/>
                  </a:cubicBezTo>
                  <a:lnTo>
                    <a:pt x="1467" y="4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grpSp>
    </p:spTree>
    <p:extLst>
      <p:ext uri="{BB962C8B-B14F-4D97-AF65-F5344CB8AC3E}">
        <p14:creationId xmlns:p14="http://schemas.microsoft.com/office/powerpoint/2010/main" val="2679247044"/>
      </p:ext>
    </p:extLst>
  </p:cSld>
  <p:clrMap bg1="lt1" tx1="dk1" bg2="lt2" tx2="dk2" accent1="accent1" accent2="accent2" accent3="accent3" accent4="accent4" accent5="accent5" accent6="accent6" hlink="hlink" folHlink="folHlink"/>
  <p:sldLayoutIdLst>
    <p:sldLayoutId id="2147483739" r:id="rId1"/>
    <p:sldLayoutId id="2147483740" r:id="rId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685800" rtl="0" eaLnBrk="1" latinLnBrk="0" hangingPunct="1">
        <a:lnSpc>
          <a:spcPct val="90000"/>
        </a:lnSpc>
        <a:spcBef>
          <a:spcPct val="0"/>
        </a:spcBef>
        <a:buNone/>
        <a:defRPr kumimoji="1" sz="2800" b="1" kern="1200">
          <a:solidFill>
            <a:schemeClr val="tx1"/>
          </a:solidFill>
          <a:latin typeface="+mj-lt"/>
          <a:ea typeface="+mj-ea"/>
          <a:cs typeface="+mj-cs"/>
        </a:defRPr>
      </a:lvl1pPr>
    </p:titleStyle>
    <p:bodyStyle>
      <a:lvl1pPr marL="252413" indent="-252413" algn="l" defTabSz="685800" rtl="0" eaLnBrk="1" latinLnBrk="0" hangingPunct="1">
        <a:lnSpc>
          <a:spcPct val="90000"/>
        </a:lnSpc>
        <a:spcBef>
          <a:spcPts val="0"/>
        </a:spcBef>
        <a:spcAft>
          <a:spcPts val="600"/>
        </a:spcAft>
        <a:buClr>
          <a:srgbClr val="1813B1"/>
        </a:buClr>
        <a:buSzPct val="120000"/>
        <a:buFont typeface="Corbel" panose="020B0503020204020204" pitchFamily="34" charset="0"/>
        <a:buChar char="○"/>
        <a:defRPr kumimoji="1" sz="2400" kern="1200">
          <a:solidFill>
            <a:schemeClr val="tx1"/>
          </a:solidFill>
          <a:latin typeface="+mn-lt"/>
          <a:ea typeface="+mn-ea"/>
          <a:cs typeface="+mn-cs"/>
        </a:defRPr>
      </a:lvl1pPr>
      <a:lvl2pPr marL="533400" indent="-225425" algn="l" defTabSz="685800" rtl="0" eaLnBrk="1" latinLnBrk="0" hangingPunct="1">
        <a:lnSpc>
          <a:spcPct val="90000"/>
        </a:lnSpc>
        <a:spcBef>
          <a:spcPts val="0"/>
        </a:spcBef>
        <a:spcAft>
          <a:spcPts val="600"/>
        </a:spcAft>
        <a:buClr>
          <a:srgbClr val="D51C89"/>
        </a:buClr>
        <a:buSzPct val="120000"/>
        <a:buFont typeface="Corbel" panose="020B0503020204020204" pitchFamily="34" charset="0"/>
        <a:buChar char="○"/>
        <a:defRPr kumimoji="1" sz="2000" kern="1200">
          <a:solidFill>
            <a:schemeClr val="tx1"/>
          </a:solidFill>
          <a:latin typeface="+mn-lt"/>
          <a:ea typeface="+mn-ea"/>
          <a:cs typeface="+mn-cs"/>
        </a:defRPr>
      </a:lvl2pPr>
      <a:lvl3pPr marL="868363" indent="-198438" algn="l" defTabSz="685800" rtl="0" eaLnBrk="1" latinLnBrk="0" hangingPunct="1">
        <a:lnSpc>
          <a:spcPct val="90000"/>
        </a:lnSpc>
        <a:spcBef>
          <a:spcPts val="0"/>
        </a:spcBef>
        <a:spcAft>
          <a:spcPts val="600"/>
        </a:spcAft>
        <a:buClr>
          <a:schemeClr val="tx1">
            <a:lumMod val="50000"/>
            <a:lumOff val="50000"/>
          </a:schemeClr>
        </a:buClr>
        <a:buSzPct val="120000"/>
        <a:buFont typeface="Corbel" panose="020B0503020204020204" pitchFamily="34" charset="0"/>
        <a:buChar char="○"/>
        <a:defRPr kumimoji="1" sz="1800" kern="1200">
          <a:solidFill>
            <a:schemeClr val="tx1"/>
          </a:solidFill>
          <a:latin typeface="+mn-lt"/>
          <a:ea typeface="+mn-ea"/>
          <a:cs typeface="+mn-cs"/>
        </a:defRPr>
      </a:lvl3pPr>
      <a:lvl4pPr marL="1203325" indent="-193675" algn="l" defTabSz="685800" rtl="0" eaLnBrk="1" latinLnBrk="0" hangingPunct="1">
        <a:lnSpc>
          <a:spcPct val="90000"/>
        </a:lnSpc>
        <a:spcBef>
          <a:spcPts val="0"/>
        </a:spcBef>
        <a:spcAft>
          <a:spcPts val="600"/>
        </a:spcAft>
        <a:buClr>
          <a:schemeClr val="bg1">
            <a:lumMod val="50000"/>
          </a:schemeClr>
        </a:buClr>
        <a:buSzPct val="120000"/>
        <a:buFont typeface="Arial" panose="020B0604020202020204" pitchFamily="34" charset="0"/>
        <a:buChar char="●"/>
        <a:defRPr kumimoji="1" sz="16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Clr>
          <a:schemeClr val="bg1">
            <a:lumMod val="50000"/>
          </a:schemeClr>
        </a:buClr>
        <a:buFontTx/>
        <a:buBlip>
          <a:blip r:embed="rId4"/>
        </a:buBlip>
        <a:defRPr kumimoji="1" sz="16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Clr>
          <a:schemeClr val="bg1">
            <a:lumMod val="50000"/>
          </a:schemeClr>
        </a:buClr>
        <a:buFontTx/>
        <a:buBlip>
          <a:blip r:embed="rId4"/>
        </a:buBlip>
        <a:defRPr kumimoji="1" sz="16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Clr>
          <a:schemeClr val="bg1">
            <a:lumMod val="50000"/>
          </a:schemeClr>
        </a:buClr>
        <a:buFont typeface="Arial" panose="020B0604020202020204" pitchFamily="34" charset="0"/>
        <a:buChar char="–"/>
        <a:defRPr kumimoji="1" sz="16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Clr>
          <a:schemeClr val="bg1">
            <a:lumMod val="50000"/>
          </a:schemeClr>
        </a:buClr>
        <a:buFont typeface="Arial" panose="020B0604020202020204" pitchFamily="34" charset="0"/>
        <a:buChar char="–"/>
        <a:defRPr kumimoji="1" sz="16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Clr>
          <a:schemeClr val="bg1">
            <a:lumMod val="50000"/>
          </a:schemeClr>
        </a:buClr>
        <a:buFont typeface="Arial" panose="020B0604020202020204" pitchFamily="34" charset="0"/>
        <a:buChar char="–"/>
        <a:defRPr kumimoji="1" sz="160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80">
          <p15:clr>
            <a:srgbClr val="F26B43"/>
          </p15:clr>
        </p15:guide>
        <p15:guide id="2" pos="146">
          <p15:clr>
            <a:srgbClr val="F26B43"/>
          </p15:clr>
        </p15:guide>
        <p15:guide id="4" pos="5612">
          <p15:clr>
            <a:srgbClr val="F26B43"/>
          </p15:clr>
        </p15:guide>
        <p15:guide id="5" orient="horz" pos="3094">
          <p15:clr>
            <a:srgbClr val="F26B43"/>
          </p15:clr>
        </p15:guide>
        <p15:guide id="6" orient="horz" pos="145">
          <p15:clr>
            <a:srgbClr val="F26B43"/>
          </p15:clr>
        </p15:guide>
        <p15:guide id="7" orient="horz" pos="599">
          <p15:clr>
            <a:srgbClr val="F26B43"/>
          </p15:clr>
        </p15:guide>
        <p15:guide id="8" orient="horz" pos="2987">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 Placeholder 18">
            <a:extLst>
              <a:ext uri="{FF2B5EF4-FFF2-40B4-BE49-F238E27FC236}">
                <a16:creationId xmlns:a16="http://schemas.microsoft.com/office/drawing/2014/main" id="{283307E1-C869-40A1-BDFC-653AB14FCFE5}"/>
              </a:ext>
            </a:extLst>
          </p:cNvPr>
          <p:cNvSpPr>
            <a:spLocks noGrp="1"/>
          </p:cNvSpPr>
          <p:nvPr>
            <p:ph type="body" sz="quarter" idx="10"/>
          </p:nvPr>
        </p:nvSpPr>
        <p:spPr>
          <a:xfrm>
            <a:off x="219076" y="1604464"/>
            <a:ext cx="4645024" cy="969496"/>
          </a:xfrm>
        </p:spPr>
        <p:txBody>
          <a:bodyPr/>
          <a:lstStyle/>
          <a:p>
            <a:pPr algn="ctr"/>
            <a:r>
              <a:rPr lang="en-GB" dirty="0"/>
              <a:t>Update Set Mover Application</a:t>
            </a:r>
          </a:p>
        </p:txBody>
      </p:sp>
      <p:sp>
        <p:nvSpPr>
          <p:cNvPr id="20" name="Text Placeholder 19">
            <a:extLst>
              <a:ext uri="{FF2B5EF4-FFF2-40B4-BE49-F238E27FC236}">
                <a16:creationId xmlns:a16="http://schemas.microsoft.com/office/drawing/2014/main" id="{BD568D91-00BC-447B-BF3C-702CCB23261C}"/>
              </a:ext>
            </a:extLst>
          </p:cNvPr>
          <p:cNvSpPr>
            <a:spLocks noGrp="1"/>
          </p:cNvSpPr>
          <p:nvPr>
            <p:ph type="body" sz="quarter" idx="11"/>
          </p:nvPr>
        </p:nvSpPr>
        <p:spPr/>
        <p:txBody>
          <a:bodyPr/>
          <a:lstStyle/>
          <a:p>
            <a:pPr algn="ctr"/>
            <a:r>
              <a:rPr lang="en-GB" dirty="0"/>
              <a:t>Developed by Pedro Leite</a:t>
            </a:r>
          </a:p>
        </p:txBody>
      </p:sp>
    </p:spTree>
    <p:extLst>
      <p:ext uri="{BB962C8B-B14F-4D97-AF65-F5344CB8AC3E}">
        <p14:creationId xmlns:p14="http://schemas.microsoft.com/office/powerpoint/2010/main" val="3671878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35EC89E-15ED-4749-982A-15ED821808B2}"/>
              </a:ext>
            </a:extLst>
          </p:cNvPr>
          <p:cNvSpPr>
            <a:spLocks noGrp="1"/>
          </p:cNvSpPr>
          <p:nvPr>
            <p:ph type="title"/>
          </p:nvPr>
        </p:nvSpPr>
        <p:spPr/>
        <p:txBody>
          <a:bodyPr/>
          <a:lstStyle/>
          <a:p>
            <a:r>
              <a:rPr lang="en-GB" dirty="0"/>
              <a:t>Update Set Mover</a:t>
            </a:r>
          </a:p>
        </p:txBody>
      </p:sp>
      <p:sp>
        <p:nvSpPr>
          <p:cNvPr id="4" name="スライド番号プレースホルダー 3">
            <a:extLst>
              <a:ext uri="{FF2B5EF4-FFF2-40B4-BE49-F238E27FC236}">
                <a16:creationId xmlns:a16="http://schemas.microsoft.com/office/drawing/2014/main" id="{7C6F85B8-064A-4AAC-8362-5239484525F4}"/>
              </a:ext>
            </a:extLst>
          </p:cNvPr>
          <p:cNvSpPr>
            <a:spLocks noGrp="1"/>
          </p:cNvSpPr>
          <p:nvPr>
            <p:ph type="sldNum" sz="quarter" idx="12"/>
          </p:nvPr>
        </p:nvSpPr>
        <p:spPr/>
        <p:txBody>
          <a:bodyPr/>
          <a:lstStyle/>
          <a:p>
            <a:fld id="{4D029D89-7B63-4C94-AD4D-2E4D6BB83637}" type="slidenum">
              <a:rPr lang="ja-JP" altLang="en-US" smtClean="0"/>
              <a:pPr/>
              <a:t>2</a:t>
            </a:fld>
            <a:endParaRPr lang="ja-JP" altLang="en-US"/>
          </a:p>
        </p:txBody>
      </p:sp>
      <p:sp>
        <p:nvSpPr>
          <p:cNvPr id="6" name="Text Placeholder 5">
            <a:extLst>
              <a:ext uri="{FF2B5EF4-FFF2-40B4-BE49-F238E27FC236}">
                <a16:creationId xmlns:a16="http://schemas.microsoft.com/office/drawing/2014/main" id="{FC8348B3-1EC9-4365-8AE9-93D2F230E64D}"/>
              </a:ext>
            </a:extLst>
          </p:cNvPr>
          <p:cNvSpPr>
            <a:spLocks noGrp="1"/>
          </p:cNvSpPr>
          <p:nvPr>
            <p:ph type="body" sz="quarter" idx="14"/>
          </p:nvPr>
        </p:nvSpPr>
        <p:spPr>
          <a:xfrm>
            <a:off x="231774" y="475990"/>
            <a:ext cx="8677275" cy="4592026"/>
          </a:xfrm>
        </p:spPr>
        <p:txBody>
          <a:bodyPr/>
          <a:lstStyle/>
          <a:p>
            <a:pPr marL="0" indent="0">
              <a:buNone/>
            </a:pPr>
            <a:endParaRPr lang="en-GB" dirty="0"/>
          </a:p>
          <a:p>
            <a:pPr marL="342900" indent="-342900">
              <a:buFont typeface="Arial" panose="020B0604020202020204" pitchFamily="34" charset="0"/>
              <a:buChar char="•"/>
            </a:pPr>
            <a:r>
              <a:rPr lang="en-GB" sz="2000" dirty="0"/>
              <a:t>It’s a simple application that:</a:t>
            </a:r>
          </a:p>
          <a:p>
            <a:pPr marL="623887" lvl="1" indent="-342900">
              <a:buFont typeface="Arial" panose="020B0604020202020204" pitchFamily="34" charset="0"/>
              <a:buChar char="•"/>
            </a:pPr>
            <a:r>
              <a:rPr lang="en-GB" dirty="0"/>
              <a:t>allows an extra layer of approval for the Update Set to go to Production and</a:t>
            </a:r>
          </a:p>
          <a:p>
            <a:pPr marL="623887" lvl="1" indent="-342900">
              <a:buFont typeface="Arial" panose="020B0604020202020204" pitchFamily="34" charset="0"/>
              <a:buChar char="•"/>
            </a:pPr>
            <a:r>
              <a:rPr lang="en-GB" dirty="0"/>
              <a:t>records all the operations on a table called “Update Set Mover History”</a:t>
            </a:r>
          </a:p>
          <a:p>
            <a:pPr marL="342900" indent="-342900">
              <a:buFont typeface="Arial" panose="020B0604020202020204" pitchFamily="34" charset="0"/>
              <a:buChar char="•"/>
            </a:pPr>
            <a:endParaRPr lang="en-GB" sz="1100" dirty="0"/>
          </a:p>
          <a:p>
            <a:pPr marL="342900" indent="-342900">
              <a:buFont typeface="Arial" panose="020B0604020202020204" pitchFamily="34" charset="0"/>
              <a:buChar char="•"/>
            </a:pPr>
            <a:r>
              <a:rPr lang="en-GB" sz="2000" dirty="0"/>
              <a:t>This will allow to:</a:t>
            </a:r>
          </a:p>
          <a:p>
            <a:pPr marL="623887" lvl="1" indent="-342900">
              <a:buFont typeface="Arial" panose="020B0604020202020204" pitchFamily="34" charset="0"/>
              <a:buChar char="•"/>
            </a:pPr>
            <a:r>
              <a:rPr lang="en-GB" dirty="0"/>
              <a:t>reduce “update set” pollution on production</a:t>
            </a:r>
          </a:p>
          <a:p>
            <a:pPr marL="623887" lvl="1" indent="-342900">
              <a:buFont typeface="Arial" panose="020B0604020202020204" pitchFamily="34" charset="0"/>
              <a:buChar char="•"/>
            </a:pPr>
            <a:r>
              <a:rPr lang="en-GB" dirty="0"/>
              <a:t>more control on what goes to production and</a:t>
            </a:r>
          </a:p>
          <a:p>
            <a:pPr marL="623887" lvl="1" indent="-342900">
              <a:buFont typeface="Arial" panose="020B0604020202020204" pitchFamily="34" charset="0"/>
              <a:buChar char="•"/>
            </a:pPr>
            <a:r>
              <a:rPr lang="en-GB" dirty="0"/>
              <a:t>have a better way to track who </a:t>
            </a:r>
            <a:r>
              <a:rPr lang="en-GB" i="1" dirty="0">
                <a:solidFill>
                  <a:srgbClr val="2400B0"/>
                </a:solidFill>
              </a:rPr>
              <a:t>created</a:t>
            </a:r>
            <a:r>
              <a:rPr lang="en-GB" dirty="0"/>
              <a:t>, </a:t>
            </a:r>
            <a:r>
              <a:rPr lang="en-GB" i="1" dirty="0">
                <a:solidFill>
                  <a:srgbClr val="2400B0"/>
                </a:solidFill>
              </a:rPr>
              <a:t>pulled</a:t>
            </a:r>
            <a:r>
              <a:rPr lang="en-GB" dirty="0"/>
              <a:t>, </a:t>
            </a:r>
            <a:r>
              <a:rPr lang="en-GB" i="1" dirty="0">
                <a:solidFill>
                  <a:srgbClr val="2400B0"/>
                </a:solidFill>
              </a:rPr>
              <a:t>committed</a:t>
            </a:r>
            <a:r>
              <a:rPr lang="en-GB" dirty="0"/>
              <a:t> or </a:t>
            </a:r>
            <a:r>
              <a:rPr lang="en-GB" i="1" dirty="0">
                <a:solidFill>
                  <a:srgbClr val="2400B0"/>
                </a:solidFill>
              </a:rPr>
              <a:t>backed out the updates sets</a:t>
            </a:r>
            <a:r>
              <a:rPr lang="en-GB" dirty="0">
                <a:solidFill>
                  <a:srgbClr val="2400B0"/>
                </a:solidFill>
              </a:rPr>
              <a:t> </a:t>
            </a:r>
            <a:r>
              <a:rPr lang="en-GB" dirty="0"/>
              <a:t>on all instances where this is installed</a:t>
            </a:r>
          </a:p>
          <a:p>
            <a:pPr marL="342900" indent="-342900">
              <a:buFont typeface="Arial" panose="020B0604020202020204" pitchFamily="34" charset="0"/>
              <a:buChar char="•"/>
            </a:pPr>
            <a:endParaRPr lang="en-GB" sz="1100" dirty="0"/>
          </a:p>
          <a:p>
            <a:pPr marL="342900" indent="-342900">
              <a:buFont typeface="Arial" panose="020B0604020202020204" pitchFamily="34" charset="0"/>
              <a:buChar char="•"/>
            </a:pPr>
            <a:r>
              <a:rPr lang="en-GB" sz="2000" dirty="0"/>
              <a:t>It is also possible to create reports based on the “Update Set Mover History”</a:t>
            </a:r>
          </a:p>
        </p:txBody>
      </p:sp>
    </p:spTree>
    <p:extLst>
      <p:ext uri="{BB962C8B-B14F-4D97-AF65-F5344CB8AC3E}">
        <p14:creationId xmlns:p14="http://schemas.microsoft.com/office/powerpoint/2010/main" val="1682073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B469FC0-1678-4F2B-A022-EA0373078906}"/>
              </a:ext>
            </a:extLst>
          </p:cNvPr>
          <p:cNvPicPr>
            <a:picLocks noChangeAspect="1"/>
          </p:cNvPicPr>
          <p:nvPr/>
        </p:nvPicPr>
        <p:blipFill>
          <a:blip r:embed="rId2"/>
          <a:stretch>
            <a:fillRect/>
          </a:stretch>
        </p:blipFill>
        <p:spPr>
          <a:xfrm>
            <a:off x="1846864" y="758334"/>
            <a:ext cx="6008302" cy="4301463"/>
          </a:xfrm>
          <a:prstGeom prst="rect">
            <a:avLst/>
          </a:prstGeom>
        </p:spPr>
      </p:pic>
      <p:sp>
        <p:nvSpPr>
          <p:cNvPr id="5" name="Title 4">
            <a:extLst>
              <a:ext uri="{FF2B5EF4-FFF2-40B4-BE49-F238E27FC236}">
                <a16:creationId xmlns:a16="http://schemas.microsoft.com/office/drawing/2014/main" id="{881EE7B9-AE3D-49FF-B150-A94C3E1D0FAA}"/>
              </a:ext>
            </a:extLst>
          </p:cNvPr>
          <p:cNvSpPr>
            <a:spLocks noGrp="1"/>
          </p:cNvSpPr>
          <p:nvPr>
            <p:ph type="title"/>
          </p:nvPr>
        </p:nvSpPr>
        <p:spPr/>
        <p:txBody>
          <a:bodyPr/>
          <a:lstStyle/>
          <a:p>
            <a:r>
              <a:rPr lang="en-GB" dirty="0"/>
              <a:t>Flow Logic of the Application</a:t>
            </a:r>
          </a:p>
        </p:txBody>
      </p:sp>
      <p:sp>
        <p:nvSpPr>
          <p:cNvPr id="3" name="Slide Number Placeholder 2">
            <a:extLst>
              <a:ext uri="{FF2B5EF4-FFF2-40B4-BE49-F238E27FC236}">
                <a16:creationId xmlns:a16="http://schemas.microsoft.com/office/drawing/2014/main" id="{8820D90E-DF3E-434C-A1D5-D8936827446E}"/>
              </a:ext>
            </a:extLst>
          </p:cNvPr>
          <p:cNvSpPr>
            <a:spLocks noGrp="1"/>
          </p:cNvSpPr>
          <p:nvPr>
            <p:ph type="sldNum" sz="quarter" idx="12"/>
          </p:nvPr>
        </p:nvSpPr>
        <p:spPr/>
        <p:txBody>
          <a:bodyPr/>
          <a:lstStyle/>
          <a:p>
            <a:fld id="{4D029D89-7B63-4C94-AD4D-2E4D6BB83637}" type="slidenum">
              <a:rPr lang="ja-JP" altLang="en-US" smtClean="0"/>
              <a:pPr/>
              <a:t>3</a:t>
            </a:fld>
            <a:endParaRPr lang="ja-JP" altLang="en-US"/>
          </a:p>
        </p:txBody>
      </p:sp>
    </p:spTree>
    <p:extLst>
      <p:ext uri="{BB962C8B-B14F-4D97-AF65-F5344CB8AC3E}">
        <p14:creationId xmlns:p14="http://schemas.microsoft.com/office/powerpoint/2010/main" val="3618532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84F83-0D66-4A49-AF34-82BAC99C586B}"/>
              </a:ext>
            </a:extLst>
          </p:cNvPr>
          <p:cNvSpPr>
            <a:spLocks noGrp="1"/>
          </p:cNvSpPr>
          <p:nvPr>
            <p:ph type="title"/>
          </p:nvPr>
        </p:nvSpPr>
        <p:spPr>
          <a:xfrm>
            <a:off x="229767" y="206603"/>
            <a:ext cx="7740000" cy="366254"/>
          </a:xfrm>
        </p:spPr>
        <p:txBody>
          <a:bodyPr/>
          <a:lstStyle/>
          <a:p>
            <a:r>
              <a:rPr lang="pt-PT" dirty="0"/>
              <a:t>Application Modules</a:t>
            </a:r>
          </a:p>
        </p:txBody>
      </p:sp>
      <p:sp>
        <p:nvSpPr>
          <p:cNvPr id="3" name="Slide Number Placeholder 2">
            <a:extLst>
              <a:ext uri="{FF2B5EF4-FFF2-40B4-BE49-F238E27FC236}">
                <a16:creationId xmlns:a16="http://schemas.microsoft.com/office/drawing/2014/main" id="{D9E3A832-F6A6-403B-8019-F2B2C1111EF9}"/>
              </a:ext>
            </a:extLst>
          </p:cNvPr>
          <p:cNvSpPr>
            <a:spLocks noGrp="1"/>
          </p:cNvSpPr>
          <p:nvPr>
            <p:ph type="sldNum" sz="quarter" idx="12"/>
          </p:nvPr>
        </p:nvSpPr>
        <p:spPr>
          <a:xfrm>
            <a:off x="5188040" y="4877481"/>
            <a:ext cx="540000" cy="123111"/>
          </a:xfrm>
        </p:spPr>
        <p:txBody>
          <a:bodyPr/>
          <a:lstStyle/>
          <a:p>
            <a:fld id="{4D029D89-7B63-4C94-AD4D-2E4D6BB83637}" type="slidenum">
              <a:rPr kumimoji="1" lang="ja-JP" altLang="en-US" smtClean="0"/>
              <a:t>4</a:t>
            </a:fld>
            <a:endParaRPr kumimoji="1" lang="ja-JP" altLang="en-US"/>
          </a:p>
        </p:txBody>
      </p:sp>
      <p:sp>
        <p:nvSpPr>
          <p:cNvPr id="7" name="TextBox 6">
            <a:extLst>
              <a:ext uri="{FF2B5EF4-FFF2-40B4-BE49-F238E27FC236}">
                <a16:creationId xmlns:a16="http://schemas.microsoft.com/office/drawing/2014/main" id="{756DA5C8-6152-43AA-9B6C-63681F58EA24}"/>
              </a:ext>
            </a:extLst>
          </p:cNvPr>
          <p:cNvSpPr txBox="1"/>
          <p:nvPr/>
        </p:nvSpPr>
        <p:spPr>
          <a:xfrm>
            <a:off x="4063715" y="4074201"/>
            <a:ext cx="4562400" cy="923330"/>
          </a:xfrm>
          <a:prstGeom prst="rect">
            <a:avLst/>
          </a:prstGeom>
          <a:noFill/>
        </p:spPr>
        <p:txBody>
          <a:bodyPr wrap="square" rtlCol="0">
            <a:spAutoFit/>
          </a:bodyPr>
          <a:lstStyle/>
          <a:p>
            <a:pPr algn="l"/>
            <a:r>
              <a:rPr kumimoji="1" lang="pt-PT" b="1" dirty="0"/>
              <a:t>Update Set State Histories </a:t>
            </a:r>
            <a:r>
              <a:rPr kumimoji="1" lang="pt-PT" dirty="0"/>
              <a:t>–</a:t>
            </a:r>
            <a:r>
              <a:rPr kumimoji="1" lang="pt-PT" b="1" dirty="0"/>
              <a:t> </a:t>
            </a:r>
            <a:r>
              <a:rPr kumimoji="1" lang="pt-PT" dirty="0"/>
              <a:t>where all the operations on Update Sets will be recorded</a:t>
            </a:r>
          </a:p>
        </p:txBody>
      </p:sp>
      <p:sp>
        <p:nvSpPr>
          <p:cNvPr id="8" name="TextBox 7">
            <a:extLst>
              <a:ext uri="{FF2B5EF4-FFF2-40B4-BE49-F238E27FC236}">
                <a16:creationId xmlns:a16="http://schemas.microsoft.com/office/drawing/2014/main" id="{1D46D40A-F605-4877-8F59-891009D8D8C4}"/>
              </a:ext>
            </a:extLst>
          </p:cNvPr>
          <p:cNvSpPr txBox="1"/>
          <p:nvPr/>
        </p:nvSpPr>
        <p:spPr>
          <a:xfrm>
            <a:off x="4026186" y="820688"/>
            <a:ext cx="4562401" cy="646331"/>
          </a:xfrm>
          <a:prstGeom prst="rect">
            <a:avLst/>
          </a:prstGeom>
          <a:noFill/>
        </p:spPr>
        <p:txBody>
          <a:bodyPr wrap="square" rtlCol="0">
            <a:spAutoFit/>
          </a:bodyPr>
          <a:lstStyle/>
          <a:p>
            <a:pPr algn="l"/>
            <a:r>
              <a:rPr kumimoji="1" lang="pt-PT" b="1" dirty="0"/>
              <a:t>Properties</a:t>
            </a:r>
            <a:r>
              <a:rPr kumimoji="1" lang="pt-PT" dirty="0"/>
              <a:t> – where you turn on/off the appliction</a:t>
            </a:r>
          </a:p>
        </p:txBody>
      </p:sp>
      <p:sp>
        <p:nvSpPr>
          <p:cNvPr id="9" name="TextBox 8">
            <a:extLst>
              <a:ext uri="{FF2B5EF4-FFF2-40B4-BE49-F238E27FC236}">
                <a16:creationId xmlns:a16="http://schemas.microsoft.com/office/drawing/2014/main" id="{46F5055F-F265-4638-858A-B260706019D8}"/>
              </a:ext>
            </a:extLst>
          </p:cNvPr>
          <p:cNvSpPr txBox="1"/>
          <p:nvPr/>
        </p:nvSpPr>
        <p:spPr>
          <a:xfrm>
            <a:off x="4063715" y="1566603"/>
            <a:ext cx="4787590" cy="1477328"/>
          </a:xfrm>
          <a:prstGeom prst="rect">
            <a:avLst/>
          </a:prstGeom>
          <a:noFill/>
        </p:spPr>
        <p:txBody>
          <a:bodyPr wrap="square" rtlCol="0">
            <a:spAutoFit/>
          </a:bodyPr>
          <a:lstStyle/>
          <a:p>
            <a:pPr algn="l"/>
            <a:r>
              <a:rPr kumimoji="1" lang="pt-PT" b="1" dirty="0"/>
              <a:t>Instances</a:t>
            </a:r>
            <a:r>
              <a:rPr kumimoji="1" lang="pt-PT" dirty="0"/>
              <a:t> – where all the instances records should be created. Its crucial for the app to know which instances will use it, name of the production and what instance is set to send update sets for production.</a:t>
            </a:r>
          </a:p>
        </p:txBody>
      </p:sp>
      <p:pic>
        <p:nvPicPr>
          <p:cNvPr id="6" name="Picture 5">
            <a:extLst>
              <a:ext uri="{FF2B5EF4-FFF2-40B4-BE49-F238E27FC236}">
                <a16:creationId xmlns:a16="http://schemas.microsoft.com/office/drawing/2014/main" id="{47D9D208-67BC-4656-B12F-9CFC23E3EC18}"/>
              </a:ext>
            </a:extLst>
          </p:cNvPr>
          <p:cNvPicPr>
            <a:picLocks noChangeAspect="1"/>
          </p:cNvPicPr>
          <p:nvPr/>
        </p:nvPicPr>
        <p:blipFill>
          <a:blip r:embed="rId2"/>
          <a:stretch>
            <a:fillRect/>
          </a:stretch>
        </p:blipFill>
        <p:spPr>
          <a:xfrm>
            <a:off x="304910" y="1979309"/>
            <a:ext cx="2381582" cy="1648055"/>
          </a:xfrm>
          <a:prstGeom prst="rect">
            <a:avLst/>
          </a:prstGeom>
        </p:spPr>
      </p:pic>
      <p:sp>
        <p:nvSpPr>
          <p:cNvPr id="13" name="TextBox 12">
            <a:extLst>
              <a:ext uri="{FF2B5EF4-FFF2-40B4-BE49-F238E27FC236}">
                <a16:creationId xmlns:a16="http://schemas.microsoft.com/office/drawing/2014/main" id="{1265F04F-BB39-44DE-BE17-FC78B8833538}"/>
              </a:ext>
            </a:extLst>
          </p:cNvPr>
          <p:cNvSpPr txBox="1"/>
          <p:nvPr/>
        </p:nvSpPr>
        <p:spPr>
          <a:xfrm>
            <a:off x="4099767" y="3116330"/>
            <a:ext cx="4562401" cy="923330"/>
          </a:xfrm>
          <a:prstGeom prst="rect">
            <a:avLst/>
          </a:prstGeom>
          <a:noFill/>
        </p:spPr>
        <p:txBody>
          <a:bodyPr wrap="square" rtlCol="0">
            <a:spAutoFit/>
          </a:bodyPr>
          <a:lstStyle/>
          <a:p>
            <a:pPr algn="l"/>
            <a:r>
              <a:rPr kumimoji="1" lang="pt-PT" b="1" dirty="0"/>
              <a:t>Ready to Move to Prod</a:t>
            </a:r>
            <a:r>
              <a:rPr kumimoji="1" lang="pt-PT" dirty="0"/>
              <a:t> – List of update sets ready to move to prod for easier / quicker access of information</a:t>
            </a:r>
          </a:p>
        </p:txBody>
      </p:sp>
      <p:cxnSp>
        <p:nvCxnSpPr>
          <p:cNvPr id="19" name="Connector: Elbow 18">
            <a:extLst>
              <a:ext uri="{FF2B5EF4-FFF2-40B4-BE49-F238E27FC236}">
                <a16:creationId xmlns:a16="http://schemas.microsoft.com/office/drawing/2014/main" id="{A4AFBC38-7AA0-4519-A275-D7F18A6F211F}"/>
              </a:ext>
            </a:extLst>
          </p:cNvPr>
          <p:cNvCxnSpPr>
            <a:stCxn id="6" idx="3"/>
          </p:cNvCxnSpPr>
          <p:nvPr/>
        </p:nvCxnSpPr>
        <p:spPr>
          <a:xfrm flipV="1">
            <a:off x="2686492" y="1775777"/>
            <a:ext cx="1413275" cy="1027560"/>
          </a:xfrm>
          <a:prstGeom prst="bentConnector3">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21" name="Connector: Elbow 20">
            <a:extLst>
              <a:ext uri="{FF2B5EF4-FFF2-40B4-BE49-F238E27FC236}">
                <a16:creationId xmlns:a16="http://schemas.microsoft.com/office/drawing/2014/main" id="{D50549C9-58E1-442D-A248-395B983FC798}"/>
              </a:ext>
            </a:extLst>
          </p:cNvPr>
          <p:cNvCxnSpPr/>
          <p:nvPr/>
        </p:nvCxnSpPr>
        <p:spPr>
          <a:xfrm>
            <a:off x="2686492" y="3113269"/>
            <a:ext cx="1377223" cy="208832"/>
          </a:xfrm>
          <a:prstGeom prst="bentConnector3">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24" name="Connector: Elbow 23">
            <a:extLst>
              <a:ext uri="{FF2B5EF4-FFF2-40B4-BE49-F238E27FC236}">
                <a16:creationId xmlns:a16="http://schemas.microsoft.com/office/drawing/2014/main" id="{02C21CB7-6AF7-48D3-AF11-61C991A09FA7}"/>
              </a:ext>
            </a:extLst>
          </p:cNvPr>
          <p:cNvCxnSpPr/>
          <p:nvPr/>
        </p:nvCxnSpPr>
        <p:spPr>
          <a:xfrm flipV="1">
            <a:off x="2686492" y="1039390"/>
            <a:ext cx="1413275" cy="1368311"/>
          </a:xfrm>
          <a:prstGeom prst="bentConnector3">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26" name="Connector: Elbow 25">
            <a:extLst>
              <a:ext uri="{FF2B5EF4-FFF2-40B4-BE49-F238E27FC236}">
                <a16:creationId xmlns:a16="http://schemas.microsoft.com/office/drawing/2014/main" id="{F6D44E25-AF8F-4A45-B7F2-C095BA057F7E}"/>
              </a:ext>
            </a:extLst>
          </p:cNvPr>
          <p:cNvCxnSpPr/>
          <p:nvPr/>
        </p:nvCxnSpPr>
        <p:spPr>
          <a:xfrm>
            <a:off x="2686492" y="3460247"/>
            <a:ext cx="1413275" cy="782945"/>
          </a:xfrm>
          <a:prstGeom prst="bentConnector3">
            <a:avLst/>
          </a:prstGeom>
          <a:ln>
            <a:tailEnd type="triangle"/>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2401741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10963-B3A1-4B24-BD0D-F06AE737D0F1}"/>
              </a:ext>
            </a:extLst>
          </p:cNvPr>
          <p:cNvSpPr>
            <a:spLocks noGrp="1"/>
          </p:cNvSpPr>
          <p:nvPr>
            <p:ph type="title"/>
          </p:nvPr>
        </p:nvSpPr>
        <p:spPr/>
        <p:txBody>
          <a:bodyPr/>
          <a:lstStyle/>
          <a:p>
            <a:r>
              <a:rPr lang="pt-PT" dirty="0"/>
              <a:t>Update Set State History List</a:t>
            </a:r>
          </a:p>
        </p:txBody>
      </p:sp>
      <p:sp>
        <p:nvSpPr>
          <p:cNvPr id="3" name="Slide Number Placeholder 2">
            <a:extLst>
              <a:ext uri="{FF2B5EF4-FFF2-40B4-BE49-F238E27FC236}">
                <a16:creationId xmlns:a16="http://schemas.microsoft.com/office/drawing/2014/main" id="{282997BE-6F22-42BD-93D0-9D52EF84FBDC}"/>
              </a:ext>
            </a:extLst>
          </p:cNvPr>
          <p:cNvSpPr>
            <a:spLocks noGrp="1"/>
          </p:cNvSpPr>
          <p:nvPr>
            <p:ph type="sldNum" sz="quarter" idx="12"/>
          </p:nvPr>
        </p:nvSpPr>
        <p:spPr/>
        <p:txBody>
          <a:bodyPr/>
          <a:lstStyle/>
          <a:p>
            <a:fld id="{4D029D89-7B63-4C94-AD4D-2E4D6BB83637}" type="slidenum">
              <a:rPr kumimoji="1" lang="ja-JP" altLang="en-US" smtClean="0"/>
              <a:t>5</a:t>
            </a:fld>
            <a:endParaRPr kumimoji="1" lang="ja-JP" altLang="en-US"/>
          </a:p>
        </p:txBody>
      </p:sp>
      <p:pic>
        <p:nvPicPr>
          <p:cNvPr id="6" name="Picture 5" descr="Graphical user interface, text, application, chat or text message&#10;&#10;Description automatically generated">
            <a:extLst>
              <a:ext uri="{FF2B5EF4-FFF2-40B4-BE49-F238E27FC236}">
                <a16:creationId xmlns:a16="http://schemas.microsoft.com/office/drawing/2014/main" id="{9903D75C-214D-4F78-AFB1-4CB1CD7841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42843"/>
            <a:ext cx="9144000" cy="2457814"/>
          </a:xfrm>
          <a:prstGeom prst="rect">
            <a:avLst/>
          </a:prstGeom>
        </p:spPr>
      </p:pic>
    </p:spTree>
    <p:extLst>
      <p:ext uri="{BB962C8B-B14F-4D97-AF65-F5344CB8AC3E}">
        <p14:creationId xmlns:p14="http://schemas.microsoft.com/office/powerpoint/2010/main" val="129731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17F48-CB0E-4DD4-8369-F67C556C6A67}"/>
              </a:ext>
            </a:extLst>
          </p:cNvPr>
          <p:cNvSpPr>
            <a:spLocks noGrp="1"/>
          </p:cNvSpPr>
          <p:nvPr>
            <p:ph type="title"/>
          </p:nvPr>
        </p:nvSpPr>
        <p:spPr/>
        <p:txBody>
          <a:bodyPr/>
          <a:lstStyle/>
          <a:p>
            <a:r>
              <a:rPr lang="pt-PT" dirty="0"/>
              <a:t>Update Set State History Form</a:t>
            </a:r>
          </a:p>
        </p:txBody>
      </p:sp>
      <p:sp>
        <p:nvSpPr>
          <p:cNvPr id="3" name="Slide Number Placeholder 2">
            <a:extLst>
              <a:ext uri="{FF2B5EF4-FFF2-40B4-BE49-F238E27FC236}">
                <a16:creationId xmlns:a16="http://schemas.microsoft.com/office/drawing/2014/main" id="{3B0D7EAC-4C88-4AC1-8B18-2FD078AF8CC5}"/>
              </a:ext>
            </a:extLst>
          </p:cNvPr>
          <p:cNvSpPr>
            <a:spLocks noGrp="1"/>
          </p:cNvSpPr>
          <p:nvPr>
            <p:ph type="sldNum" sz="quarter" idx="12"/>
          </p:nvPr>
        </p:nvSpPr>
        <p:spPr/>
        <p:txBody>
          <a:bodyPr/>
          <a:lstStyle/>
          <a:p>
            <a:fld id="{4D029D89-7B63-4C94-AD4D-2E4D6BB83637}" type="slidenum">
              <a:rPr kumimoji="1" lang="ja-JP" altLang="en-US" smtClean="0"/>
              <a:t>6</a:t>
            </a:fld>
            <a:endParaRPr kumimoji="1" lang="ja-JP" altLang="en-US"/>
          </a:p>
        </p:txBody>
      </p:sp>
      <p:sp>
        <p:nvSpPr>
          <p:cNvPr id="4" name="Text Placeholder 3">
            <a:extLst>
              <a:ext uri="{FF2B5EF4-FFF2-40B4-BE49-F238E27FC236}">
                <a16:creationId xmlns:a16="http://schemas.microsoft.com/office/drawing/2014/main" id="{62F8680D-9A10-430F-83D7-BB3D3B665F5A}"/>
              </a:ext>
            </a:extLst>
          </p:cNvPr>
          <p:cNvSpPr>
            <a:spLocks noGrp="1"/>
          </p:cNvSpPr>
          <p:nvPr>
            <p:ph type="body" sz="quarter" idx="14"/>
          </p:nvPr>
        </p:nvSpPr>
        <p:spPr/>
        <p:txBody>
          <a:bodyPr/>
          <a:lstStyle/>
          <a:p>
            <a:endParaRPr lang="pt-PT"/>
          </a:p>
        </p:txBody>
      </p:sp>
      <p:pic>
        <p:nvPicPr>
          <p:cNvPr id="6" name="Picture 5" descr="Graphical user interface, application&#10;&#10;Description automatically generated">
            <a:extLst>
              <a:ext uri="{FF2B5EF4-FFF2-40B4-BE49-F238E27FC236}">
                <a16:creationId xmlns:a16="http://schemas.microsoft.com/office/drawing/2014/main" id="{CC0D1CAF-1A09-4687-9927-31ADE7C09D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46694"/>
            <a:ext cx="9144000" cy="3450111"/>
          </a:xfrm>
          <a:prstGeom prst="rect">
            <a:avLst/>
          </a:prstGeom>
        </p:spPr>
      </p:pic>
    </p:spTree>
    <p:extLst>
      <p:ext uri="{BB962C8B-B14F-4D97-AF65-F5344CB8AC3E}">
        <p14:creationId xmlns:p14="http://schemas.microsoft.com/office/powerpoint/2010/main" val="1143614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35EC89E-15ED-4749-982A-15ED821808B2}"/>
              </a:ext>
            </a:extLst>
          </p:cNvPr>
          <p:cNvSpPr>
            <a:spLocks noGrp="1"/>
          </p:cNvSpPr>
          <p:nvPr>
            <p:ph type="title"/>
          </p:nvPr>
        </p:nvSpPr>
        <p:spPr/>
        <p:txBody>
          <a:bodyPr/>
          <a:lstStyle/>
          <a:p>
            <a:r>
              <a:rPr lang="en-GB" dirty="0"/>
              <a:t>How to turn the application On/Off</a:t>
            </a:r>
          </a:p>
        </p:txBody>
      </p:sp>
      <p:sp>
        <p:nvSpPr>
          <p:cNvPr id="4" name="スライド番号プレースホルダー 3">
            <a:extLst>
              <a:ext uri="{FF2B5EF4-FFF2-40B4-BE49-F238E27FC236}">
                <a16:creationId xmlns:a16="http://schemas.microsoft.com/office/drawing/2014/main" id="{7C6F85B8-064A-4AAC-8362-5239484525F4}"/>
              </a:ext>
            </a:extLst>
          </p:cNvPr>
          <p:cNvSpPr>
            <a:spLocks noGrp="1"/>
          </p:cNvSpPr>
          <p:nvPr>
            <p:ph type="sldNum" sz="quarter" idx="12"/>
          </p:nvPr>
        </p:nvSpPr>
        <p:spPr/>
        <p:txBody>
          <a:bodyPr/>
          <a:lstStyle/>
          <a:p>
            <a:fld id="{4D029D89-7B63-4C94-AD4D-2E4D6BB83637}" type="slidenum">
              <a:rPr lang="ja-JP" altLang="en-US" smtClean="0"/>
              <a:pPr/>
              <a:t>7</a:t>
            </a:fld>
            <a:endParaRPr lang="ja-JP" altLang="en-US"/>
          </a:p>
        </p:txBody>
      </p:sp>
      <p:pic>
        <p:nvPicPr>
          <p:cNvPr id="7" name="Picture 6">
            <a:extLst>
              <a:ext uri="{FF2B5EF4-FFF2-40B4-BE49-F238E27FC236}">
                <a16:creationId xmlns:a16="http://schemas.microsoft.com/office/drawing/2014/main" id="{2F4D1A33-C398-4DAC-B4FD-1EC84AB7CC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3651" y="1043807"/>
            <a:ext cx="6896698" cy="3055885"/>
          </a:xfrm>
          <a:prstGeom prst="rect">
            <a:avLst/>
          </a:prstGeom>
        </p:spPr>
      </p:pic>
    </p:spTree>
    <p:extLst>
      <p:ext uri="{BB962C8B-B14F-4D97-AF65-F5344CB8AC3E}">
        <p14:creationId xmlns:p14="http://schemas.microsoft.com/office/powerpoint/2010/main" val="1287567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2F10E-2A4B-45AE-A72E-985EB2C823FE}"/>
              </a:ext>
            </a:extLst>
          </p:cNvPr>
          <p:cNvSpPr>
            <a:spLocks noGrp="1"/>
          </p:cNvSpPr>
          <p:nvPr>
            <p:ph type="title"/>
          </p:nvPr>
        </p:nvSpPr>
        <p:spPr/>
        <p:txBody>
          <a:bodyPr/>
          <a:lstStyle/>
          <a:p>
            <a:r>
              <a:rPr lang="pt-PT" dirty="0"/>
              <a:t>Instances Configuration</a:t>
            </a:r>
          </a:p>
        </p:txBody>
      </p:sp>
      <p:sp>
        <p:nvSpPr>
          <p:cNvPr id="3" name="Slide Number Placeholder 2">
            <a:extLst>
              <a:ext uri="{FF2B5EF4-FFF2-40B4-BE49-F238E27FC236}">
                <a16:creationId xmlns:a16="http://schemas.microsoft.com/office/drawing/2014/main" id="{C719479E-C24B-4012-8121-856FE9E24C8C}"/>
              </a:ext>
            </a:extLst>
          </p:cNvPr>
          <p:cNvSpPr>
            <a:spLocks noGrp="1"/>
          </p:cNvSpPr>
          <p:nvPr>
            <p:ph type="sldNum" sz="quarter" idx="12"/>
          </p:nvPr>
        </p:nvSpPr>
        <p:spPr/>
        <p:txBody>
          <a:bodyPr/>
          <a:lstStyle/>
          <a:p>
            <a:fld id="{4D029D89-7B63-4C94-AD4D-2E4D6BB83637}" type="slidenum">
              <a:rPr kumimoji="1" lang="ja-JP" altLang="en-US" smtClean="0"/>
              <a:t>8</a:t>
            </a:fld>
            <a:endParaRPr kumimoji="1" lang="ja-JP" altLang="en-US"/>
          </a:p>
        </p:txBody>
      </p:sp>
      <p:pic>
        <p:nvPicPr>
          <p:cNvPr id="6" name="Picture 5">
            <a:extLst>
              <a:ext uri="{FF2B5EF4-FFF2-40B4-BE49-F238E27FC236}">
                <a16:creationId xmlns:a16="http://schemas.microsoft.com/office/drawing/2014/main" id="{ADD8E0E2-4BDA-421C-A1EB-F21D80CDAD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37453"/>
            <a:ext cx="9144000" cy="2268594"/>
          </a:xfrm>
          <a:prstGeom prst="rect">
            <a:avLst/>
          </a:prstGeom>
        </p:spPr>
      </p:pic>
      <p:sp>
        <p:nvSpPr>
          <p:cNvPr id="7" name="Rectangle 6">
            <a:extLst>
              <a:ext uri="{FF2B5EF4-FFF2-40B4-BE49-F238E27FC236}">
                <a16:creationId xmlns:a16="http://schemas.microsoft.com/office/drawing/2014/main" id="{7B0A7A2F-489C-474F-A1E0-B60E192100B1}"/>
              </a:ext>
            </a:extLst>
          </p:cNvPr>
          <p:cNvSpPr/>
          <p:nvPr/>
        </p:nvSpPr>
        <p:spPr>
          <a:xfrm>
            <a:off x="6528391" y="1913860"/>
            <a:ext cx="2190307" cy="1453117"/>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pt-PT" dirty="0" err="1">
              <a:solidFill>
                <a:schemeClr val="tx1"/>
              </a:solidFill>
            </a:endParaRPr>
          </a:p>
        </p:txBody>
      </p:sp>
      <p:sp>
        <p:nvSpPr>
          <p:cNvPr id="8" name="Arrow: Right 7">
            <a:extLst>
              <a:ext uri="{FF2B5EF4-FFF2-40B4-BE49-F238E27FC236}">
                <a16:creationId xmlns:a16="http://schemas.microsoft.com/office/drawing/2014/main" id="{0D6BCEE5-2B61-4EE3-BA1A-AF76C465F0A5}"/>
              </a:ext>
            </a:extLst>
          </p:cNvPr>
          <p:cNvSpPr/>
          <p:nvPr/>
        </p:nvSpPr>
        <p:spPr>
          <a:xfrm>
            <a:off x="3019647" y="2452577"/>
            <a:ext cx="567069" cy="255181"/>
          </a:xfrm>
          <a:prstGeom prst="rightArrow">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pt-PT" dirty="0" err="1">
              <a:solidFill>
                <a:schemeClr val="tx1"/>
              </a:solidFill>
            </a:endParaRPr>
          </a:p>
        </p:txBody>
      </p:sp>
      <p:sp>
        <p:nvSpPr>
          <p:cNvPr id="9" name="Arrow: Right 8">
            <a:extLst>
              <a:ext uri="{FF2B5EF4-FFF2-40B4-BE49-F238E27FC236}">
                <a16:creationId xmlns:a16="http://schemas.microsoft.com/office/drawing/2014/main" id="{7199CB8C-3CE7-41FA-A6ED-0B886B931A0F}"/>
              </a:ext>
            </a:extLst>
          </p:cNvPr>
          <p:cNvSpPr/>
          <p:nvPr/>
        </p:nvSpPr>
        <p:spPr>
          <a:xfrm rot="10800000">
            <a:off x="6872177" y="2760676"/>
            <a:ext cx="567069" cy="255181"/>
          </a:xfrm>
          <a:prstGeom prst="rightArrow">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pt-PT" dirty="0" err="1">
              <a:solidFill>
                <a:schemeClr val="tx1"/>
              </a:solidFill>
            </a:endParaRPr>
          </a:p>
        </p:txBody>
      </p:sp>
    </p:spTree>
    <p:extLst>
      <p:ext uri="{BB962C8B-B14F-4D97-AF65-F5344CB8AC3E}">
        <p14:creationId xmlns:p14="http://schemas.microsoft.com/office/powerpoint/2010/main" val="14824952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4EC79-F172-4E9C-B401-3F4C999AAE33}"/>
              </a:ext>
            </a:extLst>
          </p:cNvPr>
          <p:cNvSpPr>
            <a:spLocks noGrp="1"/>
          </p:cNvSpPr>
          <p:nvPr>
            <p:ph type="title"/>
          </p:nvPr>
        </p:nvSpPr>
        <p:spPr>
          <a:xfrm>
            <a:off x="229767" y="206603"/>
            <a:ext cx="7740000" cy="366254"/>
          </a:xfrm>
        </p:spPr>
        <p:txBody>
          <a:bodyPr/>
          <a:lstStyle/>
          <a:p>
            <a:r>
              <a:rPr lang="pt-PT" dirty="0"/>
              <a:t>Update Set Record Form</a:t>
            </a:r>
          </a:p>
        </p:txBody>
      </p:sp>
      <p:sp>
        <p:nvSpPr>
          <p:cNvPr id="3" name="Slide Number Placeholder 2">
            <a:extLst>
              <a:ext uri="{FF2B5EF4-FFF2-40B4-BE49-F238E27FC236}">
                <a16:creationId xmlns:a16="http://schemas.microsoft.com/office/drawing/2014/main" id="{6CA3A8BD-554F-4356-8143-259C88BDD609}"/>
              </a:ext>
            </a:extLst>
          </p:cNvPr>
          <p:cNvSpPr>
            <a:spLocks noGrp="1"/>
          </p:cNvSpPr>
          <p:nvPr>
            <p:ph type="sldNum" sz="quarter" idx="12"/>
          </p:nvPr>
        </p:nvSpPr>
        <p:spPr/>
        <p:txBody>
          <a:bodyPr/>
          <a:lstStyle/>
          <a:p>
            <a:fld id="{4D029D89-7B63-4C94-AD4D-2E4D6BB83637}" type="slidenum">
              <a:rPr kumimoji="1" lang="ja-JP" altLang="en-US" smtClean="0"/>
              <a:t>9</a:t>
            </a:fld>
            <a:endParaRPr kumimoji="1" lang="ja-JP" altLang="en-US"/>
          </a:p>
        </p:txBody>
      </p:sp>
      <p:pic>
        <p:nvPicPr>
          <p:cNvPr id="7" name="Picture 6" descr="Graphical user interface, application, email&#10;&#10;Description automatically generated">
            <a:extLst>
              <a:ext uri="{FF2B5EF4-FFF2-40B4-BE49-F238E27FC236}">
                <a16:creationId xmlns:a16="http://schemas.microsoft.com/office/drawing/2014/main" id="{7BAE0319-3BEB-4886-A9CC-73B2B4AE6C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619" y="1764925"/>
            <a:ext cx="6424061" cy="2825397"/>
          </a:xfrm>
          <a:prstGeom prst="rect">
            <a:avLst/>
          </a:prstGeom>
        </p:spPr>
      </p:pic>
      <p:sp>
        <p:nvSpPr>
          <p:cNvPr id="5" name="Rectangle: Rounded Corners 4">
            <a:extLst>
              <a:ext uri="{FF2B5EF4-FFF2-40B4-BE49-F238E27FC236}">
                <a16:creationId xmlns:a16="http://schemas.microsoft.com/office/drawing/2014/main" id="{F6D8BB8F-099B-4106-A773-823B15060DCE}"/>
              </a:ext>
            </a:extLst>
          </p:cNvPr>
          <p:cNvSpPr/>
          <p:nvPr/>
        </p:nvSpPr>
        <p:spPr>
          <a:xfrm>
            <a:off x="1290084" y="3938136"/>
            <a:ext cx="3147237" cy="737872"/>
          </a:xfrm>
          <a:prstGeom prst="round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pt-PT" sz="1400" dirty="0">
                <a:solidFill>
                  <a:schemeClr val="tx1"/>
                </a:solidFill>
              </a:rPr>
              <a:t>These boolean fields will only show up in the instance set to be “before production”</a:t>
            </a:r>
          </a:p>
        </p:txBody>
      </p:sp>
      <p:sp>
        <p:nvSpPr>
          <p:cNvPr id="18" name="TextBox 17">
            <a:extLst>
              <a:ext uri="{FF2B5EF4-FFF2-40B4-BE49-F238E27FC236}">
                <a16:creationId xmlns:a16="http://schemas.microsoft.com/office/drawing/2014/main" id="{16FB1657-6A86-41FA-B32B-26062C37B384}"/>
              </a:ext>
            </a:extLst>
          </p:cNvPr>
          <p:cNvSpPr txBox="1"/>
          <p:nvPr/>
        </p:nvSpPr>
        <p:spPr>
          <a:xfrm>
            <a:off x="49619" y="836428"/>
            <a:ext cx="9044762" cy="1200329"/>
          </a:xfrm>
          <a:prstGeom prst="rect">
            <a:avLst/>
          </a:prstGeom>
          <a:noFill/>
        </p:spPr>
        <p:txBody>
          <a:bodyPr wrap="square" rtlCol="0">
            <a:spAutoFit/>
          </a:bodyPr>
          <a:lstStyle/>
          <a:p>
            <a:r>
              <a:rPr lang="en-GB" dirty="0"/>
              <a:t>After the Update Set is committed on the instance, its automatically set to “Pending Completion on this instance” and it won’t be possible to be pulled to production until the field “Ready to move to prod?” is manually selected on the record or on the list view</a:t>
            </a:r>
          </a:p>
          <a:p>
            <a:pPr algn="l"/>
            <a:endParaRPr kumimoji="1" lang="pt-PT" dirty="0"/>
          </a:p>
        </p:txBody>
      </p:sp>
      <p:cxnSp>
        <p:nvCxnSpPr>
          <p:cNvPr id="20" name="Connector: Elbow 19">
            <a:extLst>
              <a:ext uri="{FF2B5EF4-FFF2-40B4-BE49-F238E27FC236}">
                <a16:creationId xmlns:a16="http://schemas.microsoft.com/office/drawing/2014/main" id="{58B6E922-C9C8-42B7-992D-45A115BDF774}"/>
              </a:ext>
            </a:extLst>
          </p:cNvPr>
          <p:cNvCxnSpPr>
            <a:stCxn id="5" idx="0"/>
          </p:cNvCxnSpPr>
          <p:nvPr/>
        </p:nvCxnSpPr>
        <p:spPr>
          <a:xfrm rot="5400000" flipH="1" flipV="1">
            <a:off x="2865202" y="3025237"/>
            <a:ext cx="911401" cy="914399"/>
          </a:xfrm>
          <a:prstGeom prst="bentConnector2">
            <a:avLst/>
          </a:prstGeom>
          <a:ln>
            <a:tailEnd type="triangle"/>
          </a:ln>
        </p:spPr>
        <p:style>
          <a:lnRef idx="1">
            <a:schemeClr val="accent4"/>
          </a:lnRef>
          <a:fillRef idx="0">
            <a:schemeClr val="accent4"/>
          </a:fillRef>
          <a:effectRef idx="0">
            <a:schemeClr val="accent4"/>
          </a:effectRef>
          <a:fontRef idx="minor">
            <a:schemeClr val="tx1"/>
          </a:fontRef>
        </p:style>
      </p:cxnSp>
      <p:pic>
        <p:nvPicPr>
          <p:cNvPr id="22" name="Picture 21" descr="A picture containing text&#10;&#10;Description automatically generated">
            <a:extLst>
              <a:ext uri="{FF2B5EF4-FFF2-40B4-BE49-F238E27FC236}">
                <a16:creationId xmlns:a16="http://schemas.microsoft.com/office/drawing/2014/main" id="{43F25A08-BF03-4371-94B8-AF7F80CD02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51721" y="2965254"/>
            <a:ext cx="3534667" cy="1879283"/>
          </a:xfrm>
          <a:prstGeom prst="rect">
            <a:avLst/>
          </a:prstGeom>
        </p:spPr>
      </p:pic>
      <p:cxnSp>
        <p:nvCxnSpPr>
          <p:cNvPr id="24" name="Connector: Elbow 23">
            <a:extLst>
              <a:ext uri="{FF2B5EF4-FFF2-40B4-BE49-F238E27FC236}">
                <a16:creationId xmlns:a16="http://schemas.microsoft.com/office/drawing/2014/main" id="{3320A4EC-CC17-4569-88F3-D3A36558E694}"/>
              </a:ext>
            </a:extLst>
          </p:cNvPr>
          <p:cNvCxnSpPr/>
          <p:nvPr/>
        </p:nvCxnSpPr>
        <p:spPr>
          <a:xfrm rot="5400000">
            <a:off x="6484664" y="1943331"/>
            <a:ext cx="1200329" cy="843516"/>
          </a:xfrm>
          <a:prstGeom prst="bentConnector3">
            <a:avLst/>
          </a:prstGeom>
          <a:ln>
            <a:tailEnd type="triangle"/>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353982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B2F6B-C4E4-4DC7-86BA-40EB70264DEC}"/>
              </a:ext>
            </a:extLst>
          </p:cNvPr>
          <p:cNvSpPr>
            <a:spLocks noGrp="1"/>
          </p:cNvSpPr>
          <p:nvPr>
            <p:ph type="title"/>
          </p:nvPr>
        </p:nvSpPr>
        <p:spPr/>
        <p:txBody>
          <a:bodyPr/>
          <a:lstStyle/>
          <a:p>
            <a:r>
              <a:rPr lang="pt-PT" dirty="0"/>
              <a:t>Update Set Record Form</a:t>
            </a:r>
          </a:p>
        </p:txBody>
      </p:sp>
      <p:sp>
        <p:nvSpPr>
          <p:cNvPr id="3" name="Slide Number Placeholder 2">
            <a:extLst>
              <a:ext uri="{FF2B5EF4-FFF2-40B4-BE49-F238E27FC236}">
                <a16:creationId xmlns:a16="http://schemas.microsoft.com/office/drawing/2014/main" id="{30772FE4-69E4-4BF7-B1F2-35D8E5FB08DB}"/>
              </a:ext>
            </a:extLst>
          </p:cNvPr>
          <p:cNvSpPr>
            <a:spLocks noGrp="1"/>
          </p:cNvSpPr>
          <p:nvPr>
            <p:ph type="sldNum" sz="quarter" idx="12"/>
          </p:nvPr>
        </p:nvSpPr>
        <p:spPr/>
        <p:txBody>
          <a:bodyPr/>
          <a:lstStyle/>
          <a:p>
            <a:fld id="{4D029D89-7B63-4C94-AD4D-2E4D6BB83637}" type="slidenum">
              <a:rPr kumimoji="1" lang="ja-JP" altLang="en-US" smtClean="0"/>
              <a:t>10</a:t>
            </a:fld>
            <a:endParaRPr kumimoji="1" lang="ja-JP" altLang="en-US"/>
          </a:p>
        </p:txBody>
      </p:sp>
      <p:sp>
        <p:nvSpPr>
          <p:cNvPr id="5" name="TextBox 4">
            <a:extLst>
              <a:ext uri="{FF2B5EF4-FFF2-40B4-BE49-F238E27FC236}">
                <a16:creationId xmlns:a16="http://schemas.microsoft.com/office/drawing/2014/main" id="{FFAA20F6-29C3-48EC-8EDC-163F30C90D7A}"/>
              </a:ext>
            </a:extLst>
          </p:cNvPr>
          <p:cNvSpPr txBox="1"/>
          <p:nvPr/>
        </p:nvSpPr>
        <p:spPr>
          <a:xfrm>
            <a:off x="49619" y="836428"/>
            <a:ext cx="9044762" cy="923330"/>
          </a:xfrm>
          <a:prstGeom prst="rect">
            <a:avLst/>
          </a:prstGeom>
          <a:noFill/>
        </p:spPr>
        <p:txBody>
          <a:bodyPr wrap="square" rtlCol="0">
            <a:spAutoFit/>
          </a:bodyPr>
          <a:lstStyle/>
          <a:p>
            <a:r>
              <a:rPr lang="en-GB" dirty="0"/>
              <a:t>As soon as the “Ready to go to prod?” is selected, the state changes to Complete automatically. Now, the update set is allowed to go to production.</a:t>
            </a:r>
          </a:p>
          <a:p>
            <a:pPr algn="l"/>
            <a:endParaRPr kumimoji="1" lang="pt-PT" dirty="0"/>
          </a:p>
        </p:txBody>
      </p:sp>
      <p:pic>
        <p:nvPicPr>
          <p:cNvPr id="7" name="Picture 6" descr="Graphical user interface, application&#10;&#10;Description automatically generated">
            <a:extLst>
              <a:ext uri="{FF2B5EF4-FFF2-40B4-BE49-F238E27FC236}">
                <a16:creationId xmlns:a16="http://schemas.microsoft.com/office/drawing/2014/main" id="{A045761A-E24D-42C1-A927-74A9C9172E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6120" y="1609341"/>
            <a:ext cx="7191759" cy="3145796"/>
          </a:xfrm>
          <a:prstGeom prst="rect">
            <a:avLst/>
          </a:prstGeom>
        </p:spPr>
      </p:pic>
    </p:spTree>
    <p:extLst>
      <p:ext uri="{BB962C8B-B14F-4D97-AF65-F5344CB8AC3E}">
        <p14:creationId xmlns:p14="http://schemas.microsoft.com/office/powerpoint/2010/main" val="3563209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446DF-E3FB-4FFE-8F45-7F4ADE64E0C1}"/>
              </a:ext>
            </a:extLst>
          </p:cNvPr>
          <p:cNvSpPr>
            <a:spLocks noGrp="1"/>
          </p:cNvSpPr>
          <p:nvPr>
            <p:ph type="title"/>
          </p:nvPr>
        </p:nvSpPr>
        <p:spPr/>
        <p:txBody>
          <a:bodyPr/>
          <a:lstStyle/>
          <a:p>
            <a:r>
              <a:rPr lang="pt-PT" dirty="0"/>
              <a:t>Update Set Record Form</a:t>
            </a:r>
          </a:p>
        </p:txBody>
      </p:sp>
      <p:sp>
        <p:nvSpPr>
          <p:cNvPr id="3" name="Slide Number Placeholder 2">
            <a:extLst>
              <a:ext uri="{FF2B5EF4-FFF2-40B4-BE49-F238E27FC236}">
                <a16:creationId xmlns:a16="http://schemas.microsoft.com/office/drawing/2014/main" id="{6F43230C-A44D-43A5-9FB8-0AB1B7E725AA}"/>
              </a:ext>
            </a:extLst>
          </p:cNvPr>
          <p:cNvSpPr>
            <a:spLocks noGrp="1"/>
          </p:cNvSpPr>
          <p:nvPr>
            <p:ph type="sldNum" sz="quarter" idx="12"/>
          </p:nvPr>
        </p:nvSpPr>
        <p:spPr/>
        <p:txBody>
          <a:bodyPr/>
          <a:lstStyle/>
          <a:p>
            <a:fld id="{4D029D89-7B63-4C94-AD4D-2E4D6BB83637}" type="slidenum">
              <a:rPr kumimoji="1" lang="ja-JP" altLang="en-US" smtClean="0"/>
              <a:t>11</a:t>
            </a:fld>
            <a:endParaRPr kumimoji="1" lang="ja-JP" altLang="en-US"/>
          </a:p>
        </p:txBody>
      </p:sp>
      <p:sp>
        <p:nvSpPr>
          <p:cNvPr id="5" name="TextBox 4">
            <a:extLst>
              <a:ext uri="{FF2B5EF4-FFF2-40B4-BE49-F238E27FC236}">
                <a16:creationId xmlns:a16="http://schemas.microsoft.com/office/drawing/2014/main" id="{721D43FF-282D-4442-9D96-E73D0CA0C008}"/>
              </a:ext>
            </a:extLst>
          </p:cNvPr>
          <p:cNvSpPr txBox="1"/>
          <p:nvPr/>
        </p:nvSpPr>
        <p:spPr>
          <a:xfrm>
            <a:off x="49619" y="836428"/>
            <a:ext cx="9044762" cy="923330"/>
          </a:xfrm>
          <a:prstGeom prst="rect">
            <a:avLst/>
          </a:prstGeom>
          <a:noFill/>
        </p:spPr>
        <p:txBody>
          <a:bodyPr wrap="square" rtlCol="0">
            <a:spAutoFit/>
          </a:bodyPr>
          <a:lstStyle/>
          <a:p>
            <a:r>
              <a:rPr lang="en-GB" dirty="0"/>
              <a:t>As soon as the update set is committed on production, the update set record is updated automatically on the previous instance and the filed “Completed on prod” is set to true, making also the field “Ready to move to prod?“ false and read-only.</a:t>
            </a:r>
            <a:endParaRPr kumimoji="1" lang="pt-PT" dirty="0"/>
          </a:p>
        </p:txBody>
      </p:sp>
      <p:pic>
        <p:nvPicPr>
          <p:cNvPr id="7" name="Picture 6" descr="Graphical user interface, application&#10;&#10;Description automatically generated">
            <a:extLst>
              <a:ext uri="{FF2B5EF4-FFF2-40B4-BE49-F238E27FC236}">
                <a16:creationId xmlns:a16="http://schemas.microsoft.com/office/drawing/2014/main" id="{5B545F93-6D62-45AC-AC27-5FE5D99C7C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9078" y="1759758"/>
            <a:ext cx="6797749" cy="2941030"/>
          </a:xfrm>
          <a:prstGeom prst="rect">
            <a:avLst/>
          </a:prstGeom>
        </p:spPr>
      </p:pic>
    </p:spTree>
    <p:extLst>
      <p:ext uri="{BB962C8B-B14F-4D97-AF65-F5344CB8AC3E}">
        <p14:creationId xmlns:p14="http://schemas.microsoft.com/office/powerpoint/2010/main" val="1230651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6D72A-8BF1-4D55-84BA-AC9C6EB9597C}"/>
              </a:ext>
            </a:extLst>
          </p:cNvPr>
          <p:cNvSpPr>
            <a:spLocks noGrp="1"/>
          </p:cNvSpPr>
          <p:nvPr>
            <p:ph type="title"/>
          </p:nvPr>
        </p:nvSpPr>
        <p:spPr>
          <a:xfrm>
            <a:off x="229767" y="206603"/>
            <a:ext cx="7740000" cy="366254"/>
          </a:xfrm>
        </p:spPr>
        <p:txBody>
          <a:bodyPr/>
          <a:lstStyle/>
          <a:p>
            <a:r>
              <a:rPr lang="pt-PT" dirty="0"/>
              <a:t>True Purpose of the Application</a:t>
            </a:r>
          </a:p>
        </p:txBody>
      </p:sp>
      <p:sp>
        <p:nvSpPr>
          <p:cNvPr id="3" name="Slide Number Placeholder 2">
            <a:extLst>
              <a:ext uri="{FF2B5EF4-FFF2-40B4-BE49-F238E27FC236}">
                <a16:creationId xmlns:a16="http://schemas.microsoft.com/office/drawing/2014/main" id="{B11DDDFF-4EA3-4570-84A1-E111670D6FA9}"/>
              </a:ext>
            </a:extLst>
          </p:cNvPr>
          <p:cNvSpPr>
            <a:spLocks noGrp="1"/>
          </p:cNvSpPr>
          <p:nvPr>
            <p:ph type="sldNum" sz="quarter" idx="12"/>
          </p:nvPr>
        </p:nvSpPr>
        <p:spPr/>
        <p:txBody>
          <a:bodyPr/>
          <a:lstStyle/>
          <a:p>
            <a:fld id="{4D029D89-7B63-4C94-AD4D-2E4D6BB83637}" type="slidenum">
              <a:rPr kumimoji="1" lang="ja-JP" altLang="en-US" smtClean="0"/>
              <a:t>12</a:t>
            </a:fld>
            <a:endParaRPr kumimoji="1" lang="ja-JP" altLang="en-US"/>
          </a:p>
        </p:txBody>
      </p:sp>
      <p:sp>
        <p:nvSpPr>
          <p:cNvPr id="4" name="Text Placeholder 3">
            <a:extLst>
              <a:ext uri="{FF2B5EF4-FFF2-40B4-BE49-F238E27FC236}">
                <a16:creationId xmlns:a16="http://schemas.microsoft.com/office/drawing/2014/main" id="{604C6B77-FFE7-4C2D-A81E-399E71C1A8BD}"/>
              </a:ext>
            </a:extLst>
          </p:cNvPr>
          <p:cNvSpPr>
            <a:spLocks noGrp="1"/>
          </p:cNvSpPr>
          <p:nvPr>
            <p:ph type="body" sz="quarter" idx="14"/>
          </p:nvPr>
        </p:nvSpPr>
        <p:spPr>
          <a:xfrm>
            <a:off x="231774" y="950913"/>
            <a:ext cx="8677275" cy="1892826"/>
          </a:xfrm>
        </p:spPr>
        <p:txBody>
          <a:bodyPr/>
          <a:lstStyle/>
          <a:p>
            <a:r>
              <a:rPr lang="pt-PT" dirty="0"/>
              <a:t>What we don’t want – Unorganized and Pollution of Update Sets un-welcome on production.</a:t>
            </a:r>
          </a:p>
          <a:p>
            <a:endParaRPr lang="pt-PT" dirty="0"/>
          </a:p>
          <a:p>
            <a:pPr marL="0" indent="0">
              <a:buNone/>
            </a:pPr>
            <a:endParaRPr lang="pt-PT" dirty="0"/>
          </a:p>
          <a:p>
            <a:pPr marL="0" indent="0">
              <a:buNone/>
            </a:pPr>
            <a:endParaRPr lang="pt-PT" dirty="0"/>
          </a:p>
        </p:txBody>
      </p:sp>
      <p:pic>
        <p:nvPicPr>
          <p:cNvPr id="6" name="Picture 5" descr="Graphical user interface&#10;&#10;Description automatically generated with medium confidence">
            <a:extLst>
              <a:ext uri="{FF2B5EF4-FFF2-40B4-BE49-F238E27FC236}">
                <a16:creationId xmlns:a16="http://schemas.microsoft.com/office/drawing/2014/main" id="{8EE75467-4EEB-452A-A1A1-FE57C764AF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0619" y="1646606"/>
            <a:ext cx="7682761" cy="3150378"/>
          </a:xfrm>
          <a:prstGeom prst="rect">
            <a:avLst/>
          </a:prstGeom>
        </p:spPr>
      </p:pic>
    </p:spTree>
    <p:extLst>
      <p:ext uri="{BB962C8B-B14F-4D97-AF65-F5344CB8AC3E}">
        <p14:creationId xmlns:p14="http://schemas.microsoft.com/office/powerpoint/2010/main" val="1500250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6D72A-8BF1-4D55-84BA-AC9C6EB9597C}"/>
              </a:ext>
            </a:extLst>
          </p:cNvPr>
          <p:cNvSpPr>
            <a:spLocks noGrp="1"/>
          </p:cNvSpPr>
          <p:nvPr>
            <p:ph type="title"/>
          </p:nvPr>
        </p:nvSpPr>
        <p:spPr>
          <a:xfrm>
            <a:off x="229767" y="206603"/>
            <a:ext cx="7740000" cy="366254"/>
          </a:xfrm>
        </p:spPr>
        <p:txBody>
          <a:bodyPr/>
          <a:lstStyle/>
          <a:p>
            <a:r>
              <a:rPr lang="pt-PT" dirty="0"/>
              <a:t>True Purpose of the Application</a:t>
            </a:r>
          </a:p>
        </p:txBody>
      </p:sp>
      <p:sp>
        <p:nvSpPr>
          <p:cNvPr id="3" name="Slide Number Placeholder 2">
            <a:extLst>
              <a:ext uri="{FF2B5EF4-FFF2-40B4-BE49-F238E27FC236}">
                <a16:creationId xmlns:a16="http://schemas.microsoft.com/office/drawing/2014/main" id="{B11DDDFF-4EA3-4570-84A1-E111670D6FA9}"/>
              </a:ext>
            </a:extLst>
          </p:cNvPr>
          <p:cNvSpPr>
            <a:spLocks noGrp="1"/>
          </p:cNvSpPr>
          <p:nvPr>
            <p:ph type="sldNum" sz="quarter" idx="12"/>
          </p:nvPr>
        </p:nvSpPr>
        <p:spPr/>
        <p:txBody>
          <a:bodyPr/>
          <a:lstStyle/>
          <a:p>
            <a:fld id="{4D029D89-7B63-4C94-AD4D-2E4D6BB83637}" type="slidenum">
              <a:rPr kumimoji="1" lang="ja-JP" altLang="en-US" smtClean="0"/>
              <a:t>13</a:t>
            </a:fld>
            <a:endParaRPr kumimoji="1" lang="ja-JP" altLang="en-US"/>
          </a:p>
        </p:txBody>
      </p:sp>
      <p:sp>
        <p:nvSpPr>
          <p:cNvPr id="4" name="Text Placeholder 3">
            <a:extLst>
              <a:ext uri="{FF2B5EF4-FFF2-40B4-BE49-F238E27FC236}">
                <a16:creationId xmlns:a16="http://schemas.microsoft.com/office/drawing/2014/main" id="{604C6B77-FFE7-4C2D-A81E-399E71C1A8BD}"/>
              </a:ext>
            </a:extLst>
          </p:cNvPr>
          <p:cNvSpPr>
            <a:spLocks noGrp="1"/>
          </p:cNvSpPr>
          <p:nvPr>
            <p:ph type="body" sz="quarter" idx="14"/>
          </p:nvPr>
        </p:nvSpPr>
        <p:spPr>
          <a:xfrm>
            <a:off x="231774" y="950913"/>
            <a:ext cx="8677275" cy="664797"/>
          </a:xfrm>
        </p:spPr>
        <p:txBody>
          <a:bodyPr/>
          <a:lstStyle/>
          <a:p>
            <a:r>
              <a:rPr lang="pt-PT" dirty="0"/>
              <a:t>What we really want – Organized and only trully completed and ready update sets on production</a:t>
            </a:r>
          </a:p>
        </p:txBody>
      </p:sp>
      <p:pic>
        <p:nvPicPr>
          <p:cNvPr id="8" name="Picture 7">
            <a:extLst>
              <a:ext uri="{FF2B5EF4-FFF2-40B4-BE49-F238E27FC236}">
                <a16:creationId xmlns:a16="http://schemas.microsoft.com/office/drawing/2014/main" id="{C776053A-5987-470B-AE87-3E095C0ECF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36712"/>
            <a:ext cx="9144000" cy="2660921"/>
          </a:xfrm>
          <a:prstGeom prst="rect">
            <a:avLst/>
          </a:prstGeom>
        </p:spPr>
      </p:pic>
    </p:spTree>
    <p:extLst>
      <p:ext uri="{BB962C8B-B14F-4D97-AF65-F5344CB8AC3E}">
        <p14:creationId xmlns:p14="http://schemas.microsoft.com/office/powerpoint/2010/main" val="2809193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22">
            <a:extLst>
              <a:ext uri="{FF2B5EF4-FFF2-40B4-BE49-F238E27FC236}">
                <a16:creationId xmlns:a16="http://schemas.microsoft.com/office/drawing/2014/main" id="{6FA1509B-B150-4D0D-B2DE-DD143A815632}"/>
              </a:ext>
            </a:extLst>
          </p:cNvPr>
          <p:cNvSpPr txBox="1"/>
          <p:nvPr/>
        </p:nvSpPr>
        <p:spPr>
          <a:xfrm>
            <a:off x="230797" y="3235295"/>
            <a:ext cx="2694435" cy="646331"/>
          </a:xfrm>
          <a:prstGeom prst="rect">
            <a:avLst/>
          </a:prstGeom>
          <a:noFill/>
        </p:spPr>
        <p:txBody>
          <a:bodyPr wrap="square" lIns="0" tIns="0" rIns="0" bIns="0" rtlCol="0">
            <a:spAutoFit/>
          </a:bodyPr>
          <a:lstStyle/>
          <a:p>
            <a:pPr>
              <a:lnSpc>
                <a:spcPct val="100000"/>
              </a:lnSpc>
              <a:spcAft>
                <a:spcPts val="1200"/>
              </a:spcAft>
            </a:pPr>
            <a:r>
              <a:rPr kumimoji="1" lang="en-US" altLang="ja-JP" sz="1400" b="0" dirty="0"/>
              <a:t>If you have any questions relating to the content of this document, please get in touch:</a:t>
            </a:r>
          </a:p>
        </p:txBody>
      </p:sp>
      <p:sp>
        <p:nvSpPr>
          <p:cNvPr id="7" name="Text Placeholder 2">
            <a:extLst>
              <a:ext uri="{FF2B5EF4-FFF2-40B4-BE49-F238E27FC236}">
                <a16:creationId xmlns:a16="http://schemas.microsoft.com/office/drawing/2014/main" id="{151956DC-C4D7-4936-B20D-42649DBD18C5}"/>
              </a:ext>
            </a:extLst>
          </p:cNvPr>
          <p:cNvSpPr txBox="1">
            <a:spLocks/>
          </p:cNvSpPr>
          <p:nvPr/>
        </p:nvSpPr>
        <p:spPr>
          <a:xfrm>
            <a:off x="231775" y="4004048"/>
            <a:ext cx="3036358" cy="907677"/>
          </a:xfrm>
          <a:prstGeom prst="rect">
            <a:avLst/>
          </a:prstGeom>
        </p:spPr>
        <p:txBody>
          <a:bodyPr lIns="0" tIns="0" rIns="0" bIns="0">
            <a:normAutofit/>
          </a:bodyPr>
          <a:lstStyle>
            <a:lvl1pPr marL="0" marR="0" indent="0" algn="l" defTabSz="457200" rtl="0" eaLnBrk="1" fontAlgn="auto" latinLnBrk="0" hangingPunct="1">
              <a:lnSpc>
                <a:spcPct val="100000"/>
              </a:lnSpc>
              <a:spcBef>
                <a:spcPts val="0"/>
              </a:spcBef>
              <a:spcAft>
                <a:spcPts val="1200"/>
              </a:spcAft>
              <a:buClrTx/>
              <a:buSzTx/>
              <a:buFontTx/>
              <a:buNone/>
              <a:tabLst/>
              <a:defRPr kumimoji="1" sz="1400" kern="1200">
                <a:solidFill>
                  <a:schemeClr val="tx1"/>
                </a:solidFill>
                <a:latin typeface="+mn-lt"/>
                <a:ea typeface="+mn-ea"/>
                <a:cs typeface="+mn-cs"/>
              </a:defRPr>
            </a:lvl1pPr>
            <a:lvl2pPr marL="533400" indent="-225425" algn="l" defTabSz="685800" rtl="0" eaLnBrk="1" latinLnBrk="0" hangingPunct="1">
              <a:lnSpc>
                <a:spcPct val="90000"/>
              </a:lnSpc>
              <a:spcBef>
                <a:spcPts val="0"/>
              </a:spcBef>
              <a:spcAft>
                <a:spcPts val="600"/>
              </a:spcAft>
              <a:buClr>
                <a:srgbClr val="D51C89"/>
              </a:buClr>
              <a:buSzPct val="120000"/>
              <a:buFont typeface="Corbel" panose="020B0503020204020204" pitchFamily="34" charset="0"/>
              <a:buChar char="○"/>
              <a:defRPr kumimoji="1" sz="2000" kern="1200">
                <a:solidFill>
                  <a:schemeClr val="tx1"/>
                </a:solidFill>
                <a:latin typeface="+mn-lt"/>
                <a:ea typeface="+mn-ea"/>
                <a:cs typeface="+mn-cs"/>
              </a:defRPr>
            </a:lvl2pPr>
            <a:lvl3pPr marL="868363" indent="-198438" algn="l" defTabSz="685800" rtl="0" eaLnBrk="1" latinLnBrk="0" hangingPunct="1">
              <a:lnSpc>
                <a:spcPct val="90000"/>
              </a:lnSpc>
              <a:spcBef>
                <a:spcPts val="0"/>
              </a:spcBef>
              <a:spcAft>
                <a:spcPts val="600"/>
              </a:spcAft>
              <a:buClr>
                <a:schemeClr val="tx1">
                  <a:lumMod val="50000"/>
                  <a:lumOff val="50000"/>
                </a:schemeClr>
              </a:buClr>
              <a:buSzPct val="120000"/>
              <a:buFont typeface="Corbel" panose="020B0503020204020204" pitchFamily="34" charset="0"/>
              <a:buChar char="○"/>
              <a:defRPr kumimoji="1" sz="1800" kern="1200">
                <a:solidFill>
                  <a:schemeClr val="tx1"/>
                </a:solidFill>
                <a:latin typeface="+mn-lt"/>
                <a:ea typeface="+mn-ea"/>
                <a:cs typeface="+mn-cs"/>
              </a:defRPr>
            </a:lvl3pPr>
            <a:lvl4pPr marL="1203325" indent="-193675" algn="l" defTabSz="685800" rtl="0" eaLnBrk="1" latinLnBrk="0" hangingPunct="1">
              <a:lnSpc>
                <a:spcPct val="90000"/>
              </a:lnSpc>
              <a:spcBef>
                <a:spcPts val="0"/>
              </a:spcBef>
              <a:spcAft>
                <a:spcPts val="600"/>
              </a:spcAft>
              <a:buClr>
                <a:schemeClr val="bg1">
                  <a:lumMod val="50000"/>
                </a:schemeClr>
              </a:buClr>
              <a:buSzPct val="120000"/>
              <a:buFont typeface="Arial" panose="020B0604020202020204" pitchFamily="34" charset="0"/>
              <a:buChar char="●"/>
              <a:defRPr kumimoji="1" sz="16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Clr>
                <a:schemeClr val="bg1">
                  <a:lumMod val="50000"/>
                </a:schemeClr>
              </a:buClr>
              <a:buFontTx/>
              <a:buBlip>
                <a:blip r:embed="rId3"/>
              </a:buBlip>
              <a:defRPr kumimoji="1" sz="16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Clr>
                <a:schemeClr val="bg1">
                  <a:lumMod val="50000"/>
                </a:schemeClr>
              </a:buClr>
              <a:buFontTx/>
              <a:buBlip>
                <a:blip r:embed="rId3"/>
              </a:buBlip>
              <a:defRPr kumimoji="1" sz="16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Clr>
                <a:schemeClr val="bg1">
                  <a:lumMod val="50000"/>
                </a:schemeClr>
              </a:buClr>
              <a:buFont typeface="Arial" panose="020B0604020202020204" pitchFamily="34" charset="0"/>
              <a:buChar char="–"/>
              <a:defRPr kumimoji="1" sz="16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Clr>
                <a:schemeClr val="bg1">
                  <a:lumMod val="50000"/>
                </a:schemeClr>
              </a:buClr>
              <a:buFont typeface="Arial" panose="020B0604020202020204" pitchFamily="34" charset="0"/>
              <a:buChar char="–"/>
              <a:defRPr kumimoji="1" sz="16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Clr>
                <a:schemeClr val="bg1">
                  <a:lumMod val="50000"/>
                </a:schemeClr>
              </a:buClr>
              <a:buFont typeface="Arial" panose="020B0604020202020204" pitchFamily="34" charset="0"/>
              <a:buChar char="–"/>
              <a:defRPr kumimoji="1" sz="1600" kern="1200">
                <a:solidFill>
                  <a:schemeClr val="tx1"/>
                </a:solidFill>
                <a:latin typeface="+mn-lt"/>
                <a:ea typeface="+mn-ea"/>
                <a:cs typeface="+mn-cs"/>
              </a:defRPr>
            </a:lvl9pPr>
          </a:lstStyle>
          <a:p>
            <a:pPr>
              <a:defRPr/>
            </a:pPr>
            <a:r>
              <a:rPr lang="en-GB" altLang="ja-JP" dirty="0">
                <a:solidFill>
                  <a:srgbClr val="000000"/>
                </a:solidFill>
              </a:rPr>
              <a:t>pedro.leite@fujitsu.com</a:t>
            </a:r>
          </a:p>
        </p:txBody>
      </p:sp>
    </p:spTree>
    <p:extLst>
      <p:ext uri="{BB962C8B-B14F-4D97-AF65-F5344CB8AC3E}">
        <p14:creationId xmlns:p14="http://schemas.microsoft.com/office/powerpoint/2010/main" val="2043775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Master Layouts - Red">
  <a:themeElements>
    <a:clrScheme name="Fujitsu Brand Palette">
      <a:dk1>
        <a:srgbClr val="000000"/>
      </a:dk1>
      <a:lt1>
        <a:sysClr val="window" lastClr="FFFFFF"/>
      </a:lt1>
      <a:dk2>
        <a:srgbClr val="000000"/>
      </a:dk2>
      <a:lt2>
        <a:srgbClr val="FFFFFF"/>
      </a:lt2>
      <a:accent1>
        <a:srgbClr val="EA0000"/>
      </a:accent1>
      <a:accent2>
        <a:srgbClr val="FF8000"/>
      </a:accent2>
      <a:accent3>
        <a:srgbClr val="D80084"/>
      </a:accent3>
      <a:accent4>
        <a:srgbClr val="2400B0"/>
      </a:accent4>
      <a:accent5>
        <a:srgbClr val="61D600"/>
      </a:accent5>
      <a:accent6>
        <a:srgbClr val="008224"/>
      </a:accent6>
      <a:hlink>
        <a:srgbClr val="2400B0"/>
      </a:hlink>
      <a:folHlink>
        <a:srgbClr val="D80084"/>
      </a:folHlink>
    </a:clrScheme>
    <a:fontScheme name="Fujitsu 2021">
      <a:majorFont>
        <a:latin typeface="Arial"/>
        <a:ea typeface="Arial"/>
        <a:cs typeface=""/>
      </a:majorFont>
      <a:minorFont>
        <a:latin typeface="Arial"/>
        <a:ea typeface="Arial"/>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solidFill>
            <a:schemeClr val="bg1">
              <a:lumMod val="75000"/>
            </a:schemeClr>
          </a:solidFill>
        </a:ln>
      </a:spPr>
      <a:bodyPr rtlCol="0" anchor="ctr"/>
      <a:lstStyle>
        <a:defPPr algn="ctr">
          <a:defRPr kumimoji="1"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l">
          <a:defRPr kumimoji="1" dirty="0" smtClean="0"/>
        </a:defPPr>
      </a:lstStyle>
    </a:txDef>
  </a:objectDefaults>
  <a:extraClrSchemeLst/>
  <a:extLst>
    <a:ext uri="{05A4C25C-085E-4340-85A3-A5531E510DB2}">
      <thm15:themeFamily xmlns:thm15="http://schemas.microsoft.com/office/thememl/2012/main" name="7935-01-Fujitsu-Presentation-Template-2021-v2.0.potx" id="{41D2B080-3AE7-42A7-9011-C57D470CAEAF}" vid="{C980572C-E0AF-4590-B084-9235B1059E04}"/>
    </a:ext>
  </a:extLst>
</a:theme>
</file>

<file path=ppt/theme/theme2.xml><?xml version="1.0" encoding="utf-8"?>
<a:theme xmlns:a="http://schemas.openxmlformats.org/drawingml/2006/main" name="Master Layouts - Orange">
  <a:themeElements>
    <a:clrScheme name="Fujitsu Brand Palette">
      <a:dk1>
        <a:srgbClr val="000000"/>
      </a:dk1>
      <a:lt1>
        <a:sysClr val="window" lastClr="FFFFFF"/>
      </a:lt1>
      <a:dk2>
        <a:srgbClr val="000000"/>
      </a:dk2>
      <a:lt2>
        <a:srgbClr val="FFFFFF"/>
      </a:lt2>
      <a:accent1>
        <a:srgbClr val="EA0000"/>
      </a:accent1>
      <a:accent2>
        <a:srgbClr val="FF8000"/>
      </a:accent2>
      <a:accent3>
        <a:srgbClr val="D80084"/>
      </a:accent3>
      <a:accent4>
        <a:srgbClr val="2400B0"/>
      </a:accent4>
      <a:accent5>
        <a:srgbClr val="61D600"/>
      </a:accent5>
      <a:accent6>
        <a:srgbClr val="008224"/>
      </a:accent6>
      <a:hlink>
        <a:srgbClr val="2400B0"/>
      </a:hlink>
      <a:folHlink>
        <a:srgbClr val="D80084"/>
      </a:folHlink>
    </a:clrScheme>
    <a:fontScheme name="Fujitsu 2021">
      <a:majorFont>
        <a:latin typeface="Arial"/>
        <a:ea typeface="Arial"/>
        <a:cs typeface=""/>
      </a:majorFont>
      <a:minorFont>
        <a:latin typeface="Arial"/>
        <a:ea typeface="Arial"/>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solidFill>
            <a:schemeClr val="bg1">
              <a:lumMod val="75000"/>
            </a:schemeClr>
          </a:solidFill>
        </a:ln>
      </a:spPr>
      <a:bodyPr rtlCol="0" anchor="ctr"/>
      <a:lstStyle>
        <a:defPPr algn="ctr">
          <a:defRPr kumimoji="1"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l">
          <a:defRPr kumimoji="1" dirty="0" smtClean="0"/>
        </a:defPPr>
      </a:lstStyle>
    </a:txDef>
  </a:objectDefaults>
  <a:extraClrSchemeLst/>
  <a:extLst>
    <a:ext uri="{05A4C25C-085E-4340-85A3-A5531E510DB2}">
      <thm15:themeFamily xmlns:thm15="http://schemas.microsoft.com/office/thememl/2012/main" name="7935-01-Fujitsu-Presentation-Template-2021-v2.0.potx" id="{41D2B080-3AE7-42A7-9011-C57D470CAEAF}" vid="{853320A9-342D-404D-92A6-ED8A5B8C2881}"/>
    </a:ext>
  </a:extLst>
</a:theme>
</file>

<file path=ppt/theme/theme3.xml><?xml version="1.0" encoding="utf-8"?>
<a:theme xmlns:a="http://schemas.openxmlformats.org/drawingml/2006/main" name="Master Layouts - Blue">
  <a:themeElements>
    <a:clrScheme name="Fujitsu Brand Palette">
      <a:dk1>
        <a:srgbClr val="000000"/>
      </a:dk1>
      <a:lt1>
        <a:sysClr val="window" lastClr="FFFFFF"/>
      </a:lt1>
      <a:dk2>
        <a:srgbClr val="000000"/>
      </a:dk2>
      <a:lt2>
        <a:srgbClr val="FFFFFF"/>
      </a:lt2>
      <a:accent1>
        <a:srgbClr val="EA0000"/>
      </a:accent1>
      <a:accent2>
        <a:srgbClr val="FF8000"/>
      </a:accent2>
      <a:accent3>
        <a:srgbClr val="D80084"/>
      </a:accent3>
      <a:accent4>
        <a:srgbClr val="2400B0"/>
      </a:accent4>
      <a:accent5>
        <a:srgbClr val="61D600"/>
      </a:accent5>
      <a:accent6>
        <a:srgbClr val="008224"/>
      </a:accent6>
      <a:hlink>
        <a:srgbClr val="2400B0"/>
      </a:hlink>
      <a:folHlink>
        <a:srgbClr val="D80084"/>
      </a:folHlink>
    </a:clrScheme>
    <a:fontScheme name="Fujitsu 2021">
      <a:majorFont>
        <a:latin typeface="Arial"/>
        <a:ea typeface="Arial"/>
        <a:cs typeface=""/>
      </a:majorFont>
      <a:minorFont>
        <a:latin typeface="Arial"/>
        <a:ea typeface="Arial"/>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solidFill>
            <a:schemeClr val="bg1">
              <a:lumMod val="75000"/>
            </a:schemeClr>
          </a:solidFill>
        </a:ln>
      </a:spPr>
      <a:bodyPr rtlCol="0" anchor="ctr"/>
      <a:lstStyle>
        <a:defPPr algn="ctr">
          <a:defRPr kumimoji="1"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l">
          <a:defRPr kumimoji="1" dirty="0" smtClean="0"/>
        </a:defPPr>
      </a:lstStyle>
    </a:txDef>
  </a:objectDefaults>
  <a:extraClrSchemeLst/>
  <a:extLst>
    <a:ext uri="{05A4C25C-085E-4340-85A3-A5531E510DB2}">
      <thm15:themeFamily xmlns:thm15="http://schemas.microsoft.com/office/thememl/2012/main" name="7935-01-Fujitsu-Presentation-Template-2021-v2.0.potx" id="{41D2B080-3AE7-42A7-9011-C57D470CAEAF}" vid="{89E93A6C-0CF0-4F0D-96EC-9DA392739C76}"/>
    </a:ext>
  </a:extLst>
</a:theme>
</file>

<file path=ppt/theme/theme4.xml><?xml version="1.0" encoding="utf-8"?>
<a:theme xmlns:a="http://schemas.openxmlformats.org/drawingml/2006/main" name="Master Layouts - Green">
  <a:themeElements>
    <a:clrScheme name="Fujitsu Brand Palette">
      <a:dk1>
        <a:srgbClr val="000000"/>
      </a:dk1>
      <a:lt1>
        <a:sysClr val="window" lastClr="FFFFFF"/>
      </a:lt1>
      <a:dk2>
        <a:srgbClr val="000000"/>
      </a:dk2>
      <a:lt2>
        <a:srgbClr val="FFFFFF"/>
      </a:lt2>
      <a:accent1>
        <a:srgbClr val="EA0000"/>
      </a:accent1>
      <a:accent2>
        <a:srgbClr val="FF8000"/>
      </a:accent2>
      <a:accent3>
        <a:srgbClr val="D80084"/>
      </a:accent3>
      <a:accent4>
        <a:srgbClr val="2400B0"/>
      </a:accent4>
      <a:accent5>
        <a:srgbClr val="61D600"/>
      </a:accent5>
      <a:accent6>
        <a:srgbClr val="008224"/>
      </a:accent6>
      <a:hlink>
        <a:srgbClr val="2400B0"/>
      </a:hlink>
      <a:folHlink>
        <a:srgbClr val="D80084"/>
      </a:folHlink>
    </a:clrScheme>
    <a:fontScheme name="Fujitsu 2021">
      <a:majorFont>
        <a:latin typeface="Arial"/>
        <a:ea typeface="Arial"/>
        <a:cs typeface=""/>
      </a:majorFont>
      <a:minorFont>
        <a:latin typeface="Arial"/>
        <a:ea typeface="Arial"/>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solidFill>
            <a:schemeClr val="bg1">
              <a:lumMod val="75000"/>
            </a:schemeClr>
          </a:solidFill>
        </a:ln>
      </a:spPr>
      <a:bodyPr rtlCol="0" anchor="ctr"/>
      <a:lstStyle>
        <a:defPPr algn="ctr">
          <a:defRPr kumimoji="1"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l">
          <a:defRPr kumimoji="1" dirty="0" smtClean="0"/>
        </a:defPPr>
      </a:lstStyle>
    </a:txDef>
  </a:objectDefaults>
  <a:extraClrSchemeLst/>
  <a:extLst>
    <a:ext uri="{05A4C25C-085E-4340-85A3-A5531E510DB2}">
      <thm15:themeFamily xmlns:thm15="http://schemas.microsoft.com/office/thememl/2012/main" name="7935-01-Fujitsu-Presentation-Template-2021-v2.0.potx" id="{41D2B080-3AE7-42A7-9011-C57D470CAEAF}" vid="{D0FBA236-A60A-48B0-9C82-56ACBEFA7EC3}"/>
    </a:ext>
  </a:extLst>
</a:theme>
</file>

<file path=ppt/theme/theme5.xml><?xml version="1.0" encoding="utf-8"?>
<a:theme xmlns:a="http://schemas.openxmlformats.org/drawingml/2006/main" name="Master Layouts - Yellow">
  <a:themeElements>
    <a:clrScheme name="Fujitsu Brand Palette">
      <a:dk1>
        <a:srgbClr val="000000"/>
      </a:dk1>
      <a:lt1>
        <a:sysClr val="window" lastClr="FFFFFF"/>
      </a:lt1>
      <a:dk2>
        <a:srgbClr val="000000"/>
      </a:dk2>
      <a:lt2>
        <a:srgbClr val="FFFFFF"/>
      </a:lt2>
      <a:accent1>
        <a:srgbClr val="EA0000"/>
      </a:accent1>
      <a:accent2>
        <a:srgbClr val="FF8000"/>
      </a:accent2>
      <a:accent3>
        <a:srgbClr val="D80084"/>
      </a:accent3>
      <a:accent4>
        <a:srgbClr val="2400B0"/>
      </a:accent4>
      <a:accent5>
        <a:srgbClr val="61D600"/>
      </a:accent5>
      <a:accent6>
        <a:srgbClr val="008224"/>
      </a:accent6>
      <a:hlink>
        <a:srgbClr val="2400B0"/>
      </a:hlink>
      <a:folHlink>
        <a:srgbClr val="D80084"/>
      </a:folHlink>
    </a:clrScheme>
    <a:fontScheme name="Fujitsu 2021">
      <a:majorFont>
        <a:latin typeface="Arial"/>
        <a:ea typeface="Arial"/>
        <a:cs typeface=""/>
      </a:majorFont>
      <a:minorFont>
        <a:latin typeface="Arial"/>
        <a:ea typeface="Arial"/>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solidFill>
            <a:schemeClr val="bg1">
              <a:lumMod val="75000"/>
            </a:schemeClr>
          </a:solidFill>
        </a:ln>
      </a:spPr>
      <a:bodyPr rtlCol="0" anchor="ctr"/>
      <a:lstStyle>
        <a:defPPr algn="ctr">
          <a:defRPr kumimoji="1"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l">
          <a:defRPr kumimoji="1" dirty="0" smtClean="0"/>
        </a:defPPr>
      </a:lstStyle>
    </a:txDef>
  </a:objectDefaults>
  <a:extraClrSchemeLst/>
  <a:extLst>
    <a:ext uri="{05A4C25C-085E-4340-85A3-A5531E510DB2}">
      <thm15:themeFamily xmlns:thm15="http://schemas.microsoft.com/office/thememl/2012/main" name="7935-01-Fujitsu-Presentation-Template-2021-v2.0.potx" id="{41D2B080-3AE7-42A7-9011-C57D470CAEAF}" vid="{8F755A9E-CBFF-415F-8081-0858119C5436}"/>
    </a:ext>
  </a:extLst>
</a:theme>
</file>

<file path=ppt/theme/theme6.xml><?xml version="1.0" encoding="utf-8"?>
<a:theme xmlns:a="http://schemas.openxmlformats.org/drawingml/2006/main" name="1_F_Tool_T1_01_EN_R">
  <a:themeElements>
    <a:clrScheme name="F_Tool_T1_01_EN">
      <a:dk1>
        <a:srgbClr val="000000"/>
      </a:dk1>
      <a:lt1>
        <a:sysClr val="window" lastClr="FFFFFF"/>
      </a:lt1>
      <a:dk2>
        <a:srgbClr val="000000"/>
      </a:dk2>
      <a:lt2>
        <a:srgbClr val="FFFFFF"/>
      </a:lt2>
      <a:accent1>
        <a:srgbClr val="EA0000"/>
      </a:accent1>
      <a:accent2>
        <a:srgbClr val="FF8000"/>
      </a:accent2>
      <a:accent3>
        <a:srgbClr val="D80084"/>
      </a:accent3>
      <a:accent4>
        <a:srgbClr val="240080"/>
      </a:accent4>
      <a:accent5>
        <a:srgbClr val="61D600"/>
      </a:accent5>
      <a:accent6>
        <a:srgbClr val="008224"/>
      </a:accent6>
      <a:hlink>
        <a:srgbClr val="0563C1"/>
      </a:hlink>
      <a:folHlink>
        <a:srgbClr val="954F72"/>
      </a:folHlink>
    </a:clrScheme>
    <a:fontScheme name="F_Tool_EN">
      <a:majorFont>
        <a:latin typeface="Arial"/>
        <a:ea typeface="Arial"/>
        <a:cs typeface=""/>
      </a:majorFont>
      <a:minorFont>
        <a:latin typeface="Arial"/>
        <a:ea typeface="Arial"/>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solidFill>
            <a:schemeClr val="bg1">
              <a:lumMod val="75000"/>
            </a:schemeClr>
          </a:solidFill>
        </a:ln>
      </a:spPr>
      <a:bodyPr rtlCol="0" anchor="ctr"/>
      <a:lstStyle>
        <a:defPPr algn="ctr">
          <a:defRPr kumimoji="1"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l">
          <a:defRPr kumimoji="1" dirty="0" smtClean="0"/>
        </a:defPPr>
      </a:lstStyle>
    </a:txDef>
  </a:objectDefaults>
  <a:extraClrSchemeLst/>
  <a:extLst>
    <a:ext uri="{05A4C25C-085E-4340-85A3-A5531E510DB2}">
      <thm15:themeFamily xmlns:thm15="http://schemas.microsoft.com/office/thememl/2012/main" name="7935-01-Fujitsu-Presentation-Template-2021-v2.0.potx" id="{41D2B080-3AE7-42A7-9011-C57D470CAEAF}" vid="{C7BA8CA0-D470-48B8-BA0F-18C294664DD0}"/>
    </a:ext>
  </a:extLst>
</a:theme>
</file>

<file path=ppt/theme/theme7.xml><?xml version="1.0" encoding="utf-8"?>
<a:theme xmlns:a="http://schemas.openxmlformats.org/drawingml/2006/main" name="Office テーマ">
  <a:themeElements>
    <a:clrScheme name="F_Tool_8_EN">
      <a:dk1>
        <a:srgbClr val="000000"/>
      </a:dk1>
      <a:lt1>
        <a:sysClr val="window" lastClr="FFFFFF"/>
      </a:lt1>
      <a:dk2>
        <a:srgbClr val="D51C89"/>
      </a:dk2>
      <a:lt2>
        <a:srgbClr val="E60000"/>
      </a:lt2>
      <a:accent1>
        <a:srgbClr val="1813B1"/>
      </a:accent1>
      <a:accent2>
        <a:srgbClr val="00ECF4"/>
      </a:accent2>
      <a:accent3>
        <a:srgbClr val="75D700"/>
      </a:accent3>
      <a:accent4>
        <a:srgbClr val="00812F"/>
      </a:accent4>
      <a:accent5>
        <a:srgbClr val="FFE800"/>
      </a:accent5>
      <a:accent6>
        <a:srgbClr val="FF8100"/>
      </a:accent6>
      <a:hlink>
        <a:srgbClr val="0563C1"/>
      </a:hlink>
      <a:folHlink>
        <a:srgbClr val="954F72"/>
      </a:folHlink>
    </a:clrScheme>
    <a:fontScheme name="F_Tool_8_EN">
      <a:majorFont>
        <a:latin typeface="Arial"/>
        <a:ea typeface="メイリオ"/>
        <a:cs typeface=""/>
      </a:majorFont>
      <a:minorFont>
        <a:latin typeface="Arial"/>
        <a:ea typeface="メイリオ"/>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テーマ">
  <a:themeElements>
    <a:clrScheme name="F_Tool_8_EN">
      <a:dk1>
        <a:srgbClr val="000000"/>
      </a:dk1>
      <a:lt1>
        <a:sysClr val="window" lastClr="FFFFFF"/>
      </a:lt1>
      <a:dk2>
        <a:srgbClr val="D51C89"/>
      </a:dk2>
      <a:lt2>
        <a:srgbClr val="E60000"/>
      </a:lt2>
      <a:accent1>
        <a:srgbClr val="1813B1"/>
      </a:accent1>
      <a:accent2>
        <a:srgbClr val="00ECF4"/>
      </a:accent2>
      <a:accent3>
        <a:srgbClr val="75D700"/>
      </a:accent3>
      <a:accent4>
        <a:srgbClr val="00812F"/>
      </a:accent4>
      <a:accent5>
        <a:srgbClr val="FFE800"/>
      </a:accent5>
      <a:accent6>
        <a:srgbClr val="FF8100"/>
      </a:accent6>
      <a:hlink>
        <a:srgbClr val="0563C1"/>
      </a:hlink>
      <a:folHlink>
        <a:srgbClr val="954F72"/>
      </a:folHlink>
    </a:clrScheme>
    <a:fontScheme name="F_Tool_8_EN">
      <a:majorFont>
        <a:latin typeface="Arial"/>
        <a:ea typeface="メイリオ"/>
        <a:cs typeface=""/>
      </a:majorFont>
      <a:minorFont>
        <a:latin typeface="Arial"/>
        <a:ea typeface="メイリオ"/>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5F1D41D33680B45AAFA58E3FB253076" ma:contentTypeVersion="10" ma:contentTypeDescription="Create a new document." ma:contentTypeScope="" ma:versionID="276bfaa1c835e4cd5a087f0204aacef3">
  <xsd:schema xmlns:xsd="http://www.w3.org/2001/XMLSchema" xmlns:xs="http://www.w3.org/2001/XMLSchema" xmlns:p="http://schemas.microsoft.com/office/2006/metadata/properties" xmlns:ns2="63888974-7cb7-4406-911b-e56ff4a867d6" xmlns:ns3="8c4eaaee-da18-44c1-b222-f872f771abb9" targetNamespace="http://schemas.microsoft.com/office/2006/metadata/properties" ma:root="true" ma:fieldsID="3f276553cafc95f366dcf80c80ef8fa8" ns2:_="" ns3:_="">
    <xsd:import namespace="63888974-7cb7-4406-911b-e56ff4a867d6"/>
    <xsd:import namespace="8c4eaaee-da18-44c1-b222-f872f771abb9"/>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3888974-7cb7-4406-911b-e56ff4a867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c4eaaee-da18-44c1-b222-f872f771abb9"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2AF546F-073A-4AFD-AF60-D234817F9F9B}">
  <ds:schemaRefs>
    <ds:schemaRef ds:uri="http://schemas.microsoft.com/sharepoint/v3/contenttype/forms"/>
  </ds:schemaRefs>
</ds:datastoreItem>
</file>

<file path=customXml/itemProps2.xml><?xml version="1.0" encoding="utf-8"?>
<ds:datastoreItem xmlns:ds="http://schemas.openxmlformats.org/officeDocument/2006/customXml" ds:itemID="{70BC8761-E4BB-4FCF-B4D5-E8D661A1DF26}">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A0D1A604-80C5-4826-9ABC-67B1534AB9C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3888974-7cb7-4406-911b-e56ff4a867d6"/>
    <ds:schemaRef ds:uri="8c4eaaee-da18-44c1-b222-f872f771abb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7935-01-Fujitsu-Presentation-Template-2021-v2.0</Template>
  <TotalTime>1911</TotalTime>
  <Words>474</Words>
  <Application>Microsoft Office PowerPoint</Application>
  <PresentationFormat>On-screen Show (16:9)</PresentationFormat>
  <Paragraphs>54</Paragraphs>
  <Slides>14</Slides>
  <Notes>2</Notes>
  <HiddenSlides>0</HiddenSlides>
  <MMClips>0</MMClips>
  <ScaleCrop>false</ScaleCrop>
  <HeadingPairs>
    <vt:vector size="6" baseType="variant">
      <vt:variant>
        <vt:lpstr>Fonts Used</vt:lpstr>
      </vt:variant>
      <vt:variant>
        <vt:i4>2</vt:i4>
      </vt:variant>
      <vt:variant>
        <vt:lpstr>Theme</vt:lpstr>
      </vt:variant>
      <vt:variant>
        <vt:i4>6</vt:i4>
      </vt:variant>
      <vt:variant>
        <vt:lpstr>Slide Titles</vt:lpstr>
      </vt:variant>
      <vt:variant>
        <vt:i4>14</vt:i4>
      </vt:variant>
    </vt:vector>
  </HeadingPairs>
  <TitlesOfParts>
    <vt:vector size="22" baseType="lpstr">
      <vt:lpstr>Arial</vt:lpstr>
      <vt:lpstr>Corbel</vt:lpstr>
      <vt:lpstr>Master Layouts - Red</vt:lpstr>
      <vt:lpstr>Master Layouts - Orange</vt:lpstr>
      <vt:lpstr>Master Layouts - Blue</vt:lpstr>
      <vt:lpstr>Master Layouts - Green</vt:lpstr>
      <vt:lpstr>Master Layouts - Yellow</vt:lpstr>
      <vt:lpstr>1_F_Tool_T1_01_EN_R</vt:lpstr>
      <vt:lpstr>PowerPoint Presentation</vt:lpstr>
      <vt:lpstr>Update Set Mover</vt:lpstr>
      <vt:lpstr>Flow Logic of the Application</vt:lpstr>
      <vt:lpstr>Application Modules</vt:lpstr>
      <vt:lpstr>Update Set State History List</vt:lpstr>
      <vt:lpstr>Update Set State History Form</vt:lpstr>
      <vt:lpstr>How to turn the application On/Off</vt:lpstr>
      <vt:lpstr>Instances Configuration</vt:lpstr>
      <vt:lpstr>Update Set Record Form</vt:lpstr>
      <vt:lpstr>Update Set Record Form</vt:lpstr>
      <vt:lpstr>Update Set Record Form</vt:lpstr>
      <vt:lpstr>True Purpose of the Application</vt:lpstr>
      <vt:lpstr>True Purpose of the Application</vt:lpstr>
      <vt:lpstr>PowerPoint Presentation</vt:lpstr>
    </vt:vector>
  </TitlesOfParts>
  <Company>Fujitsu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Pedro</dc:creator>
  <cp:lastModifiedBy>Leite, Pedro</cp:lastModifiedBy>
  <cp:revision>14</cp:revision>
  <dcterms:created xsi:type="dcterms:W3CDTF">2022-01-12T09:53:27Z</dcterms:created>
  <dcterms:modified xsi:type="dcterms:W3CDTF">2022-02-22T22:36:20Z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7295cc1-d279-42ac-ab4d-3b0f4fece050_Enabled">
    <vt:lpwstr>true</vt:lpwstr>
  </property>
  <property fmtid="{D5CDD505-2E9C-101B-9397-08002B2CF9AE}" pid="3" name="MSIP_Label_a7295cc1-d279-42ac-ab4d-3b0f4fece050_SetDate">
    <vt:lpwstr>2021-07-25T02:06:17Z</vt:lpwstr>
  </property>
  <property fmtid="{D5CDD505-2E9C-101B-9397-08002B2CF9AE}" pid="4" name="MSIP_Label_a7295cc1-d279-42ac-ab4d-3b0f4fece050_Method">
    <vt:lpwstr>Standard</vt:lpwstr>
  </property>
  <property fmtid="{D5CDD505-2E9C-101B-9397-08002B2CF9AE}" pid="5" name="MSIP_Label_a7295cc1-d279-42ac-ab4d-3b0f4fece050_Name">
    <vt:lpwstr>FUJITSU-RESTRICTED​</vt:lpwstr>
  </property>
  <property fmtid="{D5CDD505-2E9C-101B-9397-08002B2CF9AE}" pid="6" name="MSIP_Label_a7295cc1-d279-42ac-ab4d-3b0f4fece050_SiteId">
    <vt:lpwstr>a19f121d-81e1-4858-a9d8-736e267fd4c7</vt:lpwstr>
  </property>
  <property fmtid="{D5CDD505-2E9C-101B-9397-08002B2CF9AE}" pid="7" name="MSIP_Label_a7295cc1-d279-42ac-ab4d-3b0f4fece050_ActionId">
    <vt:lpwstr>99f6c533-5ccc-48d3-bb6c-b089d8fb28cf</vt:lpwstr>
  </property>
  <property fmtid="{D5CDD505-2E9C-101B-9397-08002B2CF9AE}" pid="8" name="MSIP_Label_a7295cc1-d279-42ac-ab4d-3b0f4fece050_ContentBits">
    <vt:lpwstr>0</vt:lpwstr>
  </property>
  <property fmtid="{D5CDD505-2E9C-101B-9397-08002B2CF9AE}" pid="9" name="ContentTypeId">
    <vt:lpwstr>0x010100D5F1D41D33680B45AAFA58E3FB253076</vt:lpwstr>
  </property>
</Properties>
</file>